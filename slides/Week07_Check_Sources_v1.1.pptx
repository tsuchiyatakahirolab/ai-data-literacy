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2ページ
到達点：AIの回答を出典に照らして確認し、その対応を残す。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3ページ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4ページ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5ページ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【参考資料】
GitHub Docs「Creating an account on GitHub」
https://docs.github.com/en/account-and-profile/how-tos/account-management/creating-an-account-on-github
確認日：2026-09-17
GitHub Docs「Setting your commit email address」
https://docs.github.com/en/account-and-profile/how-tos/email-preferences/setting-your-commit-email-address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6ページ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7ページ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8ページ
到達点：AIの回答を出典に照らして確認し、その対応を残す。
本文の大幅な転載は不要。必要な位置や短い要約で記録させる。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9ページ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10ページ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11ページ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12ページ
到達点：AIの回答を出典に照らして確認し、その対応を残す。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13ページ
到達点：AIの回答を出典に照らして確認し、その対応を残す。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14ページ
到達点：AIの回答を出典に照らして確認し、その対応を残す。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第07回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その答え、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出典にも書いてある？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第7回｜AIが示した情報を、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元のページで確認します。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>
            <a:duotone>
              <a:srgbClr val="FFFFFF"/>
              <a:srgbClr val="FFFFFF"/>
            </a:duotone>
          </a:blip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情報は、どこから来たのだろう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36776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92808"/>
            <a:ext cx="429768" cy="429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542032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モデルが学んだ内容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185916" y="1636776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8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516" y="1892808"/>
            <a:ext cx="429768" cy="4297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14516" y="2542032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自分が渡した資料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40080" y="3657600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1" name="Image 2" descr="Lucide 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913632"/>
            <a:ext cx="429768" cy="4297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4562856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Webで検索した情報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6185916" y="3657600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4" name="Image 3" descr="Lucide ta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516" y="3913632"/>
            <a:ext cx="429768" cy="4297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414516" y="4562856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接続先のデータ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0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会話の見た目が同じでも、使った情報源は異なる。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今日は、2つの情報を確かめる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確かめる問いを決める。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更新される可能性のある、具体的な情報を選ぶ。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AIを入口にして出典を探す。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必要なら自分でWeb検索する。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元ページを開いて照合する。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発行元・更新日・該当箇所を記録する。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練習テーマ：GitHubの登録方法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git-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問い① 登録したメールは、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どのように確認するのか。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問い② 既存アカウントには、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別のメールを追加できるのか。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製品の仕様は変わる。調べた日と公式ページを残す。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AIに調べ方を頼む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GitHubの公式資料を使って、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メールの確認方法と、別のメールの追加方法を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調べてください。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根拠となるページを、項目ごとに示してください。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Web検索機能がなければ、自分で公式資料を探してAIに渡す。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出典リンクを開く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回答のリンクを実際に開く。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タイトルだけで確認済みにしない。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発行元を確認する。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公式GitHub Docsか、個人の解説かを区別する。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答えの根拠となる箇所を探す。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ページ内検索も使い、前後の説明を読む。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URLがあることと、根拠があることは違う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まだ確認していない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リンクが付いていた。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公式サイトの名前だった。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AIも正しいと言った。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確認したことが分かる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ページの該当段落を読んだ。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メール追加の手順が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AIの説明と一致していた。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確認記録は、この4項目で残す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090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23360" y="1554480"/>
            <a:ext cx="7525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69664" y="1709928"/>
            <a:ext cx="7232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258568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386584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確認した情報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2258568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9664" y="2386584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何について調べたか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017520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145536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出典と発行元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23360" y="3017520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9664" y="3145536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ページのURLと公開主体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776472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904488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日付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23360" y="3776472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3904488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確認日と、分かれば更新日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535424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663440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023360" y="4535424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69664" y="4663440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一致・不一致・確認できず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出典が読めないときは、保留する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triangle-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リンク切れ、閲覧制限、内容の不一致。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別の公式資料を探すか、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「この出典では確認できなかった」と書く。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URLを作り足してはいけない。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食い違いがあれば、根拠を渡して直す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公式資料の次の箇所と、先ほどの説明が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一致していません。該当する説明だけを修正し、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確認できる内容と不明な内容を分けてください。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依頼の後に、確認した箇所の必要部分だけを貼る。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2つの情報について結論を出す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出典を2ページ以上、実際に開いた。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各情報と、その根拠の箇所を対応させた。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確認した日付を残した。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不一致や未確認の点を隠していない。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week07/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問い・答え・確認記録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07を選ぶ。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2つの情報を元ページで照合した。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URLだけでなく確認結果も書いた。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検索できない場合は代替の手順を記録した。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出典を開いて答えを確かめる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