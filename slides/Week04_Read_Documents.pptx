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【進行】資料に書いてあることを確かめる / 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到達点：資料から言えることと、資料だけでは判断できないことを分ける。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【進行】資料に書いてあることを確かめる / 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到達点：資料から言えることと、資料だけでは判断できないことを分ける。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【進行】資料に書いてあることを確かめる / 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到達点：資料から言えることと、資料だけでは判断できないことを分ける。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【進行】資料に書いてあることを確かめる / 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到達点：資料から言えることと、資料だけでは判断できないことを分ける。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OpenAI「ChatGPT capabilities overview」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https://help.openai.com/en/articles/9260256-chatgpt-capabilities-overview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Google「Upload &amp; analyze files in Gemini Apps」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https://support.google.com/gemini/answer/14903178?co=GENIE.Platform%3DDesktop&amp;hl=en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【進行】資料に書いてあることを確かめる / 5ページ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到達点：資料から言えることと、資料だけでは判断できないことを分ける。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【進行】資料に書いてあることを確かめる / 6ページ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到達点：資料から言えることと、資料だけでは判断できないことを分ける。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【進行】資料に書いてあることを確かめる / 7ページ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到達点：資料から言えることと、資料だけでは判断できないことを分ける。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【進行】資料に書いてあることを確かめる / 8ページ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到達点：資料から言えることと、資料だけでは判断できないことを分ける。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【進行】資料に書いてあることを確かめる / 9ページ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到達点：資料から言えることと、資料だけでは判断できないことを分ける。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OpenAI「ChatGPT capabilities overview」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https://help.openai.com/en/articles/9260256-chatgpt-capabilities-overview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Google「Upload &amp; analyze files in Gemini Apps」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https://support.google.com/gemini/answer/14903178?co=GENIE.Platform%3DDesktop&amp;hl=en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【進行】資料に書いてあることを確かめる / 10ページ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到達点：資料から言えることと、資料だけでは判断できないことを分ける。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【進行】資料に書いてあることを確かめる / 11ページ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到達点：資料から言えることと、資料だけでは判断できないことを分ける。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【進行】資料に書いてあることを確かめる / 12ページ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到達点：資料から言えることと、資料だけでは判断できないことを分ける。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AIとの会話全文、共有リンク、無意味な再試行回数は求めない。変更が不要だった場合も確認した対象と結果を書けばよい。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【進行】資料に書いてあることを確かめる / 13ページ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到達点：資料から言えることと、資料だけでは判断できないことを分ける。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Desktopを使った学生はPush origin後にGitHubで確認する。フォーム送信完了画面まで確認。教員の閲覧権限は別途必要。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Docs「Editing files」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【進行】資料に書いてあることを確かめる / 14ページ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到達点：資料から言えることと、資料だけでは判断できないことを分ける。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このチェックは暗記テストではない。ファイルと画面を見ながら自己確認させる。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第04回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AIの答えは、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資料のどこにある？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第4回｜案内資料を読ませ、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書いてあることと推測を分けます。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今日は、1枚の資料から答えを作る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配布資料をAIへ渡す。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PDF・画像・本文のいずれかを使う。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参加に必要な情報を整理する。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日時・会場・持ち物を尋ねる。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元資料に戻って照合する。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書かれていない情報は「不明」と分ける。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02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今回読むのは、架空の講習会案内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and Data Literacy Workshop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2026年10月15日　13:30〜15:00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4号館402教室／定員40人／参加無料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申込締切：2026年10月10日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持ち物：ノートパソコン・大学アカウント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資料内の日付は演習用。実在の行事案内ではない。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03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ファイルを渡してみる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配布ファイルをパソコンに保存する。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sample_event_notice.pdfを使う。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AIの添付ボタンから選ぶ。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アップロードの完了を待つ。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資料名が表示されたか確認する。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添付が使えなければ、同名のmd本文を貼る。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短い資料なので、本文を貼る方法でも同じ課題に取り組める。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04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参加に必要な情報を聞く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この資料だけを使って、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日時・会場・持ち物を表にしてください。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資料にない情報は「記載なし」としてください。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日付・時間・教室番号を、元資料と1つずつ照合する。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05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AIの答えを、元資料に戻して確認する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資料にある内容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自分の確認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13:30〜15:00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一致／不一致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4号館402教室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一致／不一致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390448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持ち物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0" y="3776472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61104" y="3904488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PC・大学アカウント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76472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55864" y="390448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一致／不一致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この表は確認用。AIの出力を見ずに「一致」と書かない。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06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資料にないことも聞いてみる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この会場にはコンセントがありますか。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資料から分かる範囲だけで答えてください。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「記載がない」と「コンセントがない」は違う。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07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分からないことを、断定しない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資料が支える答え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案内資料には、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コンセントの有無が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書かれていない。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B05D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資料では支えられない答え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コンセントはありません。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または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全席にコンセントがあります。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08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画像を読んだ答えも、見比べる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文字の読み違いはないか。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表の見出しと値が対応しているか。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AIが読めない箇所は、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人が原画像を拡大して確認する。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09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答えを直すときは、根拠を付ける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会場は「402教室」です。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元資料の会場欄を確認して、表を修正してください。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ほかの項目も資料と一致しているか確認してください。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この依頼は誤りがあった場合の例。正しければ直さなくてよい。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10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今回の課題を仕上げる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日時・会場・持ち物を表にした。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各項目を元資料で確認した。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資料にない情報を1つ挙げた。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AIの推測を、資料の事実と区別した。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11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week04/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確認表・資料にない情報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12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04を選ぶ。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13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元資料で確認した場所を書いた。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日時と教室番号を照合した。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資料にないことを勝手に断定していない。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  14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資料に書いてあることを確かめる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