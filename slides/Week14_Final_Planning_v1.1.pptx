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1ページ
到達点：資料で答えられる問いを定め、確認方法と構成案を作る。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2ページ
到達点：資料で答えられる問いを定め、確認方法と構成案を作る。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3ページ
到達点：資料で答えられる問いを定め、確認方法と構成案を作る。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4ページ
到達点：資料で答えられる問いを定め、確認方法と構成案を作る。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5ページ
到達点：資料で答えられる問いを定め、確認方法と構成案を作る。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6ページ
到達点：資料で答えられる問いを定め、確認方法と構成案を作る。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7ページ
到達点：資料で答えられる問いを定め、確認方法と構成案を作る。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8ページ
到達点：資料で答えられる問いを定め、確認方法と構成案を作る。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9ページ
到達点：資料で答えられる問いを定め、確認方法と構成案を作る。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10ページ
到達点：資料で答えられる問いを定め、確認方法と構成案を作る。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11ページ
到達点：資料で答えられる問いを定め、確認方法と構成案を作る。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【進行】最終課題の問いを絞る / 12ページ
到達点：資料で答えられる問いを定め、確認方法と構成案を作る。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何を、何で確かめ、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どう伝える？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第14回｜最終課題の問いと資料を決め、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最初の下書きを作ります。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PersonalAuthorLogo">
            <a:duotone>
              <a:srgbClr val="FFFFFF"/>
              <a:srgbClr val="FFFFFF"/>
            </a:duotone>
          </a:blip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今日は、提出できる計画まで進める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問いを1文で書く。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使える資料で答えられる範囲に絞る。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資料と確認方法を決める。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何を見れば答えられるか考える。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小さく試してから、計画を直す。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構成案と根拠の記録を作る。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課題の進め方を選ぶ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A：資料を読む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1つの資料から、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必要な内容を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B：情報を調べる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2つ以上の出典を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開いて照合する。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hart-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C：データを扱う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配布CSVを集計し、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結果を説明する。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難しいテーマや有料機能を選ぶほど、高評価になるわけではない。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03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問いを、確かめられる大きさにする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広すぎる問い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AIは社会をどう変えるか。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資料も確認範囲も、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際限なく増えてしまう。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この課題で扱える問い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初めてAIを使う学生は、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講習会に何を準備すればよいか。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配布資料で確かめる。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04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使う資料と、確認するものを組にする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選ぶ課題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確認すること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A：案内資料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配布PDF・本文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日時・持ち物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B：登録方法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公式ページ2つ以上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手順・適用条件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C：集計結果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配布CSVと辞書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列・人数・平均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05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AIには、問いの範囲を点検させる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この問いに、手元の資料で答えられますか。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資料で確認できることと、追加資料が必要なことを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広すぎる場合は、問いを1つに絞ってください。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問いと資料を示す。AIの提案だけで、根拠が増えたことにはならない。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06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最初の根拠ログを1行書く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説明に使うこと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自分の確認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必要な持ち物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講習会案内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持ち物欄と一致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※この行は作成例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自分の資料へ変更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長い引用ではなく、主張と根拠の対応を残す。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07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計画を小さく試す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説明文の冒頭か、表を1つ作る。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完成版まで一気に作らなくてよい。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資料に戻って、1点確認する。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答えに必要な根拠があるかを見る。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計画を修正する。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資料が足りなければ、問いを狭くする。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08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14と最終課題は、別の提出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14：問い・資料・確認方法・構成案。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最終課題：完成した成果物と根拠ログ。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最終課題フォームへ、別に提出します。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09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week14/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計画・構成案・根拠1行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10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14を選ぶ。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11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問いを1文で書いた。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使う資料と確認方法を示した。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最終課題の形式を決めた。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12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最終課題の問いを絞る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