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1ページ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2ページ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3ページ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4ページ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5ページ
到達点：問い・根拠・成果物を対応させ、最終提出を完了する。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6ページ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7ページ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8ページ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9ページ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10ページ
到達点：問い・根拠・成果物を対応させ、最終提出を完了する。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11ページ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 / 12ページ
到達点：問い・根拠・成果物を対応させ、最終提出を完了する。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根拠を確かめて、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自分の成果物にする。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最終課題｜AIと作った内容を確認し、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初めて読む人へ伝えます。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問いを1つ選び、完成させる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第14回で決めた問いに、資料を使って答える。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AIに任せたことと、確認したことを残す。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評価するのは、道具の豪華さではなく、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問い・根拠・成果物が対応しているかです。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3つの進め方から選べる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A：資料読解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読み手に合わせて、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資料の内容を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伝える。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B：出典確認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出典を照合して、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確認結果を伝える。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hart-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C：データ分析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集計を確かめて、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結果と限界を書く。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03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形式は、伝えたい内容に合わせる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800〜1,200字の説明文、または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同程度の内容を含む1枚資料・表・グラフ等。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図表だけにせず、何を示すのか、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何が言えないのかを説明します。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締切と提出フォームは、授業ページで確認する。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04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完成まで、3つを確かめる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問いに答えているか。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別の話題に広がっていないか。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主張や数字に根拠があるか。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自分で確認した箇所を示せるか。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初めて読む人に伝わるか。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用語・図表・出典の対応が分かるか。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05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根拠ログを成果物と対応させる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1546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主張・数字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94760" y="1554480"/>
            <a:ext cx="36576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41064" y="17099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1554480"/>
            <a:ext cx="4096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98664" y="1709928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自分が確認した点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成果物で使った内容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94760" y="2258568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41064" y="2386584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URL・ファイル名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0" y="2258568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98664" y="2386584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箇所・値・日付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1546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一致しなかった点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4760" y="3017520"/>
            <a:ext cx="3657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41064" y="3145536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照合した資料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3017520"/>
            <a:ext cx="4096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98664" y="3145536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修正した点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確認できない内容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4760" y="3776472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41064" y="3904488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不足する資料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3776472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98664" y="3904488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断定しないと判断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06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AI利用記録は、会話全文ではない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提出しなくてよいもの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チャットの共有URL。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会話の全文。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有料プランの証明。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記録するもの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使ったAIと用途。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AIに任せた作業。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自分で確認・修正した点。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07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評価は、4つの観点で見る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27048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761488" y="1527048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0" y="152704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問いへの答えが伝わるか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761488" y="2514600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根拠確認・修正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0" y="251460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資料と照合しているか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3502152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761488" y="3502152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00800" y="350215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任せた範囲を説明できるか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4489704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761488" y="4489704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GitHub提出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00800" y="448970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指定の版と場所を示せるか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暗記量、サービス名、課金の有無、プロンプトの長さは採点しない。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08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finalフォルダへ、まとめて保存する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final/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問い・利用記録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50976" y="348386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成果物：説明文・1枚資料・表など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50976" y="430682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evidence_log.md：根拠ログ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根拠ログはREADME内に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書いてもよい。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画像やCSVは、リンクから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開けるようにする。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09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最終課題フォームへ提出する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finalの全ファイルをcommitする。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Desktopの場合はpushも行う。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そのcommitで成果物を開く。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表・画像・根拠ログがそろっているか確認する。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最終課題フォームを送信する。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大学アカウントで、commit URLを提出する。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14の提出だけでは、最終課題の提出にはならない。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10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提出直前に、実物を開いて確認する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問いと答え、根拠ログが対応している。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数字・日付・固有名詞を確認した。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個人情報や非公開資料を含めていない。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提出するcommitを開き、全ファイルを確認した。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11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最後に、自分の判断を説明する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AIに任せたのは、どの作業か。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その出力の、何を確認したか。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どこを採用し、どこを直したか。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この3点が、成果物から分かるようにしよう。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  12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最終課題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