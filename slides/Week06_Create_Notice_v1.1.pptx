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2ページ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3ページ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4ページ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5ページ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6ページ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7ページ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8ページ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9ページ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10ページ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11ページ
到達点：読者が行動に移せる短い案内を作る。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12ページ
到達点：読者が行動に移せる短い案内を作る。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13ページ
到達点：読者が行動に移せる短い案内を作る。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第06回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初めて読む人が、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次に動ける案内に。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第6回｜AIの案を使い、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授業のAI利用案内を完成させます。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今回の読者は、新入生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チャットで質問したことはある。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でも、出典を確かめたり、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GitHubへ記録したりしたことはない。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この人に、最初の一歩を伝えよう。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案内に入れるのは、3つ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AIを使ってよい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文章の案を作る。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結果を確認する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出力をそのまま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提出しない。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短い記録を残す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任せたことと確認を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GitHubへ残す。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文案を作ってもらう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新入生向けに、この授業でのAI利用を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300〜500字で案内してください。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AIを使えること、結果を確認すること、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短い利用記録をGitHubに残すことを含めてください。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下に配布された制作条件を貼る。学内URLなどは創作させない。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読者が動ける文章にする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抽象的な案内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AIを効果的に活用し、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適切に検証して、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質の高い成果物を作ろう。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行動が分かる案内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AIの答えに数字があったら、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元資料で同じ数字を探そう。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確認した場所を記録しよう。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文案を自分で整える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長い説明を分ける。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読者が最初に行うことから順に置く。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曖昧な動詞を具体的にする。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「検証する」を「元資料の数字を照合する」へ。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読者の立場で読み返す。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何を開き、何を確認すればよいか分かるか。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1枚資料にする場合も、内容を先に決める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見出しを1つ置く。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必要な行動を順に並べる。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文字が小さくなるなら、文を減らす。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普段使う文書・スライドソフトでよい。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デザイン専用ツールへの登録は不要。文章だけの提出でもよい。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画像を加える人は、役割を決める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この案内に添える挿絵を作ってください。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「資料を開いて確認する」場面にします。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実在の学生や大学のロゴは使わず、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本文を置く余白を残してください。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画像生成は任意。利用できなければ、文字と図形だけでよい。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画像を使う場合は、表示も確認する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案内の意味に合っているか見る。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必要な行動が分かりやすくなるか。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文字や細部を確認する。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誤字、不要なロゴ、不自然な表現はないか。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必要な部分だけ修正を頼む。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画像の説明文も付け、見えない人にも伝える。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他の学生に、30秒だけ読んでもらう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何の案内か分かったか。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最初に何をするか分かったか。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記録する内容が分かったか。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分からなかった語を1つ教えてもらったか。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他の人に見てもらえない場合は、時間を置いて自分で読み直す。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week06/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制作意図・確認記録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950976" y="348386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案内文または1枚資料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06を選ぶ。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300〜500字の案内か1枚資料を作った。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読者が取る行動を具体的に書いた。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画像の有無ではなく伝わり方を確認した。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初めて読む人に伝わる案内を作る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