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2ページ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3ページ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4ページ
到達点：必要な材料と条件を伝え、同じ基準で出力を比較する。
出力が適切で、不明事項を尋ね返した場合はそれを良い応答として扱う。誤りが必ず出るとは説明しない。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5ページ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6ページ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7ページ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8ページ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9ページ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10ページ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12ページ
到達点：必要な材料と条件を伝え、同じ基準で出力を比較する。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13ページ
到達点：必要な材料と条件を伝え、同じ基準で出力を比較する。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14ページ
到達点：必要な材料と条件を伝え、同じ基準で出力を比較する。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同じ課題を、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どう頼めばよい？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第2回｜必要な条件を足して、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返ってきた文章を比べます。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今日は、依頼を2通り比べる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AIがどのような内容を補うかを見る。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条件を足して、もう一度頼む。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相手・材料・完成形を伝える。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条件に合った点と、まだ足りない点を書く。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今回作るのは、参加者への案内文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教育用の架空イベント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日時：2026年10月15日 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会場：4号館402教室　定員：40人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費用：無料　申込締切：10月10日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出典：assets/week04/sample_event_notice.md（架空資料）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まずは短く頼んでみる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大学のAI講習会の案内を書いてください。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日時・場所・費用を、AIが勝手に補っていないか確認する。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AIが知っているとは限らない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依頼文にないこと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誰に向けた案内か。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実施する日時と会場。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参加者が持ってくる物。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追加する材料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新入生に読んでほしい。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配布資料の情報を使う。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180字程度にまとめたい。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資料と条件を付けて頼む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配布資料を使い、新入生向けの案内を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180字程度で書いてください。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日時・会場・持ち物・申込締切を入れ、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資料にない情報は補わないでください。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この依頼の後に、配布資料の本文を貼り付ける。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条件は、必要なものだけでよい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何のため？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誰に何を伝える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文章なのか。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何を使う？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元資料と、変えては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いけない情報。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どんな形？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長さ、入れる項目、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完成の条件。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長い定型文や、決まった5要素を暗記する必要はない。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2つの出力を、同じ項目で比べる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条件を付けた依頼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日時と会場は正しいか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持ち物が書いてあるか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余計な情報はないか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うまくいった点も記録する。「悪い例」を無理に作らない。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必要なところだけ、修正を頼む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会場と日時はそのままにして、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持ち物の「大学アカウント」を追加してください。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ほかの情報は変えないでください。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1回で条件を満たしたら、修正回数を増やす必要はない。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長い依頼より、必要な材料を渡す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効果を判断しにくい依頼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完璧な案内を書いて。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プロらしく、最高の文章に。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確かめられる依頼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新入生向けに180字で。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日時・会場・持ち物を入れる。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資料にない内容は足さない。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どちらを採用するか決める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配布資料の日時と一致している。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必要な項目が欠けていない。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対象の学生が読める表現になっている。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採用する理由を1〜2文で説明できる。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依頼2通り・比較・採用案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2つの依頼と、出力の違いを示した。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元資料と照合した点を書いた。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不要な試行回数を増やしていない。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必要なことをAIに伝える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