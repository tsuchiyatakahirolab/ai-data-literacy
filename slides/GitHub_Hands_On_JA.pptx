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1c0fb19a34a59" /><Relationship Type="http://schemas.openxmlformats.org/officeDocument/2006/relationships/extended-properties" Target="/docProps/app.xml" Id="Rbee71880abc74451" /><Relationship Type="http://schemas.openxmlformats.org/officeDocument/2006/relationships/officeDocument" Target="/ppt/presentation.xml" Id="R10137a4597c549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c4dc6a688470b"/>
  </p:sldMasterIdLst>
  <p:notesMasterIdLst>
    <p:notesMasterId xmlns:r="http://schemas.openxmlformats.org/officeDocument/2006/relationships" r:id="Reff16a40539b4d6e"/>
  </p:notesMasterIdLst>
  <p:sldIdLst>
    <p:sldId xmlns:r="http://schemas.openxmlformats.org/officeDocument/2006/relationships" id="256" r:id="R0485fc6f3e5d40b5"/>
    <p:sldId xmlns:r="http://schemas.openxmlformats.org/officeDocument/2006/relationships" id="257" r:id="Redbedc862cd248aa"/>
    <p:sldId xmlns:r="http://schemas.openxmlformats.org/officeDocument/2006/relationships" id="258" r:id="R5449aa531c1c4653"/>
    <p:sldId xmlns:r="http://schemas.openxmlformats.org/officeDocument/2006/relationships" id="259" r:id="Ra81e9604ec6f4c4d"/>
    <p:sldId xmlns:r="http://schemas.openxmlformats.org/officeDocument/2006/relationships" id="260" r:id="R7c409ed101e54542"/>
    <p:sldId xmlns:r="http://schemas.openxmlformats.org/officeDocument/2006/relationships" id="261" r:id="R5f6a448b22ad476f"/>
    <p:sldId xmlns:r="http://schemas.openxmlformats.org/officeDocument/2006/relationships" id="262" r:id="R8f47de4b6f7f4442"/>
    <p:sldId xmlns:r="http://schemas.openxmlformats.org/officeDocument/2006/relationships" id="263" r:id="R0ff74b8c4df7474f"/>
    <p:sldId xmlns:r="http://schemas.openxmlformats.org/officeDocument/2006/relationships" id="264" r:id="Ra13373c6609d42be"/>
    <p:sldId xmlns:r="http://schemas.openxmlformats.org/officeDocument/2006/relationships" id="265" r:id="R40b86f47d81d4eb3"/>
    <p:sldId xmlns:r="http://schemas.openxmlformats.org/officeDocument/2006/relationships" id="266" r:id="Ra5d00050de944804"/>
    <p:sldId xmlns:r="http://schemas.openxmlformats.org/officeDocument/2006/relationships" id="267" r:id="R6f47a5017d1f4157"/>
    <p:sldId xmlns:r="http://schemas.openxmlformats.org/officeDocument/2006/relationships" id="268" r:id="R8f0e1cf78d204138"/>
    <p:sldId xmlns:r="http://schemas.openxmlformats.org/officeDocument/2006/relationships" id="269" r:id="Rbe35a770b5c941d7"/>
    <p:sldId xmlns:r="http://schemas.openxmlformats.org/officeDocument/2006/relationships" id="270" r:id="R039df3d1d62243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766ce9d0104d44" /><Relationship Type="http://schemas.openxmlformats.org/officeDocument/2006/relationships/slideMaster" Target="/ppt/slideMasters/slideMaster1.xml" Id="Rb90c4dc6a688470b" /><Relationship Type="http://schemas.openxmlformats.org/officeDocument/2006/relationships/notesMaster" Target="/ppt/notesMasters/notesMaster1.xml" Id="Reff16a40539b4d6e" /><Relationship Type="http://schemas.openxmlformats.org/officeDocument/2006/relationships/presProps" Target="/ppt/presProps.xml" Id="R0f9c6e50db6c42f4" /><Relationship Type="http://schemas.openxmlformats.org/officeDocument/2006/relationships/tableStyles" Target="/ppt/tableStyles.xml" Id="R119dd9c3db044704" /><Relationship Type="http://schemas.openxmlformats.org/officeDocument/2006/relationships/slide" Target="/ppt/slides/slide1.xml" Id="R0485fc6f3e5d40b5" /><Relationship Type="http://schemas.openxmlformats.org/officeDocument/2006/relationships/slide" Target="/ppt/slides/slide2.xml" Id="Redbedc862cd248aa" /><Relationship Type="http://schemas.openxmlformats.org/officeDocument/2006/relationships/slide" Target="/ppt/slides/slide3.xml" Id="R5449aa531c1c4653" /><Relationship Type="http://schemas.openxmlformats.org/officeDocument/2006/relationships/slide" Target="/ppt/slides/slide4.xml" Id="Ra81e9604ec6f4c4d" /><Relationship Type="http://schemas.openxmlformats.org/officeDocument/2006/relationships/slide" Target="/ppt/slides/slide5.xml" Id="R7c409ed101e54542" /><Relationship Type="http://schemas.openxmlformats.org/officeDocument/2006/relationships/slide" Target="/ppt/slides/slide6.xml" Id="R5f6a448b22ad476f" /><Relationship Type="http://schemas.openxmlformats.org/officeDocument/2006/relationships/slide" Target="/ppt/slides/slide7.xml" Id="R8f47de4b6f7f4442" /><Relationship Type="http://schemas.openxmlformats.org/officeDocument/2006/relationships/slide" Target="/ppt/slides/slide8.xml" Id="R0ff74b8c4df7474f" /><Relationship Type="http://schemas.openxmlformats.org/officeDocument/2006/relationships/slide" Target="/ppt/slides/slide9.xml" Id="Ra13373c6609d42be" /><Relationship Type="http://schemas.openxmlformats.org/officeDocument/2006/relationships/slide" Target="/ppt/slides/slide10.xml" Id="R40b86f47d81d4eb3" /><Relationship Type="http://schemas.openxmlformats.org/officeDocument/2006/relationships/slide" Target="/ppt/slides/slide11.xml" Id="Ra5d00050de944804" /><Relationship Type="http://schemas.openxmlformats.org/officeDocument/2006/relationships/slide" Target="/ppt/slides/slide12.xml" Id="R6f47a5017d1f4157" /><Relationship Type="http://schemas.openxmlformats.org/officeDocument/2006/relationships/slide" Target="/ppt/slides/slide13.xml" Id="R8f0e1cf78d204138" /><Relationship Type="http://schemas.openxmlformats.org/officeDocument/2006/relationships/slide" Target="/ppt/slides/slide14.xml" Id="Rbe35a770b5c941d7" /><Relationship Type="http://schemas.openxmlformats.org/officeDocument/2006/relationships/slide" Target="/ppt/slides/slide15.xml" Id="R039df3d1d62243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9e36f786914d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0d772eb0594f3a" /><Relationship Type="http://schemas.openxmlformats.org/officeDocument/2006/relationships/notesMaster" Target="/ppt/notesMasters/notesMaster1.xml" Id="Ra4c82b9e0ba24f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0a24cd5d7a4b90" /><Relationship Type="http://schemas.openxmlformats.org/officeDocument/2006/relationships/notesMaster" Target="/ppt/notesMasters/notesMaster1.xml" Id="R4a6585a658c346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2a2adc6e004d82" /><Relationship Type="http://schemas.openxmlformats.org/officeDocument/2006/relationships/notesMaster" Target="/ppt/notesMasters/notesMaster1.xml" Id="R8efa2ece3d2545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831442761f4e74" /><Relationship Type="http://schemas.openxmlformats.org/officeDocument/2006/relationships/notesMaster" Target="/ppt/notesMasters/notesMaster1.xml" Id="R2578a21c680b4a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1913f5b2554481" /><Relationship Type="http://schemas.openxmlformats.org/officeDocument/2006/relationships/notesMaster" Target="/ppt/notesMasters/notesMaster1.xml" Id="R29985816686f44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9d5d367d284613" /><Relationship Type="http://schemas.openxmlformats.org/officeDocument/2006/relationships/notesMaster" Target="/ppt/notesMasters/notesMaster1.xml" Id="Re2497986c60d4e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942ab65aad4d93" /><Relationship Type="http://schemas.openxmlformats.org/officeDocument/2006/relationships/notesMaster" Target="/ppt/notesMasters/notesMaster1.xml" Id="R4abd7764d6c841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3bbdb675c94753" /><Relationship Type="http://schemas.openxmlformats.org/officeDocument/2006/relationships/notesMaster" Target="/ppt/notesMasters/notesMaster1.xml" Id="R711688e6eb4d4c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16aad589fd4c6d" /><Relationship Type="http://schemas.openxmlformats.org/officeDocument/2006/relationships/notesMaster" Target="/ppt/notesMasters/notesMaster1.xml" Id="R716f04bc727145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394c500f31465e" /><Relationship Type="http://schemas.openxmlformats.org/officeDocument/2006/relationships/notesMaster" Target="/ppt/notesMasters/notesMaster1.xml" Id="Rdcc0971667c542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c3a0f623424e49" /><Relationship Type="http://schemas.openxmlformats.org/officeDocument/2006/relationships/notesMaster" Target="/ppt/notesMasters/notesMaster1.xml" Id="Reb463e763d0c44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ae404474064e11" /><Relationship Type="http://schemas.openxmlformats.org/officeDocument/2006/relationships/notesMaster" Target="/ppt/notesMasters/notesMaster1.xml" Id="Rb5b8b96b8cc847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e8fa6c1ffe4b00" /><Relationship Type="http://schemas.openxmlformats.org/officeDocument/2006/relationships/notesMaster" Target="/ppt/notesMasters/notesMaster1.xml" Id="Rf3456b23e18c4e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be1fd043904953" /><Relationship Type="http://schemas.openxmlformats.org/officeDocument/2006/relationships/notesMaster" Target="/ppt/notesMasters/notesMaster1.xml" Id="R6a64c10a1f4c48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09334f9d144205" /><Relationship Type="http://schemas.openxmlformats.org/officeDocument/2006/relationships/notesMaster" Target="/ppt/notesMasters/notesMaster1.xml" Id="Ref863fd54b1d4e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に、画面上部のスラッシュの左側を見ます。そこは保存先の所有者です。教員の教材を開いているだけでは、自分の保存先はできていません。自分のユーザーネームと、エーアイ・ラーニングという名前の保存先がすでにある人は、それを使って続けます。ここで動画を一時停止して、所有者を確かめ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https://github.com/tsuchiyatakahirolab/ai-data-literacy-student-template (public example captured 2026-10-14; not a student private repository)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ギットハブは、大学の授業ページやグーグルとは別のアカウントです。すでにアカウントがある人は作り直しません。初めての人はサインアップし、確認メールの案内を進めます。ログインしたらプロフィールを開き、アドレスにある自分のユーザーネームを控えます。パスワードや確認コードは本人だけが入力します。ここで一時停止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の学生用ひな形を開きます。ユーズ・ディス・テンプレートを押し、クリエイト・ア・ニュー・リポジトリーを選びます。スターを付けることや、ページをお気に入りにすることでは、自分の保存先はできません。ボタンが見えなければ、ギットハブへのログインを確認します。作成済みの人は、同じものを増やさずに自分の保存先へ戻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https://docs.github.com/en/repositories/working-with-files/managing-files/editing-files; https://docs.github.com/en/repositories/creating-and-managing-repositories/creating-a-repository-from-a-template; https://docs.github.com/en/repositories/managing-your-repositorys-settings-and-features/repository-access-and-collaboration/inviting-collaborators-to-a-personal-repository (checked 2026-10-14; source screenshot capture date unknown)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成画面でオーナーを自分のアカウントにします。名前はエーアイ、ハイフン、ラーニングです。プライベートを選んで、クリエイト・リポジトリー・フロム・テンプレートで作成します。画像のギットハブやハローは公式文書の例なので、そのまま入力しません。作成後に自分のユーザーネームとプライベートの表示を確認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https://docs.github.com/en/repositories/working-with-files/managing-files/editing-files; https://docs.github.com/en/repositories/creating-and-managing-repositories/creating-a-repository-from-a-template; https://docs.github.com/en/repositories/managing-your-repositorys-settings-and-features/repository-access-and-collaboration/inviting-collaborators-to-a-personal-repository (checked 2026-10-14; source screenshot capture date unknown)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分の保存先でコードを開き、セットアップとウィークのフォルダがあるか確認します。フォルダがない場合は、作り直す前に教員へ画面を見せます。すでに書いた課題がある保存先は消しません。初回登録にはこの保存先のアドレスを使います。これは教員への招待や週次の提出とは別の操作です。ここで一時停止して、自分の保存先をお気に入りに入れ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から保存の練習です。教員が指定したウィークのフォルダで、リードミー、ドット、エムディーを開きます。読む教材と、書くファイルを区別します。右上の鉛筆を押してください。鉛筆が見えない場合は、自分の保存先か、ログインしているかを確認します。フォークや変更提案の表示が出たら、保存せず教員に相談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https://docs.github.com/en/repositories/working-with-files/managing-files/editing-files; https://docs.github.com/en/repositories/creating-and-managing-repositories/creating-a-repository-from-a-template; https://docs.github.com/en/repositories/managing-your-repositorys-settings-and-features/repository-access-and-collaboration/inviting-collaborators-to-a-personal-repository (checked 2026-10-14; source screenshot capture date unknown)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すでに書いた課題や見出しを残したまま、自分で確認したことの欄に、実際に行った操作を一行追記します。たとえば、ギットハブでファイルを開き直して確認しました、という内容です。まだ確認していないことは書きません。入力欄に文章があるだけでは、保存は終わっていません。ここで一時停止して、自分の言葉で一行を書い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レビューを押して、読み手にどう見えるかを確認します。自分の追記と見出しが読めるか見ます。直す必要があればエディットへ戻ります。プレビューは表示の確認で、保存ではありません。ここで一時停止して、書いた文章が見えるか確認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https://docs.github.com/en/repositories/working-with-files/managing-files/editing-files; https://docs.github.com/en/repositories/creating-and-managing-repositories/creating-a-repository-from-a-template; https://docs.github.com/en/repositories/managing-your-repositorys-settings-and-features/repository-access-and-collaboration/inviting-collaborators-to-a-personal-repository (checked 2026-10-14; source screenshot capture date unknown)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ミット・チェンジズを押すと、保存の確認画面が開きます。説明欄へ、たとえば操作記録を追記、と入力します。この授業の自分用保存先では、コミット・ダイレクトリー・トゥ・ザ・メイン・ブランチを選び、最後のコミット・チェンジズで確定します。画面が戻ったらリードミーを開き直します。文章が残っていれば保存済みです。別のプッシュ操作は要りません。ここで一時停止して開き直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先のアドレスを送るだけでは、プライベートの中身を教員が読めません。自分の保存先のセッティングズから、コラボレーターズ、アド・ピープルへ進みます。授業で指定された教員のユーザーネームを最後まで照合し、候補を選んで最後の追加ボタンを押します。招待中なら、学生側の招待は送信済みです。教員が受理済みなら再招待しません。受理前は教員のアクセス確認がまだ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https://docs.github.com/en/repositories/working-with-files/managing-files/editing-files; https://docs.github.com/en/repositories/creating-and-managing-repositories/creating-a-repository-from-a-template; https://docs.github.com/en/repositories/managing-your-repositorys-settings-and-features/repository-access-and-collaboration/inviting-collaborators-to-a-personal-repository (checked 2026-10-14; source screenshot capture date unknown)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な課題ファイルを全部保存してから、自分の保存先のコードへ戻ります。フォルダ一覧の右上にある、時計のマークと、数字に続くコミッツを押します。小さい画面では時計だけに見えることもあります。ギットハブ全体のメニューやインサイツではありません。ここで一時停止して、自分の保存先の履歴を開い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https://github.com/tsuchiyatakahirolab/ai-data-literacy-student-template (public example captured 2026-10-14; not a student private repository)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ミッツの一覧で、自分が今の課題を全部保存した後の、最新の説明文を押します。アドレスに、スラッシュ、コミット、スラッシュと、長い英数字が入ります。日付と作者、保存の説明が合っているかも確かめます。英数字だけをコピーするボタンでは、提出用のアドレス全体をコピーできません。ここで一時停止して、コミットのページを開い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https://github.com/tsuchiyatakahirolab/ai-data-literacy-student-template (public example captured 2026-10-14; not a student private repository)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ミットのページには、主に変更の差分が出ます。右上のブラウズ・ファイルズで、その版に含まれるファイル一覧を開きます。指定のウィークのリードミーと成果物が全部あるか確かめてください。不足があれば同じ保存先へ追加して保存し、追加後の最新コミットを使います。確認後はコミットのページへ戻り、そのアドレスをコピー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https://github.com/tsuchiyatakahirolab/ai-data-literacy-student-template (public example captured 2026-10-14; not a student private repository)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ミットのページへ戻り、ウィンドウズならコントロール、エルでアドレス欄を選び、コントロール、シーでアドレス全体をコピーします。大学の授業ページから週次フォームを開き、指定のアカウント、対象の回、アドレスを確認して送信します。最後に送信完了画面を確認してください。ギットハブへ保存しただけでは、フォームへの提出は終わって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に、四つを別々に確かめます。自分のプライベート保存先がありますか。開き直して文章が読めますか。教員への招待は一覧にありますか。フォームの送信完了を確認しましたか。コミットのベリファイドという表示は、教員の確認完了や提出完了を意味しません。止まった人は、どの確認で止まったかを教員へ伝えます。これは画面操作の確認で、成績の判定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行：この操作を学生が行うまで待ちます。到達の目印を自分の画面で示してもらい、詰まっている学生を支援してから次へ。パスワード・認証コードを見せさせません。成績条件や締切は既存の授業方針に従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b2e7ae59d43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67c44b87e4f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4d3bf8def45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58dd8fc3c47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d44a4993042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c3b1f4c5c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B1DCB2-A249-4134-8B28-54C21D83BE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66EDED-C275-4ACF-AB2F-E05F0C0B36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661456-9CF4-45DD-8DB5-A198DC3DD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B68DB0-F653-449D-9BF9-A1EF1DE4E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4922A5-C287-46F7-B615-BED74397A5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06CD58-F45F-444D-96BE-519D8F4C7F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932C9F-DF03-4769-9221-B7991F476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C5F340-53FC-429C-9967-208E7BC506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D90F2C-C4F4-4901-8ACB-A6E36B5D2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6D16B6-7E05-421F-A35A-526D3A2E3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5550a3efaf4da5" /><Relationship Type="http://schemas.openxmlformats.org/officeDocument/2006/relationships/slideLayout" Target="/ppt/slideLayouts/slideLayout1.xml" Id="R876838b70ee54a2f" /><Relationship Type="http://schemas.openxmlformats.org/officeDocument/2006/relationships/slideLayout" Target="/ppt/slideLayouts/slideLayout2.xml" Id="R9f0ef6c845594b4a" /><Relationship Type="http://schemas.openxmlformats.org/officeDocument/2006/relationships/slideLayout" Target="/ppt/slideLayouts/slideLayout3.xml" Id="R11e61c5870f7431e" /><Relationship Type="http://schemas.openxmlformats.org/officeDocument/2006/relationships/slideLayout" Target="/ppt/slideLayouts/slideLayout4.xml" Id="R64fc7186ea484fcd" /><Relationship Type="http://schemas.openxmlformats.org/officeDocument/2006/relationships/slideLayout" Target="/ppt/slideLayouts/slideLayout5.xml" Id="R35f20bcdac394508" /><Relationship Type="http://schemas.openxmlformats.org/officeDocument/2006/relationships/slideLayout" Target="/ppt/slideLayouts/slideLayout6.xml" Id="R886a8c772dd543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838b70ee54a2f"/>
    <p:sldLayoutId xmlns:r="http://schemas.openxmlformats.org/officeDocument/2006/relationships" id="2147483650" r:id="R9f0ef6c845594b4a"/>
    <p:sldLayoutId xmlns:r="http://schemas.openxmlformats.org/officeDocument/2006/relationships" id="2147483651" r:id="R11e61c5870f7431e"/>
    <p:sldLayoutId xmlns:r="http://schemas.openxmlformats.org/officeDocument/2006/relationships" id="2147483652" r:id="R64fc7186ea484fcd"/>
    <p:sldLayoutId xmlns:r="http://schemas.openxmlformats.org/officeDocument/2006/relationships" id="2147483653" r:id="R35f20bcdac394508"/>
    <p:sldLayoutId xmlns:r="http://schemas.openxmlformats.org/officeDocument/2006/relationships" id="2147483654" r:id="R886a8c772dd543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7a7ba32cd4a14" /><Relationship Type="http://schemas.openxmlformats.org/officeDocument/2006/relationships/image" Target="/ppt/media/image.png" Id="Ra900dce1b3934bc1" /><Relationship Type="http://schemas.openxmlformats.org/officeDocument/2006/relationships/image" Target="/ppt/media/image.jpeg" Id="R99daf4f7ac5b465a" /><Relationship Type="http://schemas.openxmlformats.org/officeDocument/2006/relationships/hyperlink" Target="https://tsuchiyatakahiro.com" TargetMode="External" Id="R24439aad76514467" /><Relationship Type="http://schemas.openxmlformats.org/officeDocument/2006/relationships/notesSlide" Target="/ppt/notesSlides/notesSlide1.xml" Id="Rb3e2bbac226047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bb5d58de84c5d" /><Relationship Type="http://schemas.openxmlformats.org/officeDocument/2006/relationships/image" Target="/ppt/media/image2.png" Id="R6737253d81cc4406" /><Relationship Type="http://schemas.openxmlformats.org/officeDocument/2006/relationships/hyperlink" Target="https://tsuchiyatakahiro.com" TargetMode="External" Id="R1ced74992f6e4013" /><Relationship Type="http://schemas.openxmlformats.org/officeDocument/2006/relationships/notesSlide" Target="/ppt/notesSlides/notesSlide2.xml" Id="R0e7584016ed041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2bf99a65548a7" /><Relationship Type="http://schemas.openxmlformats.org/officeDocument/2006/relationships/image" Target="/ppt/media/image3.png" Id="Rb63f2249e9f14041" /><Relationship Type="http://schemas.openxmlformats.org/officeDocument/2006/relationships/image" Target="/ppt/media/image4.png" Id="R25c181f5760441bb" /><Relationship Type="http://schemas.openxmlformats.org/officeDocument/2006/relationships/hyperlink" Target="https://tsuchiyatakahiro.com" TargetMode="External" Id="R7bfff3b4827d403e" /><Relationship Type="http://schemas.openxmlformats.org/officeDocument/2006/relationships/notesSlide" Target="/ppt/notesSlides/notesSlide3.xml" Id="Re785e9711d924d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5717d61b84ac5" /><Relationship Type="http://schemas.openxmlformats.org/officeDocument/2006/relationships/image" Target="/ppt/media/image5.png" Id="Ra1bb70f4e8ad4168" /><Relationship Type="http://schemas.openxmlformats.org/officeDocument/2006/relationships/image" Target="/ppt/media/image6.png" Id="Rc830ca889fcc4c10" /><Relationship Type="http://schemas.openxmlformats.org/officeDocument/2006/relationships/hyperlink" Target="https://tsuchiyatakahiro.com" TargetMode="External" Id="R012a1f83b7e94234" /><Relationship Type="http://schemas.openxmlformats.org/officeDocument/2006/relationships/notesSlide" Target="/ppt/notesSlides/notesSlide4.xml" Id="R507f698b137a4d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e78fb3a354cb1" /><Relationship Type="http://schemas.openxmlformats.org/officeDocument/2006/relationships/image" Target="/ppt/media/image7.png" Id="Ref83452e983b4e23" /><Relationship Type="http://schemas.openxmlformats.org/officeDocument/2006/relationships/hyperlink" Target="https://tsuchiyatakahiro.com" TargetMode="External" Id="R60ae6a0a9bcb41c5" /><Relationship Type="http://schemas.openxmlformats.org/officeDocument/2006/relationships/notesSlide" Target="/ppt/notesSlides/notesSlide5.xml" Id="Rceffcb34bf9440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09de92eb24e63" /><Relationship Type="http://schemas.openxmlformats.org/officeDocument/2006/relationships/image" Target="/ppt/media/image8.png" Id="R15cdf996606841e0" /><Relationship Type="http://schemas.openxmlformats.org/officeDocument/2006/relationships/image" Target="/ppt/media/image9.png" Id="R5e56db3cf1e44606" /><Relationship Type="http://schemas.openxmlformats.org/officeDocument/2006/relationships/hyperlink" Target="https://tsuchiyatakahiro.com" TargetMode="External" Id="R1a5ef96da5eb4aee" /><Relationship Type="http://schemas.openxmlformats.org/officeDocument/2006/relationships/notesSlide" Target="/ppt/notesSlides/notesSlide6.xml" Id="R3486cdf24b5643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fedc3ffc594a60" /><Relationship Type="http://schemas.openxmlformats.org/officeDocument/2006/relationships/image" Target="/ppt/media/image10.png" Id="R94017877eae248d3" /><Relationship Type="http://schemas.openxmlformats.org/officeDocument/2006/relationships/hyperlink" Target="https://tsuchiyatakahiro.com" TargetMode="External" Id="Rffbcf5b306944c29" /><Relationship Type="http://schemas.openxmlformats.org/officeDocument/2006/relationships/notesSlide" Target="/ppt/notesSlides/notesSlide7.xml" Id="R1578d32e554445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9b31b34a7400d" /><Relationship Type="http://schemas.openxmlformats.org/officeDocument/2006/relationships/image" Target="/ppt/media/image11.png" Id="R5c96fd2cadd04dd8" /><Relationship Type="http://schemas.openxmlformats.org/officeDocument/2006/relationships/image" Target="/ppt/media/image12.png" Id="R1debfbd3d1a14be1" /><Relationship Type="http://schemas.openxmlformats.org/officeDocument/2006/relationships/hyperlink" Target="https://tsuchiyatakahiro.com" TargetMode="External" Id="R05f47569eee04f00" /><Relationship Type="http://schemas.openxmlformats.org/officeDocument/2006/relationships/notesSlide" Target="/ppt/notesSlides/notesSlide8.xml" Id="R13ba4aa8320440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c9b43a03841b3" /><Relationship Type="http://schemas.openxmlformats.org/officeDocument/2006/relationships/image" Target="/ppt/media/image13.png" Id="R99788eea53c743a2" /><Relationship Type="http://schemas.openxmlformats.org/officeDocument/2006/relationships/hyperlink" Target="https://tsuchiyatakahiro.com" TargetMode="External" Id="R38a2cb053bd1433e" /><Relationship Type="http://schemas.openxmlformats.org/officeDocument/2006/relationships/notesSlide" Target="/ppt/notesSlides/notesSlide9.xml" Id="R19cad5ca840440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e8b73872e4f43" /><Relationship Type="http://schemas.openxmlformats.org/officeDocument/2006/relationships/image" Target="/ppt/media/image14.png" Id="Reb3ee5da11064afa" /><Relationship Type="http://schemas.openxmlformats.org/officeDocument/2006/relationships/image" Target="/ppt/media/image15.png" Id="Rcc6b548f9d79498c" /><Relationship Type="http://schemas.openxmlformats.org/officeDocument/2006/relationships/hyperlink" Target="https://tsuchiyatakahiro.com" TargetMode="External" Id="R9c5052a5c21e492a" /><Relationship Type="http://schemas.openxmlformats.org/officeDocument/2006/relationships/notesSlide" Target="/ppt/notesSlides/notesSlide10.xml" Id="R29690d6a77c341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25931c2d64747" /><Relationship Type="http://schemas.openxmlformats.org/officeDocument/2006/relationships/image" Target="/ppt/media/image16.png" Id="Rfdfe59013ff14b84" /><Relationship Type="http://schemas.openxmlformats.org/officeDocument/2006/relationships/image" Target="/ppt/media/image2.jpeg" Id="R00492ca391fb471d" /><Relationship Type="http://schemas.openxmlformats.org/officeDocument/2006/relationships/hyperlink" Target="https://tsuchiyatakahiro.com" TargetMode="External" Id="Rc648e17ba5464f76" /><Relationship Type="http://schemas.openxmlformats.org/officeDocument/2006/relationships/notesSlide" Target="/ppt/notesSlides/notesSlide11.xml" Id="Rfc3207401bd74b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18071c7c44546" /><Relationship Type="http://schemas.openxmlformats.org/officeDocument/2006/relationships/image" Target="/ppt/media/image17.png" Id="R83a602c8bc0549bc" /><Relationship Type="http://schemas.openxmlformats.org/officeDocument/2006/relationships/image" Target="/ppt/media/image3.jpeg" Id="Rfb0f28c8a8df4168" /><Relationship Type="http://schemas.openxmlformats.org/officeDocument/2006/relationships/hyperlink" Target="https://tsuchiyatakahiro.com" TargetMode="External" Id="R14bbfe33b53e45e6" /><Relationship Type="http://schemas.openxmlformats.org/officeDocument/2006/relationships/notesSlide" Target="/ppt/notesSlides/notesSlide12.xml" Id="Rc0d410bb4ffa4b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b71b422164146" /><Relationship Type="http://schemas.openxmlformats.org/officeDocument/2006/relationships/image" Target="/ppt/media/image18.png" Id="R0a9b0a63e1e345d8" /><Relationship Type="http://schemas.openxmlformats.org/officeDocument/2006/relationships/image" Target="/ppt/media/image4.jpeg" Id="Rbfb9ae0836c24fca" /><Relationship Type="http://schemas.openxmlformats.org/officeDocument/2006/relationships/hyperlink" Target="https://tsuchiyatakahiro.com" TargetMode="External" Id="R3bddfb777fd94311" /><Relationship Type="http://schemas.openxmlformats.org/officeDocument/2006/relationships/notesSlide" Target="/ppt/notesSlides/notesSlide13.xml" Id="R9f944311adde45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d7981b229492d" /><Relationship Type="http://schemas.openxmlformats.org/officeDocument/2006/relationships/image" Target="/ppt/media/image19.png" Id="R0525949bb0314112" /><Relationship Type="http://schemas.openxmlformats.org/officeDocument/2006/relationships/hyperlink" Target="https://tsuchiyatakahiro.com" TargetMode="External" Id="R03ff892e03504b39" /><Relationship Type="http://schemas.openxmlformats.org/officeDocument/2006/relationships/notesSlide" Target="/ppt/notesSlides/notesSlide14.xml" Id="R806aeb834b7b41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0cd0b5ed74cc1" /><Relationship Type="http://schemas.openxmlformats.org/officeDocument/2006/relationships/image" Target="/ppt/media/image20.png" Id="Rcace0c5fccc54868" /><Relationship Type="http://schemas.openxmlformats.org/officeDocument/2006/relationships/hyperlink" Target="https://tsuchiyatakahiro.com" TargetMode="External" Id="R34789a0267e242ad" /><Relationship Type="http://schemas.openxmlformats.org/officeDocument/2006/relationships/notesSlide" Target="/ppt/notesSlides/notesSlide15.xml" Id="R5fa0ffeaf8924c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93D22-72F9-4DE7-9140-11696CDA1D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0dce1b3934bc1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0A57AB-A1F7-419F-9E88-64C3473D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いま開いている場所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30CC974D-50CA-49D1-A5B4-FDF4CBD5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907486-A4CC-4558-BC1C-0D08CFB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画面上部の所有者と名前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3211A5FD-3E34-48AC-AFF5-6BC44CCA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4D55F9-A1C9-4ACD-B7C3-68807191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自分のusernameか確認。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教員の教材は読む場所。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259254C3-2DED-4FFA-93E4-F5CB97A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35A4A7A-A8C9-47AF-B2BB-3A908682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自分のai-learningがあれば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同じ保存先で続ける。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6402C-1358-4EF0-800D-4430507B5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af4f7ac5b465a"/>
          <a:srcRect xmlns:a="http://schemas.openxmlformats.org/drawingml/2006/main" l="1581" t="11236" r="60474" b="66292"/>
          <a:stretch xmlns:a="http://schemas.openxmlformats.org/drawingml/2006/main"/>
        </p:blipFill>
        <p:spPr>
          <a:xfrm xmlns:a="http://schemas.openxmlformats.org/drawingml/2006/main">
            <a:off x="6096000" y="2670175"/>
            <a:ext cx="5467350" cy="182245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E88611-7431-44A3-91B0-3FC77715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公開ひな形の画面例。自分の保存先で操作。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A7CEEB-7E11-4E37-94AA-4278FFD6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EAC10E-69B2-41D9-90F1-77C81C6D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24439aad76514467"/>
              </a:rPr>
              <a:t>tsuchiyatakahiro.com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D11F096-0584-478E-8477-B79A1DBB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33166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C6C1E-5567-4D0C-A5CC-7794370E8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7253d81cc4406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36DCB6-0416-4A1A-95D3-F4B0660B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GitHubのログイン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97EA7BD4-75F5-4383-B373-62857FB3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76F21F-4138-48B2-9ADE-BFDF826E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GitHubのSign in。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初めての人はSign up。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B0B9DC0D-5E68-4726-BD5F-C2D20EBA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1A8232-E2BD-4CB7-80DF-F6EE198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既存アカウントでログイン。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初めてなら確認メールも開く。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51A71FE-7FCA-4FDA-AD37-9302DC00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8E996C-ADF6-45D5-A875-7CD0E06E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自分のusernameが分かる。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大学の指定メールを確認済み。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CE14C65-1C96-4057-90BA-B4396A6E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操作・表示の確認例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25985E-FBA0-4977-876F-8901D67F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467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大学の授業ページ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GitHub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それぞれのログインを確認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B3CF4E0-D474-43F9-9DEA-40D8FFF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自分の画面で確認してから次へ進みます。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604E26-E865-463A-842A-B3274459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9E795E-044B-4159-855C-AF2EB51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1ced74992f6e4013"/>
              </a:rPr>
              <a:t>tsuchiyatakahiro.com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A9EEC15-E15F-4A0C-8F6A-CB2F7D6A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69502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0877E-51F6-4B32-9FAD-803AAADD9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f2249e9f14041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0EDA08-A92B-4799-B64D-0BD6F388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ひな形から作成する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9DC8B979-C350-4011-82C6-924786E6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F299D0-BFAC-4999-A18D-F0DFB453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授業の学生用ひな形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0B1F1A34-DB45-4E08-B742-49C6DEE0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18CE14-2357-4394-A392-39C768E7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Use this template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Create a new repository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08A94060-1AFE-451D-94E2-16BA8599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2E4CE1D-8597-4CE0-A76E-8764F770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自分用の作成画面が開く。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すでに作成済みなら戻る。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A6D2A-094B-412E-9201-FDA5C1C621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181f5760441bb"/>
          <a:stretch xmlns:a="http://schemas.openxmlformats.org/drawingml/2006/main"/>
        </p:blipFill>
        <p:spPr>
          <a:xfrm xmlns:a="http://schemas.openxmlformats.org/drawingml/2006/main">
            <a:off x="6096000" y="2426422"/>
            <a:ext cx="5467350" cy="2309955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BCB805-7167-4430-AD07-3E65163C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GitHub公式文書の画面例。値は例です。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7AABD83-004A-401F-8E60-8B200455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430F9C0-6EF8-44A6-984C-8DCFF8A7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7bfff3b4827d403e"/>
              </a:rPr>
              <a:t>tsuchiyatakahiro.com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B472F98-C2AF-4026-938B-401C3BB9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47350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53105-3871-45D7-AB7A-0C5F79B5B2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b70f4e8ad4168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A2D3BE-04D9-4DC5-AB4F-DF49371A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所有者・名前・公開範囲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58E9EA7B-FD83-4CEA-A500-7B721EA0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9A665B-5B8F-4A9D-AB22-87F1A6AD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作成画面のOwnerと名前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176D895B-FFC1-49F9-8D55-146F3F87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EE9492-4973-42BF-A1E9-37561B7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Ownerは自分、ai-learning。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Privateを選んで作成。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4825031-B31A-41C8-A6E0-A2709817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F7BDE0-AB71-436C-963B-E72705ED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自分のusername / ai-learning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とPrivateが表示される。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D73DD-22AE-4E81-8CF3-C7BD0F48D4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0ca889fcc4c10"/>
          <a:stretch xmlns:a="http://schemas.openxmlformats.org/drawingml/2006/main"/>
        </p:blipFill>
        <p:spPr>
          <a:xfrm xmlns:a="http://schemas.openxmlformats.org/drawingml/2006/main">
            <a:off x="6096000" y="2954933"/>
            <a:ext cx="5467350" cy="1252934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1EF353-42A1-4AD3-8A49-AFB431C4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GitHub公式文書の画面例。値は例です。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5C1643F-34B9-4E88-A3E6-AF8F37F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8278AF6-35B9-4727-B4C7-FBDF8529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012a1f83b7e94234"/>
              </a:rPr>
              <a:t>tsuchiyatakahiro.com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D3F26BB-0A8C-4307-992D-20DDFD7F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793279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B9A98-F5EA-47B5-9053-6EFD207FF8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3452e983b4e23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908E49-3CB4-442A-84E4-4D01D30D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保存先ができた確認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3A50A785-A4C7-404A-8A5B-6993B599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2808AA9-8CDB-4145-82C4-2902BED1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自分のai-learningのCode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EF810726-27FC-45DD-B20F-416BDB34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9C09CC-9DAD-4D39-ACE6-FA0DE362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setupとweek01などを確認。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保存先のURLを控える。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4D064ACE-2DCD-43CA-A060-45705459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876BE5-CF4E-4CAD-B43B-1DABACC2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自分のフォルダ一覧がある。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初回登録はこの保存先URL。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772D05-EA70-462A-8A2A-6ED01987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操作・表示の確認例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C5B6C9B-39AC-4A4A-BD3B-59FA0D00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467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自分のusername /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ai-learning　Private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setup、week01、…、final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0EB16D-6C8B-4183-A6D9-A8CCBAA0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自分の画面で確認してから次へ進みます。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6762084-DB2D-442E-B9AE-D6F536DC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DC0F16-1357-4490-BFAA-9E10B5DC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60ae6a0a9bcb41c5"/>
              </a:rPr>
              <a:t>tsuchiyatakahiro.com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46E9DA6-A4C1-42AF-9617-634B99EE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999238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491C7-B88B-4CD9-B542-B0771C7D8D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df996606841e0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10F487-DEFE-45BE-8CB1-757ACD38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READMEを開く場所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CF2D887C-EF2F-45C0-82C1-370ABAC8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FB8CF2-1C5B-4C5F-9C69-01BB17AE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自分のai-learning。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教員指定のweekXXを開く。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6E30ECFB-A5E5-4589-88CB-6DE1668C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F275AEE-75FE-46DD-AC54-BB52992C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README.mdを開く。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右上の鉛筆を押す。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6B0943C6-4F17-48C7-9716-CBF45FA8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6F57B9-E0E7-4CE1-BBED-61906996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編集できる画面が開く。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所有者は自分のまま。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2F0D0-47BB-49C4-BA1E-A586CE454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6db3cf1e44606"/>
          <a:srcRect xmlns:a="http://schemas.openxmlformats.org/drawingml/2006/main" l="68279" t="3348" r="1138" b="74330"/>
          <a:stretch xmlns:a="http://schemas.openxmlformats.org/drawingml/2006/main"/>
        </p:blipFill>
        <p:spPr>
          <a:xfrm xmlns:a="http://schemas.openxmlformats.org/drawingml/2006/main">
            <a:off x="6096000" y="2945662"/>
            <a:ext cx="5467350" cy="1271477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D1D8CD9-7FD8-419B-816A-A42C31FC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GitHub公式文書の画面例。値は例です。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0F5E07-BBF8-435A-963C-DBCB116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695D27E-D5A3-4572-81FF-089B934A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1a5ef96da5eb4aee"/>
              </a:rPr>
              <a:t>tsuchiyatakahiro.com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31B8CF-9579-4444-ACFD-6A6E2391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477792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FFD94-DD66-494B-86A5-7A6A482814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17877eae248d3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7A2C7C-76BF-4670-8361-E09A538E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短い記録の追記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07E6E395-B729-4BC7-A39D-C5E1AFFF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CF4AD2-8AE6-42F9-8990-6C595E04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READMEの編集欄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7C3CBB4E-2ECA-4EE3-B9A2-33340D53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B8F422-F2BF-4E56-88FB-313082BE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既存の見出しと課題を残す。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実際に確認したことを1行追記。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F51EE1D9-51EC-426D-A470-55AAB759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FEE50A-C979-4C96-AD90-0A017004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自分の文章が入力欄にある。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まだ保存は終わっていない。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3718A4-6E43-4FC4-AB7C-39DF1DE3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操作・表示の確認例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591722D-2152-47A6-B797-9C6775FC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467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追記する文章の例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ファイルを開き直して、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自分の追記を確認しました。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32589B7-EA83-4D7A-95E5-FC7D8DB0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自分の画面で確認してから次へ進みます。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0CCDF67-D42E-42B0-A391-CC42C1A2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CFFB58-987E-4C49-A9D2-630051D3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ffbcf5b306944c29"/>
              </a:rPr>
              <a:t>tsuchiyatakahiro.com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9F15B8B-10AA-42BF-B4AF-58582641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2125586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982C4-9445-4633-8CD7-11121A2AF1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6fd2cadd04dd8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A8BB6C-8760-4ED5-BB58-B0CA413A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Previewで見え方を確認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D863E51E-E5A6-44F6-8318-68563745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DEA8757-962A-4078-9160-1C9E5574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編集画面のPreview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737430A5-C93A-47EA-920F-7FCD6E01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DCE44D7-3E74-4CAE-BDC1-8B637432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表示を確認する。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必要ならEditに戻って直す。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278E5424-677D-4B2C-BBDE-8B3750E7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BF1987-597C-4A10-8C25-B2132D67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自分の追記が読める。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Previewだけでは未保存。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E268C-4897-4E49-8943-1F51BF836F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bfbd3d1a14be1"/>
          <a:stretch xmlns:a="http://schemas.openxmlformats.org/drawingml/2006/main"/>
        </p:blipFill>
        <p:spPr>
          <a:xfrm xmlns:a="http://schemas.openxmlformats.org/drawingml/2006/main">
            <a:off x="6096000" y="3030868"/>
            <a:ext cx="5467350" cy="1101064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7302546-88D8-4A23-87AC-86D56990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GitHub公式文書の画面例。値は例です。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0DCACA4-4C0C-4C6D-B51B-6A260552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87D4C15-9136-488B-82AC-72C9C6AD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05f47569eee04f00"/>
              </a:rPr>
              <a:t>tsuchiyatakahiro.com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EF84B2-C430-4148-90BF-56220F2F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4223697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C1F20-3FF0-4843-B67B-3848DF107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88eea53c743a2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1926C2-4CED-4202-BBE9-3031D5A6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Commit changesで保存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08B84C9E-986F-44A9-A40E-359D1E7C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DE614B-76C8-40E2-9E0C-B75ADB40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編集画面のCommit changes…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B96666D6-5B8D-4AB8-B86B-5334C511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5AC934-6160-4023-AC53-78AE64A6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保存画面で説明を入力。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mainへ保存し、再度確定。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0940117-18B5-4AAC-8A9D-C5EFFC2C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BA0285-D6DF-4C7A-92EC-2288A8FD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READMEを開き直すと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追記した文章が残っている。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897805-2537-4F3F-AC91-4D9E1E83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操作・表示の確認例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2E4ED1E-4D1F-4FF7-8469-D1E1870D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467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1　Commit changes…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2　保存の説明とmainを確認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3　Commit changesで確定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4　READMEを開き直す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30C5C50-2982-4DFA-BE50-84333F24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自分の画面で確認してから次へ進みます。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F4E766-ECD5-4B13-B2BA-A429594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D047536-C868-4022-916C-E9E9C1E8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38a2cb053bd1433e"/>
              </a:rPr>
              <a:t>tsuchiyatakahiro.com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28A50C2-55F8-4E44-BC8F-DEDAD96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7217163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945B2-7DF9-4C8B-9EF6-D4BFB0DB0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ee5da11064afa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B2867D-D5F2-4C33-8CBD-70854D4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教員への招待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0E5CFE84-CAF2-495E-B56D-A3091E8A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6FF566-63A3-4B33-84BD-66DB021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自分のai-learningのSettings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D59DB108-C7C8-43AE-8715-0FDFE1F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16B492-F039-4F0E-AC9C-48CBA4A6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Collaborators、Add people。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担当教員のusernameを招待。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05BC39A8-73CB-4417-938B-96917302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8E0D7C-8061-4C60-B4E9-B1E25342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教員がPending invite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または受理済みで一覧にいる。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89965-FB56-49EF-86D7-80E0F2430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b548f9d79498c"/>
          <a:srcRect xmlns:a="http://schemas.openxmlformats.org/drawingml/2006/main" l="72917" t="8451" r="694" b="3521"/>
          <a:stretch xmlns:a="http://schemas.openxmlformats.org/drawingml/2006/main"/>
        </p:blipFill>
        <p:spPr>
          <a:xfrm xmlns:a="http://schemas.openxmlformats.org/drawingml/2006/main">
            <a:off x="6096000" y="2682165"/>
            <a:ext cx="5467350" cy="179847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19FD3C-27FA-47B7-98D6-C689F4E3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GitHub公式文書の画面例。値は例です。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C1D653-768D-42FC-B3B3-0E23AE4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A4222E-CB0A-48D4-A0AC-0C2D6BC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9c5052a5c21e492a"/>
              </a:rPr>
              <a:t>tsuchiyatakahiro.com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5F64BCB-0AFA-4FFD-AEA2-A6640D2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5618155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F26FF-BE2E-45DC-B67D-3A0EE708D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e59013ff14b84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08C599-7E90-4D8D-B025-546FECDD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履歴の入口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3511EB43-DD8D-473E-81A6-A79F4E16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9900FD1-021D-4272-ACED-94426543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自分の保存先のCode。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フォルダ一覧の最上位。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52CA7C62-D518-478C-9A01-E342E633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9FDCC7-C9AF-4E55-8661-1002539B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一覧右上の時計アイコンと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「○ Commits」を押す。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2B13A06-69B8-4EA3-B5C7-F45ADBBB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689576D-7DA7-4345-B603-07F351D5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Commitsという一覧が開く。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教員の履歴に移っていない。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DD1EA-ECA9-472F-A130-714EC138DE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92ca391fb471d"/>
          <a:stretch xmlns:a="http://schemas.openxmlformats.org/drawingml/2006/main"/>
        </p:blipFill>
        <p:spPr>
          <a:xfrm xmlns:a="http://schemas.openxmlformats.org/drawingml/2006/main">
            <a:off x="6096000" y="2105216"/>
            <a:ext cx="5467350" cy="2952369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430EE04-B2D3-45E0-9F95-C238C4BF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公開ひな形の画面例。自分の保存先で操作。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55AF977-1054-4A32-82D7-2CA24887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502552-8DAA-4EB3-BB9A-F56AE1B2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c648e17ba5464f76"/>
              </a:rPr>
              <a:t>tsuchiyatakahiro.com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2547B71-B3B9-42C2-89B8-03009AA9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6395042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266E2-4E83-4796-9305-5D46FB6CEE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602c8bc0549bc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BEAF46-C9BA-4A81-BCD7-C6271D18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最新のcommitを開く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EB04410B-EA07-423E-A597-6B7E0F9B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AC7236C-41A0-4288-B7A4-BCBF4EA8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Commitsの一覧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6577C72F-AF0F-499E-B755-9417927C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944000-34E2-46BB-838D-0AFDE8DB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今の課題を全部保存した後の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一番上の説明文を押す。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1796063-DAA7-449E-B925-8576EAAE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2E808AA-A41F-437E-A283-8E80AA35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URLに/commit/と英数字。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作者・日時・内容も確認。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4E669-A983-4971-8B2F-AAFDC5279C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f28c8a8df4168"/>
          <a:srcRect xmlns:a="http://schemas.openxmlformats.org/drawingml/2006/main" l="5138" t="46348" r="39526" b="42416"/>
          <a:stretch xmlns:a="http://schemas.openxmlformats.org/drawingml/2006/main"/>
        </p:blipFill>
        <p:spPr>
          <a:xfrm xmlns:a="http://schemas.openxmlformats.org/drawingml/2006/main">
            <a:off x="6096000" y="3268980"/>
            <a:ext cx="5467350" cy="62484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C228B4-09BB-40EE-9711-C2562C65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公開ひな形の画面例。自分の保存先で操作。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2E386AA-1387-4A3F-BF6B-2FF395E3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B749774-B9E9-4724-83A7-B373600B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14bbfe33b53e45e6"/>
              </a:rPr>
              <a:t>tsuchiyatakahiro.com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9154E0-BC6A-4484-A6AA-D29F9DA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9826351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889F5-CAC0-4DD5-B30E-A1B4B58EB2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b0a63e1e345d8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E29007-4E3B-428E-AFC4-04CB44D4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提出する版の中身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D7A391CD-C341-4AA3-BD81-9962FACB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600B3C2-29F7-42DB-A6D3-2118CF87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commitページのBrowse files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62A385D5-E4F9-4D9A-BADD-1086573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DD68D25-9346-442E-9295-813F0D6D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その版のweekXXを開く。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READMEと成果物を確認。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F7BFBBB6-903F-44FE-9E7E-78FE13B7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D2EB02-289D-487D-A30F-BE81D0CF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必要なファイルが全部ある。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追加したら最新commitを使う。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308F0-B691-4E3A-845E-495A6AF08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9ae0836c24fca"/>
          <a:stretch xmlns:a="http://schemas.openxmlformats.org/drawingml/2006/main"/>
        </p:blipFill>
        <p:spPr>
          <a:xfrm xmlns:a="http://schemas.openxmlformats.org/drawingml/2006/main">
            <a:off x="6096000" y="2401396"/>
            <a:ext cx="5467350" cy="2360007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6C299A-08C9-4C66-AE50-073624AB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公開ひな形の画面例。自分の保存先で操作。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2DB190-EEFA-4010-9062-76AC0F73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1DD7C1-0D28-4B9E-8BD7-6EB2204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3bddfb777fd94311"/>
              </a:rPr>
              <a:t>tsuchiyatakahiro.com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03086CF-F977-48EC-B9A3-4FF735FA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614897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31DB7-4D59-447B-82D4-B3F06E200B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5949bb0314112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E42710-0DF9-4A7E-8FD4-2C838FEF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フォームから提出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FA552252-748D-4E7E-862F-E2466910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A6F7E9-140C-46B1-B3D9-25F22605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確認したcommitのページ。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授業の週次フォーム。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11B02380-A4BA-4A08-8D94-1B082AD5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A154D8C-5A45-42FE-9E14-57AC29A9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URL欄から全体をコピー。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対象回を選んで送信。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D1810DDA-A407-4035-BADB-7875B40A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8FEC0F7-BB83-43F9-9C75-F21BD26D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送信完了画面が出る。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GitHubの保存とは別に確認。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8A6C6ED-B416-42F6-B875-AAF594C9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操作・表示の確認例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766623-AE00-475B-B6D9-4FAB0ACF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467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初回登録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リポジトリURL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毎週・最終課題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/commit/を含むURL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C7CCC1B-47C3-4A52-8FCF-32407830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自分の画面で確認してから次へ進みます。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CA014E-5FE6-43BF-9602-188D4700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11949D0-7344-460F-AEAC-AE2204C0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03ff892e03504b39"/>
              </a:rPr>
              <a:t>tsuchiyatakahiro.com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A70D48E-BA5C-4EC1-A710-50066E2E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21151154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85D9D-9108-486E-B6A4-338C12DB21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e0c5fccc54868"/>
          <a:stretch xmlns:a="http://schemas.openxmlformats.org/drawingml/2006/main"/>
        </p:blipFill>
        <p:spPr>
          <a:xfrm xmlns:a="http://schemas.openxmlformats.org/drawingml/2006/main">
            <a:off x="685800" y="147270"/>
            <a:ext cx="1790700" cy="21981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04949C-F076-4721-9707-F7A233BD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最後の到達確認</a:t>
            </a:r>
          </a:p>
        </p:txBody>
      </p:sp>
      <p:sp>
        <p:nvSpPr>
          <p:cNvPr id="3" name="open-label">
            <a:extLst xmlns:a="http://schemas.openxmlformats.org/drawingml/2006/main">
              <a:ext uri="{FF2B5EF4-FFF2-40B4-BE49-F238E27FC236}">
                <a16:creationId xmlns:a16="http://schemas.microsoft.com/office/drawing/2014/main" id="{47A01191-66E8-4717-8F71-F3DED9B7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開く場所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0D6FCA4-6127-4B91-A905-32DD3D53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自分の保存先と送信結果</a:t>
            </a:r>
          </a:p>
        </p:txBody>
      </p:sp>
      <p:sp>
        <p:nvSpPr>
          <p:cNvPr id="5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C7F3D0CE-CD3F-4EC3-8C96-475D75C0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36974"/>
                </a:solidFill>
                <a:latin typeface="Meiryo"/>
                <a:ea typeface="Meiryo"/>
                <a:cs typeface="Meiryo"/>
              </a:rPr>
              <a:t>いま行う操作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2E9D00A-8AA8-4482-B216-ECB806E3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自分のPrivate、保存内容、</a:t>
            </a:r>
          </a:p>
          <a:p xmlns:a="http://schemas.openxmlformats.org/drawingml/2006/main">
            <a:pPr>
              <a:defRPr sz="240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教員の招待、提出URLを確認。</a:t>
            </a:r>
          </a:p>
        </p:txBody>
      </p:sp>
      <p:sp>
        <p:nvSpPr>
          <p:cNvPr id="7" name="check-label">
            <a:extLst xmlns:a="http://schemas.openxmlformats.org/drawingml/2006/main">
              <a:ext uri="{FF2B5EF4-FFF2-40B4-BE49-F238E27FC236}">
                <a16:creationId xmlns:a16="http://schemas.microsoft.com/office/drawing/2014/main" id="{D864C689-A593-486C-9394-DF14B8A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58A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858A"/>
                </a:solidFill>
                <a:latin typeface="Meiryo"/>
                <a:ea typeface="Meiryo"/>
                <a:cs typeface="Meiryo"/>
              </a:rPr>
              <a:t>できた目印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873FAF-B8D1-404B-8723-FE62C64F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初回準備・保存・招待・提出を</a:t>
            </a:r>
          </a:p>
          <a:p xmlns:a="http://schemas.openxmlformats.org/drawingml/2006/main">
            <a:pPr>
              <a:defRPr sz="2250" b="1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それぞれ説明できる。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5E242D-D39C-4627-B66A-08779336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操作・表示の確認例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4408074-4E31-4DDC-A28B-F8E8FEAF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467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自分のPrivate保存先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開き直せる保存内容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教員への招待送信</a:t>
            </a:r>
          </a:p>
          <a:p xmlns:a="http://schemas.openxmlformats.org/drawingml/2006/main">
            <a:pPr>
              <a:defRPr sz="2550" b="0">
                <a:solidFill>
                  <a:srgbClr val="17303E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7303E"/>
                </a:solidFill>
                <a:latin typeface="Meiryo"/>
                <a:ea typeface="Meiryo"/>
                <a:cs typeface="Meiryo"/>
              </a:rPr>
              <a:t>フォームの送信完了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9D91236-3254-4EE5-9FEE-46D40E83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46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自分の画面で確認してから次へ進みます。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91DA2A-F52A-40D4-94BE-46C0E4D0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GitHub操作補習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F7D717A-B2E0-4AF3-A704-2BBE4B03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53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>
                <a:hlinkClick xmlns:r="http://schemas.openxmlformats.org/officeDocument/2006/relationships" r:id="R34789a0267e242ad"/>
              </a:rPr>
              <a:t>tsuchiyatakahiro.com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32FD44D-9623-4BBD-955A-F329632B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974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36974"/>
                </a:solidFill>
                <a:latin typeface="Meiryo"/>
                <a:ea typeface="Meiryo"/>
                <a:cs typeface="Meiryo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914273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2026-10-14T02:46:43.7520000Z</dcterms:created>
  <dcterms:modified xsi:type="dcterms:W3CDTF">2026-10-14T02:46:43.7520000Z</dcterms:modified>
</coreProperties>
</file>