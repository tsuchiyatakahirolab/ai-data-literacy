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0fc5c4a3f4464f" /><Relationship Type="http://schemas.openxmlformats.org/officeDocument/2006/relationships/extended-properties" Target="/docProps/app.xml" Id="Rf27723ca863643ed" /><Relationship Type="http://schemas.openxmlformats.org/officeDocument/2006/relationships/officeDocument" Target="/ppt/presentation.xml" Id="R20601ec679304ddf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603ab7c975cf4731"/>
  </ns0:sldMasterIdLst>
  <ns0:notesMasterIdLst>
    <ns0:notesMasterId ns1:id="Rb2ee43992e1c4bc9"/>
  </ns0:notesMasterIdLst>
  <ns0:sldIdLst>
    <ns0:sldId id="256" ns1:id="R872c027d6a8d47d5"/>
    <ns0:sldId id="257" ns1:id="R604fa94a079141ea"/>
    <ns0:sldId id="258" ns1:id="R25d56d467a9f4a0f"/>
    <ns0:sldId id="259" ns1:id="Rdb0d16d9450b4610"/>
    <ns0:sldId id="260" ns1:id="R9bc67a8ae92c46e4"/>
    <ns0:sldId id="261" ns1:id="Re348ea73161f4d53"/>
    <ns0:sldId id="262" ns1:id="R9a5040aee64545de"/>
    <ns0:sldId id="263" ns1:id="Ra62b10bc69954460"/>
    <ns0:sldId id="264" ns1:id="Re77b8da5f4a44de5"/>
    <ns0:sldId id="265" ns1:id="R4577687f255249b9"/>
    <ns0:sldId id="266" ns1:id="Ra195a1dde6ae45ae"/>
    <ns0:sldId id="267" ns1:id="Rf5dcdfa081de4943"/>
    <ns0:sldId id="268" ns1:id="R9529b29159f74495"/>
    <ns0:sldId id="269" ns1:id="R63bd4dd5460746e8"/>
    <ns0:sldId id="270" ns1:id="R5592f25a4b564805"/>
    <ns0:sldId id="271" ns1:id="R523b971b96b94b8f"/>
    <ns0:sldId id="272" ns1:id="R1d09b46cbdf34a8d"/>
    <ns0:sldId id="273" ns1:id="R7fe4a7e95694422d"/>
    <ns0:sldId id="274" ns1:id="Rbd30eca04c2b44c9"/>
    <ns0:sldId id="275" ns1:id="Rf0f6c9fbd84a4c81"/>
    <ns0:sldId id="276" ns1:id="R21fb62dd6b664254"/>
    <ns0:sldId id="277" ns1:id="R26ed5179b6b649ba"/>
    <ns0:sldId id="278" ns1:id="Rd087349c01414352"/>
    <ns0:sldId id="279" ns1:id="Refeb4afa13a9416b"/>
    <ns0:sldId id="280" ns1:id="R6b9d745ce7ab4516"/>
    <ns0:sldId id="281" ns1:id="Rfb4e43d8ab1148f2"/>
    <ns0:sldId id="282" ns1:id="R6577a52c292a46af"/>
    <ns0:sldId id="283" ns1:id="R8a860e407a6f42ee"/>
    <ns0:sldId id="284" ns1:id="R1bbbc2fb84a74184"/>
  </ns0:sldIdLst>
  <ns0:sldSz cx="12192000" cy="6858000"/>
  <ns0:notesSz cx="6858000" cy="9144000"/>
</ns0:presentation>
</file>

<file path=ppt/presProps.xml><?xml version="1.0" encoding="utf-8"?>
<ns0:presentationPr xmlns:ns0="http://schemas.openxmlformats.org/presentationml/2006/main" xmlns:ns1="http://schemas.microsoft.com/office/powerpoint/2010/main" xmlns:ns2="http://schemas.microsoft.com/office/powerpoint/2012/main">
  <ns0:extLst>
    <ns0:ext uri="{E76CE94A-603C-4142-B9EB-6D1370010A27}">
      <ns1:discardImageEditData val="0"/>
    </ns0:ext>
    <ns0:ext uri="{D31A062A-798A-4329-ABDD-BBA856620510}">
      <ns1:defaultImageDpi val="32767"/>
    </ns0:ext>
    <ns0:ext uri="{FD5EFAAD-0ECE-453E-9831-46B23BE46B34}">
      <ns2:chartTrackingRefBased val="1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25ee253dda49b3" /><Relationship Type="http://schemas.openxmlformats.org/officeDocument/2006/relationships/slideMaster" Target="/ppt/slideMasters/slideMaster1.xml" Id="R603ab7c975cf4731" /><Relationship Type="http://schemas.openxmlformats.org/officeDocument/2006/relationships/notesMaster" Target="/ppt/notesMasters/notesMaster1.xml" Id="Rb2ee43992e1c4bc9" /><Relationship Type="http://schemas.openxmlformats.org/officeDocument/2006/relationships/presProps" Target="/ppt/presProps.xml" Id="R7850222e92c74acd" /><Relationship Type="http://schemas.openxmlformats.org/officeDocument/2006/relationships/tableStyles" Target="/ppt/tableStyles.xml" Id="R1134dcceb1724156" /><Relationship Type="http://schemas.openxmlformats.org/officeDocument/2006/relationships/slide" Target="/ppt/slides/slide1.xml" Id="R872c027d6a8d47d5" /><Relationship Type="http://schemas.openxmlformats.org/officeDocument/2006/relationships/slide" Target="/ppt/slides/slide2.xml" Id="R604fa94a079141ea" /><Relationship Type="http://schemas.openxmlformats.org/officeDocument/2006/relationships/slide" Target="/ppt/slides/slide3.xml" Id="R25d56d467a9f4a0f" /><Relationship Type="http://schemas.openxmlformats.org/officeDocument/2006/relationships/slide" Target="/ppt/slides/slide4.xml" Id="Rdb0d16d9450b4610" /><Relationship Type="http://schemas.openxmlformats.org/officeDocument/2006/relationships/slide" Target="/ppt/slides/slide5.xml" Id="R9bc67a8ae92c46e4" /><Relationship Type="http://schemas.openxmlformats.org/officeDocument/2006/relationships/slide" Target="/ppt/slides/slide6.xml" Id="Re348ea73161f4d53" /><Relationship Type="http://schemas.openxmlformats.org/officeDocument/2006/relationships/slide" Target="/ppt/slides/slide7.xml" Id="R9a5040aee64545de" /><Relationship Type="http://schemas.openxmlformats.org/officeDocument/2006/relationships/slide" Target="/ppt/slides/slide8.xml" Id="Ra62b10bc69954460" /><Relationship Type="http://schemas.openxmlformats.org/officeDocument/2006/relationships/slide" Target="/ppt/slides/slide9.xml" Id="Re77b8da5f4a44de5" /><Relationship Type="http://schemas.openxmlformats.org/officeDocument/2006/relationships/slide" Target="/ppt/slides/slide10.xml" Id="R4577687f255249b9" /><Relationship Type="http://schemas.openxmlformats.org/officeDocument/2006/relationships/slide" Target="/ppt/slides/slide11.xml" Id="Ra195a1dde6ae45ae" /><Relationship Type="http://schemas.openxmlformats.org/officeDocument/2006/relationships/slide" Target="/ppt/slides/slide12.xml" Id="Rf5dcdfa081de4943" /><Relationship Type="http://schemas.openxmlformats.org/officeDocument/2006/relationships/slide" Target="/ppt/slides/slide13.xml" Id="R9529b29159f74495" /><Relationship Type="http://schemas.openxmlformats.org/officeDocument/2006/relationships/slide" Target="/ppt/slides/slide14.xml" Id="R63bd4dd5460746e8" /><Relationship Type="http://schemas.openxmlformats.org/officeDocument/2006/relationships/slide" Target="/ppt/slides/slide15.xml" Id="R5592f25a4b564805" /><Relationship Type="http://schemas.openxmlformats.org/officeDocument/2006/relationships/slide" Target="/ppt/slides/slide16.xml" Id="R523b971b96b94b8f" /><Relationship Type="http://schemas.openxmlformats.org/officeDocument/2006/relationships/slide" Target="/ppt/slides/slide17.xml" Id="R1d09b46cbdf34a8d" /><Relationship Type="http://schemas.openxmlformats.org/officeDocument/2006/relationships/slide" Target="/ppt/slides/slide18.xml" Id="R7fe4a7e95694422d" /><Relationship Type="http://schemas.openxmlformats.org/officeDocument/2006/relationships/slide" Target="/ppt/slides/slide19.xml" Id="Rbd30eca04c2b44c9" /><Relationship Type="http://schemas.openxmlformats.org/officeDocument/2006/relationships/slide" Target="/ppt/slides/slide20.xml" Id="Rf0f6c9fbd84a4c81" /><Relationship Type="http://schemas.openxmlformats.org/officeDocument/2006/relationships/slide" Target="/ppt/slides/slide21.xml" Id="R21fb62dd6b664254" /><Relationship Type="http://schemas.openxmlformats.org/officeDocument/2006/relationships/slide" Target="/ppt/slides/slide22.xml" Id="R26ed5179b6b649ba" /><Relationship Type="http://schemas.openxmlformats.org/officeDocument/2006/relationships/slide" Target="/ppt/slides/slide23.xml" Id="Rd087349c01414352" /><Relationship Type="http://schemas.openxmlformats.org/officeDocument/2006/relationships/slide" Target="/ppt/slides/slide24.xml" Id="Refeb4afa13a9416b" /><Relationship Type="http://schemas.openxmlformats.org/officeDocument/2006/relationships/slide" Target="/ppt/slides/slide25.xml" Id="R6b9d745ce7ab4516" /><Relationship Type="http://schemas.openxmlformats.org/officeDocument/2006/relationships/slide" Target="/ppt/slides/slide26.xml" Id="Rfb4e43d8ab1148f2" /><Relationship Type="http://schemas.openxmlformats.org/officeDocument/2006/relationships/slide" Target="/ppt/slides/slide27.xml" Id="R6577a52c292a46af" /><Relationship Type="http://schemas.openxmlformats.org/officeDocument/2006/relationships/slide" Target="/ppt/slides/slide28.xml" Id="R8a860e407a6f42ee" /><Relationship Type="http://schemas.openxmlformats.org/officeDocument/2006/relationships/slide" Target="/ppt/slides/slide29.xml" Id="R1bbbc2fb84a741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0fb004d6a44b0f" /></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Header Placeholder"/>
          <ns0:cNvSpPr/>
          <ns0:nvPr>
            <ns0:ph type="hdr" sz="quarter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3" name="Date Placeholder"/>
          <ns0:cNvSpPr/>
          <ns0:nvPr>
            <ns0:ph type="dt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4" name="Slide Image Placeholder"/>
          <ns0:cNvSpPr/>
          <ns0:nvPr>
            <ns0:ph type="sldImg" idx="2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5" name="Notes Placeholder"/>
          <ns0:cNvSpPr/>
          <ns0:nvPr>
            <ns0:ph type="body" sz="quarter" idx="3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6" name="Footer Placeholder"/>
          <ns0:cNvSpPr/>
          <ns0:nvPr>
            <ns0:ph type="ftr" sz="quarter" idx="4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7" name="Slide Number Placeholder"/>
          <ns0:cNvSpPr/>
          <ns0:nvPr>
            <ns0:ph type="sldNum" sz="quarter" idx="5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latin typeface="Meiryo"/>
        <ns1:ea typeface="Meiryo"/>
        <ns1:cs typeface="Meiryo"/>
      </ns1:defRPr>
    </ns1:lvl1pPr>
  </ns0:notesStyle>
</ns0:notesMaster>
</file>

<file path=ppt/notesMasters/theme/theme3.xml><?xml version="1.0" encoding="utf-8"?>
<ns0:theme xmlns:ns0="http://schemas.openxmlformats.org/drawingml/2006/main" name="ChatGPT">
  <ns0:themeElements>
    <ns0:clrScheme name="ChatGPT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Meiryo"/>
        <ns0:ea typeface="Meiryo"/>
        <ns0:cs typeface="Meiryo"/>
      </ns0:majorFont>
      <ns0:minorFont>
        <ns0:latin typeface="Meiryo"/>
        <ns0:ea typeface="Meiryo"/>
        <ns0:cs typeface="Meiryo"/>
      </ns0:minorFont>
    </ns0:fontScheme>
    <ns0:fmtScheme name="ChatGPT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c9c514c704d41" /><Relationship Type="http://schemas.openxmlformats.org/officeDocument/2006/relationships/notesMaster" Target="/ppt/notesMasters/notesMaster1.xml" Id="Rd03b38bd21b94e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d923344dfa4e22" /><Relationship Type="http://schemas.openxmlformats.org/officeDocument/2006/relationships/notesMaster" Target="/ppt/notesMasters/notesMaster1.xml" Id="Re75bedd35aad44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0c82fdf5814089" /><Relationship Type="http://schemas.openxmlformats.org/officeDocument/2006/relationships/notesMaster" Target="/ppt/notesMasters/notesMaster1.xml" Id="Rff65e80f93144c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d02fe21ad644bc" /><Relationship Type="http://schemas.openxmlformats.org/officeDocument/2006/relationships/notesMaster" Target="/ppt/notesMasters/notesMaster1.xml" Id="R1ee740ca659143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e40b1ae5754390" /><Relationship Type="http://schemas.openxmlformats.org/officeDocument/2006/relationships/notesMaster" Target="/ppt/notesMasters/notesMaster1.xml" Id="R5a0058d3ecdb47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41e287f8964101" /><Relationship Type="http://schemas.openxmlformats.org/officeDocument/2006/relationships/notesMaster" Target="/ppt/notesMasters/notesMaster1.xml" Id="R3faaaf8dbe964b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5ac471e3c445d6" /><Relationship Type="http://schemas.openxmlformats.org/officeDocument/2006/relationships/notesMaster" Target="/ppt/notesMasters/notesMaster1.xml" Id="Re26308103ca243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5de7cb512b4c38" /><Relationship Type="http://schemas.openxmlformats.org/officeDocument/2006/relationships/notesMaster" Target="/ppt/notesMasters/notesMaster1.xml" Id="Rf263ced9e1cc44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a1d7ddd49444e8" /><Relationship Type="http://schemas.openxmlformats.org/officeDocument/2006/relationships/notesMaster" Target="/ppt/notesMasters/notesMaster1.xml" Id="R6cb7a3ad3fee42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bddd845fdd4b04" /><Relationship Type="http://schemas.openxmlformats.org/officeDocument/2006/relationships/notesMaster" Target="/ppt/notesMasters/notesMaster1.xml" Id="R0a11dcde327b48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0a7233651d446f" /><Relationship Type="http://schemas.openxmlformats.org/officeDocument/2006/relationships/notesMaster" Target="/ppt/notesMasters/notesMaster1.xml" Id="R4018a413bf8c46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81799709864554" /><Relationship Type="http://schemas.openxmlformats.org/officeDocument/2006/relationships/notesMaster" Target="/ppt/notesMasters/notesMaster1.xml" Id="R1b70536bbd7a44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77074f1efe4616" /><Relationship Type="http://schemas.openxmlformats.org/officeDocument/2006/relationships/notesMaster" Target="/ppt/notesMasters/notesMaster1.xml" Id="R66a8208ea3674f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3e41d2071548f8" /><Relationship Type="http://schemas.openxmlformats.org/officeDocument/2006/relationships/notesMaster" Target="/ppt/notesMasters/notesMaster1.xml" Id="R5bd2747974644c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c7724176894abc" /><Relationship Type="http://schemas.openxmlformats.org/officeDocument/2006/relationships/notesMaster" Target="/ppt/notesMasters/notesMaster1.xml" Id="Rc806ea67482149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2ff8c5c5c3434d" /><Relationship Type="http://schemas.openxmlformats.org/officeDocument/2006/relationships/notesMaster" Target="/ppt/notesMasters/notesMaster1.xml" Id="R908e1a9355a043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880df4665a4a54" /><Relationship Type="http://schemas.openxmlformats.org/officeDocument/2006/relationships/notesMaster" Target="/ppt/notesMasters/notesMaster1.xml" Id="R4ddfffc009ac4e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511a11e046403a" /><Relationship Type="http://schemas.openxmlformats.org/officeDocument/2006/relationships/notesMaster" Target="/ppt/notesMasters/notesMaster1.xml" Id="R5ece061929de4f1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d9fe9bcddc548d9" /><Relationship Type="http://schemas.openxmlformats.org/officeDocument/2006/relationships/notesMaster" Target="/ppt/notesMasters/notesMaster1.xml" Id="Rb45d81c833ca413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d7b1d4f09e34895" /><Relationship Type="http://schemas.openxmlformats.org/officeDocument/2006/relationships/notesMaster" Target="/ppt/notesMasters/notesMaster1.xml" Id="Rb4501068409a4d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1e3086859c4197" /><Relationship Type="http://schemas.openxmlformats.org/officeDocument/2006/relationships/notesMaster" Target="/ppt/notesMasters/notesMaster1.xml" Id="R862e28bff213458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9a1a1f27f64d4e" /><Relationship Type="http://schemas.openxmlformats.org/officeDocument/2006/relationships/notesMaster" Target="/ppt/notesMasters/notesMaster1.xml" Id="R536dcdc3e93c4c6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6ee0c5958cd436a" /><Relationship Type="http://schemas.openxmlformats.org/officeDocument/2006/relationships/notesMaster" Target="/ppt/notesMasters/notesMaster1.xml" Id="Rfebc35d1f24446e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e25c14c95744be4" /><Relationship Type="http://schemas.openxmlformats.org/officeDocument/2006/relationships/notesMaster" Target="/ppt/notesMasters/notesMaster1.xml" Id="Rce0aad7dbcad41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84ae76eb87b4dde" /><Relationship Type="http://schemas.openxmlformats.org/officeDocument/2006/relationships/notesMaster" Target="/ppt/notesMasters/notesMaster1.xml" Id="Ra6f7648e854247c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0d9b08e080c4316" /><Relationship Type="http://schemas.openxmlformats.org/officeDocument/2006/relationships/notesMaster" Target="/ppt/notesMasters/notesMaster1.xml" Id="R2d5ff2c4b9a4443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9041356d503428d" /><Relationship Type="http://schemas.openxmlformats.org/officeDocument/2006/relationships/notesMaster" Target="/ppt/notesMasters/notesMaster1.xml" Id="Rfe601a7863464e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96647be1b9d4472" /><Relationship Type="http://schemas.openxmlformats.org/officeDocument/2006/relationships/notesMaster" Target="/ppt/notesMasters/notesMaster1.xml" Id="R10958771b5db471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a3f4065eaa241bc" /><Relationship Type="http://schemas.openxmlformats.org/officeDocument/2006/relationships/notesMaster" Target="/ppt/notesMasters/notesMaster1.xml" Id="Rf7d820d6d6a14b3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>https://github.com/tsuchiyatakahirolab/ai-data-literacy-student-template</ns1:t>
            </ns1:r>
          </ns1:p>
          <ns1:p>
            <ns1:r>
              <ns1:t>実画面、ログアウトで撮影。</ns1:t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>GitHub Docsの公式画面例。元の撮影日は不明。出典一覧: https://github.com/tsuchiyatakahirolab/ai-data-literacy/blob/main/assets/setup/screens/ATTRIBUTION.md</ns1:t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>GitHub Docsの公式画面例。元の撮影日は不明。出典一覧: https://github.com/tsuchiyatakahirolab/ai-data-literacy/blob/main/assets/setup/screens/ATTRIBUTION.md</ns1:t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>GitHub Docsの公式画面例。元の撮影日は不明。出典一覧: https://github.com/tsuchiyatakahirolab/ai-data-literacy/blob/main/assets/setup/screens/ATTRIBUTION.md</ns1:t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>GitHub Docsの公式画面例。元の撮影日は不明。出典一覧: https://github.com/tsuchiyatakahirolab/ai-data-literacy/blob/main/assets/setup/screens/ATTRIBUTION.md</ns1:t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>https://github.com/tsuchiyatakahirolab/ai-data-literacy-student-template</ns1:t>
            </ns1:r>
          </ns1:p>
          <ns1:p>
            <ns1:r>
              <ns1:t>実画面、ログアウトで撮影。</ns1:t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>GitHub Docsの公式画面例。元の撮影日は不明。出典一覧: https://github.com/tsuchiyatakahirolab/ai-data-literacy/blob/main/assets/setup/screens/ATTRIBUTION.md</ns1:t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>https://github.com/tsuchiyatakahirolab/ai-data-literacy-student-template</ns1:t>
            </ns1:r>
          </ns1:p>
          <ns1:p>
            <ns1:r>
              <ns1:t>実画面、ログアウトで撮影。</ns1:t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>GitHub Docsの公式画面例。元の撮影日は不明。出典一覧: https://github.com/tsuchiyatakahirolab/ai-data-literacy/blob/main/assets/setup/screens/ATTRIBUTION.md</ns1:t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>GitHub Docsの公式画面例。元の撮影日は不明。出典一覧: https://github.com/tsuchiyatakahirolab/ai-data-literacy/blob/main/assets/setup/screens/ATTRIBUTION.md</ns1:t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>GitHub Docsの公式画面例。元の撮影日は不明。出典一覧: https://github.com/tsuchiyatakahirolab/ai-data-literacy/blob/main/assets/setup/screens/ATTRIBUTION.md</ns1:t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教材・本文 CC BY 4.0。Lucideアイコンは同梱ライセンスに従う。</ns1:t>
            </ns1:r>
          </ns1:p>
          <ns1:p>
            <ns1:r>
              <ns1:t/>
            </ns1:r>
          </ns1:p>
          <ns1:p>
            <ns1:r>
              <ns1:t>教員の個別コメントを求めない。通知の時刻や成績判定を保証しない。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605543400404a" /></Relationships>
</file>

<file path=ppt/slideLayouts/slideLayout1.xml><?xml version="1.0" encoding="utf-8"?>
<ns0:sldLayout xmlns:ns0="http://schemas.openxmlformats.org/presentationml/2006/main" xmlns:ns1="http://schemas.openxmlformats.org/drawingml/2006/main" type="title">
  <ns0:cSld name="Title Slide">
    <ns0:spTree>
      <ns0:nvGrpSpPr>
        <ns0:cNvPr id="1" name=""/>
        <ns0:cNvGrpSpPr/>
        <ns0:nvPr/>
      </ns0:nvGrpSpPr>
      <ns0:grpSpPr>
        <ns1:xfrm/>
      </ns0:grpSpPr>
    </ns0:spTree>
  </ns0:cSld>
</ns0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5018b7e12a994ac1" /><ns0:Relationship Type="http://schemas.openxmlformats.org/officeDocument/2006/relationships/slideLayout" Target="/ppt/slideLayouts/slideLayout1.xml" Id="R63f58260e12e40b2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8162AA9C-DED1-46B9-B7AB-42DB995DE4B9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63f58260e12e40b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eiryo"/>
          <a:ea typeface="Meiryo"/>
          <a:cs typeface="Meiryo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Meiryo"/>
          <a:ea typeface="Meiryo"/>
          <a:cs typeface="Meiryo"/>
        </a:defRPr>
      </a:lvl1pPr>
      <a:lvl2pPr marL="457200" algn="l">
        <a:buNone/>
        <a:defRPr sz="1800">
          <a:solidFill>
            <a:schemeClr val="tx1"/>
          </a:solidFill>
          <a:latin typeface="Meiryo"/>
          <a:ea typeface="Meiryo"/>
          <a:cs typeface="Meiryo"/>
        </a:defRPr>
      </a:lvl2pPr>
      <a:lvl3pPr marL="914400" algn="l">
        <a:buNone/>
        <a:defRPr sz="1800">
          <a:solidFill>
            <a:schemeClr val="tx1"/>
          </a:solidFill>
          <a:latin typeface="Meiryo"/>
          <a:ea typeface="Meiryo"/>
          <a:cs typeface="Meiryo"/>
        </a:defRPr>
      </a:lvl3pPr>
      <a:lvl4pPr marL="1371600" algn="l">
        <a:buNone/>
        <a:defRPr sz="1800">
          <a:solidFill>
            <a:schemeClr val="tx1"/>
          </a:solidFill>
          <a:latin typeface="Meiryo"/>
          <a:ea typeface="Meiryo"/>
          <a:cs typeface="Meiryo"/>
        </a:defRPr>
      </a:lvl4pPr>
      <a:lvl5pPr marL="1828800" algn="l">
        <a:buNone/>
        <a:defRPr sz="1800">
          <a:solidFill>
            <a:schemeClr val="tx1"/>
          </a:solidFill>
          <a:latin typeface="Meiryo"/>
          <a:ea typeface="Meiryo"/>
          <a:cs typeface="Meiryo"/>
        </a:defRPr>
      </a:lvl5pPr>
      <a:lvl6pPr marL="2286000" algn="l">
        <a:buNone/>
        <a:defRPr sz="1800">
          <a:solidFill>
            <a:schemeClr val="tx1"/>
          </a:solidFill>
          <a:latin typeface="Meiryo"/>
          <a:ea typeface="Meiryo"/>
          <a:cs typeface="Meiryo"/>
        </a:defRPr>
      </a:lvl6pPr>
      <a:lvl7pPr marL="2743200" algn="l">
        <a:buNone/>
        <a:defRPr sz="1800">
          <a:solidFill>
            <a:schemeClr val="tx1"/>
          </a:solidFill>
          <a:latin typeface="Meiryo"/>
          <a:ea typeface="Meiryo"/>
          <a:cs typeface="Meiryo"/>
        </a:defRPr>
      </a:lvl7pPr>
      <a:lvl8pPr marL="3200400" algn="l">
        <a:buNone/>
        <a:defRPr sz="1800">
          <a:solidFill>
            <a:schemeClr val="tx1"/>
          </a:solidFill>
          <a:latin typeface="Meiryo"/>
          <a:ea typeface="Meiryo"/>
          <a:cs typeface="Meiryo"/>
        </a:defRPr>
      </a:lvl8pPr>
      <a:lvl9pPr marL="3657600" algn="l">
        <a:buNone/>
        <a:defRPr sz="1800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Masters/theme/theme2.xml><?xml version="1.0" encoding="utf-8"?>
<ns0:theme xmlns:ns0="http://schemas.openxmlformats.org/drawingml/2006/main" name="ChatGPT">
  <ns0:themeElements>
    <ns0:clrScheme name="ChatGPT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Meiryo"/>
        <ns0:ea typeface="Meiryo"/>
        <ns0:cs typeface="Meiryo"/>
      </ns0:majorFont>
      <ns0:minorFont>
        <ns0:latin typeface="Meiryo"/>
        <ns0:ea typeface="Meiryo"/>
        <ns0:cs typeface="Meiryo"/>
      </ns0:minorFont>
    </ns0:fontScheme>
    <ns0:fmtScheme name="ChatGPT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2387966bb419b" /><Relationship Type="http://schemas.openxmlformats.org/officeDocument/2006/relationships/image" Target="/ppt/media/image.png" Id="Rd5d9abc053d0453f" /><Relationship Type="http://schemas.openxmlformats.org/officeDocument/2006/relationships/image" Target="/ppt/media/image.svg" Id="Re278ea6ac9c949ee" /><Relationship Type="http://schemas.openxmlformats.org/officeDocument/2006/relationships/notesSlide" Target="/ppt/notesSlides/notesSlide1.xml" Id="R72a56247e01947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d137dffd34f05" /><Relationship Type="http://schemas.openxmlformats.org/officeDocument/2006/relationships/image" Target="/ppt/media/image2.png" Id="Race46d30ae194e1f" /><Relationship Type="http://schemas.openxmlformats.org/officeDocument/2006/relationships/image" Target="/ppt/media/image2.svg" Id="R759e79908f8f483a" /><Relationship Type="http://schemas.openxmlformats.org/officeDocument/2006/relationships/notesSlide" Target="/ppt/notesSlides/notesSlide2.xml" Id="R307410a1113748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eec5e2ae54899" /><Relationship Type="http://schemas.openxmlformats.org/officeDocument/2006/relationships/image" Target="/ppt/media/image3.png" Id="Rd3c4017b86f94920" /><Relationship Type="http://schemas.openxmlformats.org/officeDocument/2006/relationships/image" Target="/ppt/media/image3.svg" Id="Rd6df022521004a37" /><Relationship Type="http://schemas.openxmlformats.org/officeDocument/2006/relationships/notesSlide" Target="/ppt/notesSlides/notesSlide3.xml" Id="R961efdf708d24c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5670588a3440c" /><Relationship Type="http://schemas.openxmlformats.org/officeDocument/2006/relationships/image" Target="/ppt/media/image4.png" Id="Rdd61bcfb8c3d429f" /><Relationship Type="http://schemas.openxmlformats.org/officeDocument/2006/relationships/image" Target="/ppt/media/image4.svg" Id="Rbcc5fa38838a40e3" /><Relationship Type="http://schemas.openxmlformats.org/officeDocument/2006/relationships/notesSlide" Target="/ppt/notesSlides/notesSlide4.xml" Id="Rb85529b27f834a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07a5ab5f7475e" /><Relationship Type="http://schemas.openxmlformats.org/officeDocument/2006/relationships/image" Target="/ppt/media/image5.png" Id="R026479f0a4bd4069" /><Relationship Type="http://schemas.openxmlformats.org/officeDocument/2006/relationships/image" Target="/ppt/media/image5.svg" Id="Rdd7296adafe14beb" /><Relationship Type="http://schemas.openxmlformats.org/officeDocument/2006/relationships/notesSlide" Target="/ppt/notesSlides/notesSlide5.xml" Id="Ra16f68bdc9674d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88e79081d4117" /><Relationship Type="http://schemas.openxmlformats.org/officeDocument/2006/relationships/image" Target="/ppt/media/image6.png" Id="R0f96bf4bc7c94572" /><Relationship Type="http://schemas.openxmlformats.org/officeDocument/2006/relationships/image" Target="/ppt/media/image6.svg" Id="R8e08e0246d514322" /><Relationship Type="http://schemas.openxmlformats.org/officeDocument/2006/relationships/notesSlide" Target="/ppt/notesSlides/notesSlide6.xml" Id="Ra0a5d94e929749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89326927a4178" /><Relationship Type="http://schemas.openxmlformats.org/officeDocument/2006/relationships/image" Target="/ppt/media/image7.png" Id="R8eee250080494753" /><Relationship Type="http://schemas.openxmlformats.org/officeDocument/2006/relationships/image" Target="/ppt/media/image7.svg" Id="Re86133b74e304a48" /><Relationship Type="http://schemas.openxmlformats.org/officeDocument/2006/relationships/image" Target="/ppt/media/image8.png" Id="Rae8c75e83e2c4493" /><Relationship Type="http://schemas.openxmlformats.org/officeDocument/2006/relationships/notesSlide" Target="/ppt/notesSlides/notesSlide7.xml" Id="R0863415799254f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36de39db446da" /><Relationship Type="http://schemas.openxmlformats.org/officeDocument/2006/relationships/image" Target="/ppt/media/image9.png" Id="Rfbcb5e2187144237" /><Relationship Type="http://schemas.openxmlformats.org/officeDocument/2006/relationships/image" Target="/ppt/media/image8.svg" Id="Rba5866d6c80f406e" /><Relationship Type="http://schemas.openxmlformats.org/officeDocument/2006/relationships/image" Target="/ppt/media/image10.png" Id="R41ce0bff095a4926" /><Relationship Type="http://schemas.openxmlformats.org/officeDocument/2006/relationships/notesSlide" Target="/ppt/notesSlides/notesSlide8.xml" Id="R267be4066e7341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58dbe9b7c436c" /><Relationship Type="http://schemas.openxmlformats.org/officeDocument/2006/relationships/image" Target="/ppt/media/image11.png" Id="R098f6e5f11634a1e" /><Relationship Type="http://schemas.openxmlformats.org/officeDocument/2006/relationships/image" Target="/ppt/media/image9.svg" Id="R581ff97d8e4048c8" /><Relationship Type="http://schemas.openxmlformats.org/officeDocument/2006/relationships/image" Target="/ppt/media/image12.png" Id="R5d19f051cf73413b" /><Relationship Type="http://schemas.openxmlformats.org/officeDocument/2006/relationships/notesSlide" Target="/ppt/notesSlides/notesSlide9.xml" Id="R3902270be4154e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1e04130714df1" /><Relationship Type="http://schemas.openxmlformats.org/officeDocument/2006/relationships/image" Target="/ppt/media/image13.png" Id="R46213f18e332433b" /><Relationship Type="http://schemas.openxmlformats.org/officeDocument/2006/relationships/image" Target="/ppt/media/image10.svg" Id="Rcf42513429f34cd9" /><Relationship Type="http://schemas.openxmlformats.org/officeDocument/2006/relationships/image" Target="/ppt/media/image14.png" Id="R4bf5ede47a3d4ab8" /><Relationship Type="http://schemas.openxmlformats.org/officeDocument/2006/relationships/notesSlide" Target="/ppt/notesSlides/notesSlide10.xml" Id="R5f1b7d0854f343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1d311abd84e5d" /><Relationship Type="http://schemas.openxmlformats.org/officeDocument/2006/relationships/image" Target="/ppt/media/image15.png" Id="Rb65384a672ee43cd" /><Relationship Type="http://schemas.openxmlformats.org/officeDocument/2006/relationships/image" Target="/ppt/media/image11.svg" Id="R73788b7128b74fd3" /><Relationship Type="http://schemas.openxmlformats.org/officeDocument/2006/relationships/notesSlide" Target="/ppt/notesSlides/notesSlide11.xml" Id="R29f6a66c68e143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c9f4ae79247d9" /><Relationship Type="http://schemas.openxmlformats.org/officeDocument/2006/relationships/image" Target="/ppt/media/image16.png" Id="Rf51477de824d4ca8" /><Relationship Type="http://schemas.openxmlformats.org/officeDocument/2006/relationships/image" Target="/ppt/media/image12.svg" Id="Rbce4e792077a46ce" /><Relationship Type="http://schemas.openxmlformats.org/officeDocument/2006/relationships/image" Target="/ppt/media/image17.png" Id="Rd4b91ae133d84536" /><Relationship Type="http://schemas.openxmlformats.org/officeDocument/2006/relationships/notesSlide" Target="/ppt/notesSlides/notesSlide12.xml" Id="R91025a1ff4c849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23e0c6fe940d8" /><Relationship Type="http://schemas.openxmlformats.org/officeDocument/2006/relationships/image" Target="/ppt/media/image18.png" Id="R355d59f3d7b94918" /><Relationship Type="http://schemas.openxmlformats.org/officeDocument/2006/relationships/image" Target="/ppt/media/image13.svg" Id="Re334f8d4ef2f4f4f" /><Relationship Type="http://schemas.openxmlformats.org/officeDocument/2006/relationships/notesSlide" Target="/ppt/notesSlides/notesSlide13.xml" Id="R458e55d3070548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13d166a0443ec" /><Relationship Type="http://schemas.openxmlformats.org/officeDocument/2006/relationships/image" Target="/ppt/media/image19.png" Id="R3d7ca55631d84fad" /><Relationship Type="http://schemas.openxmlformats.org/officeDocument/2006/relationships/image" Target="/ppt/media/image14.svg" Id="Rcb22815932764d55" /><Relationship Type="http://schemas.openxmlformats.org/officeDocument/2006/relationships/image" Target="/ppt/media/image20.png" Id="R59779195621144e8" /><Relationship Type="http://schemas.openxmlformats.org/officeDocument/2006/relationships/notesSlide" Target="/ppt/notesSlides/notesSlide14.xml" Id="R60c1b029d9c345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6b882bb974a8a" /><Relationship Type="http://schemas.openxmlformats.org/officeDocument/2006/relationships/image" Target="/ppt/media/image21.png" Id="R6032005f3ad74313" /><Relationship Type="http://schemas.openxmlformats.org/officeDocument/2006/relationships/image" Target="/ppt/media/image15.svg" Id="R8481b799eb4d42de" /><Relationship Type="http://schemas.openxmlformats.org/officeDocument/2006/relationships/image" Target="/ppt/media/image22.png" Id="R6980d9ce7605490e" /><Relationship Type="http://schemas.openxmlformats.org/officeDocument/2006/relationships/notesSlide" Target="/ppt/notesSlides/notesSlide15.xml" Id="Rdc173924a2b247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5759060a645ab" /><Relationship Type="http://schemas.openxmlformats.org/officeDocument/2006/relationships/image" Target="/ppt/media/image23.png" Id="Rcbd439430bc44669" /><Relationship Type="http://schemas.openxmlformats.org/officeDocument/2006/relationships/image" Target="/ppt/media/image16.svg" Id="Ree4d21121b5d456a" /><Relationship Type="http://schemas.openxmlformats.org/officeDocument/2006/relationships/notesSlide" Target="/ppt/notesSlides/notesSlide16.xml" Id="R6be4c831c14b49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55d1ec50d470a" /><Relationship Type="http://schemas.openxmlformats.org/officeDocument/2006/relationships/image" Target="/ppt/media/image24.png" Id="R2458128d1df94393" /><Relationship Type="http://schemas.openxmlformats.org/officeDocument/2006/relationships/image" Target="/ppt/media/image17.svg" Id="R789dd50f089244d0" /><Relationship Type="http://schemas.openxmlformats.org/officeDocument/2006/relationships/notesSlide" Target="/ppt/notesSlides/notesSlide17.xml" Id="Re51c9067864c4d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35d37c7fb45df" /><Relationship Type="http://schemas.openxmlformats.org/officeDocument/2006/relationships/image" Target="/ppt/media/image25.png" Id="R22db34e8df76411b" /><Relationship Type="http://schemas.openxmlformats.org/officeDocument/2006/relationships/image" Target="/ppt/media/image18.svg" Id="Rcd7ab38507e34243" /><Relationship Type="http://schemas.openxmlformats.org/officeDocument/2006/relationships/image" Target="/ppt/media/image26.png" Id="Re50b2700e4b145b0" /><Relationship Type="http://schemas.openxmlformats.org/officeDocument/2006/relationships/notesSlide" Target="/ppt/notesSlides/notesSlide18.xml" Id="R8e16ed079aa1422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bd164bd2b48ce" /><Relationship Type="http://schemas.openxmlformats.org/officeDocument/2006/relationships/image" Target="/ppt/media/image27.png" Id="R4be7b5a1f6ef4c1c" /><Relationship Type="http://schemas.openxmlformats.org/officeDocument/2006/relationships/image" Target="/ppt/media/image19.svg" Id="R81285c60d4c843c6" /><Relationship Type="http://schemas.openxmlformats.org/officeDocument/2006/relationships/image" Target="/ppt/media/image28.png" Id="R9a78e891f2d540de" /><Relationship Type="http://schemas.openxmlformats.org/officeDocument/2006/relationships/notesSlide" Target="/ppt/notesSlides/notesSlide19.xml" Id="R8936f87df19147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d5df1697d4109" /><Relationship Type="http://schemas.openxmlformats.org/officeDocument/2006/relationships/image" Target="/ppt/media/image29.png" Id="R8fbe524c798a411e" /><Relationship Type="http://schemas.openxmlformats.org/officeDocument/2006/relationships/image" Target="/ppt/media/image20.svg" Id="R71210a5fc7ad437b" /><Relationship Type="http://schemas.openxmlformats.org/officeDocument/2006/relationships/notesSlide" Target="/ppt/notesSlides/notesSlide20.xml" Id="Rbb605344512747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591f84e734a54" /><Relationship Type="http://schemas.openxmlformats.org/officeDocument/2006/relationships/image" Target="/ppt/media/image30.png" Id="R88163d6048424fb9" /><Relationship Type="http://schemas.openxmlformats.org/officeDocument/2006/relationships/image" Target="/ppt/media/image21.svg" Id="R3a25d2d14ab145f0" /><Relationship Type="http://schemas.openxmlformats.org/officeDocument/2006/relationships/image" Target="/ppt/media/image31.png" Id="Rd591b05ff0ca4c1b" /><Relationship Type="http://schemas.openxmlformats.org/officeDocument/2006/relationships/notesSlide" Target="/ppt/notesSlides/notesSlide21.xml" Id="R4c753da5776c40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b72f7cc14445d" /><Relationship Type="http://schemas.openxmlformats.org/officeDocument/2006/relationships/image" Target="/ppt/media/image32.png" Id="R8b9de92803874248" /><Relationship Type="http://schemas.openxmlformats.org/officeDocument/2006/relationships/image" Target="/ppt/media/image22.svg" Id="R6a6f1c407cc848ee" /><Relationship Type="http://schemas.openxmlformats.org/officeDocument/2006/relationships/notesSlide" Target="/ppt/notesSlides/notesSlide22.xml" Id="Rcdb056b3ea8a485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0f60cb5384f04" /><Relationship Type="http://schemas.openxmlformats.org/officeDocument/2006/relationships/image" Target="/ppt/media/image33.png" Id="R1a23c2d3d2f344fd" /><Relationship Type="http://schemas.openxmlformats.org/officeDocument/2006/relationships/image" Target="/ppt/media/image23.svg" Id="R49645903e8cc4e20" /><Relationship Type="http://schemas.openxmlformats.org/officeDocument/2006/relationships/image" Target="/ppt/media/image34.png" Id="R7118f2dd886f4c51" /><Relationship Type="http://schemas.openxmlformats.org/officeDocument/2006/relationships/notesSlide" Target="/ppt/notesSlides/notesSlide23.xml" Id="R2cc2d2834c664f5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b8c18ef364836" /><Relationship Type="http://schemas.openxmlformats.org/officeDocument/2006/relationships/image" Target="/ppt/media/image35.png" Id="Ra9fef4507fe94f7a" /><Relationship Type="http://schemas.openxmlformats.org/officeDocument/2006/relationships/image" Target="/ppt/media/image24.svg" Id="R7ad51d05bf304eaa" /><Relationship Type="http://schemas.openxmlformats.org/officeDocument/2006/relationships/notesSlide" Target="/ppt/notesSlides/notesSlide24.xml" Id="R7319eadd33f446d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39cb5e6774ce2" /><Relationship Type="http://schemas.openxmlformats.org/officeDocument/2006/relationships/image" Target="/ppt/media/image36.png" Id="R5801319aaf784880" /><Relationship Type="http://schemas.openxmlformats.org/officeDocument/2006/relationships/image" Target="/ppt/media/image25.svg" Id="Re7e42b1c04cf445c" /><Relationship Type="http://schemas.openxmlformats.org/officeDocument/2006/relationships/notesSlide" Target="/ppt/notesSlides/notesSlide25.xml" Id="Rd6e0b06aef1e48c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ecc63c0144801" /><Relationship Type="http://schemas.openxmlformats.org/officeDocument/2006/relationships/image" Target="/ppt/media/image37.png" Id="R447b25dde73246d8" /><Relationship Type="http://schemas.openxmlformats.org/officeDocument/2006/relationships/image" Target="/ppt/media/image26.svg" Id="R9a0d10cb19e4453e" /><Relationship Type="http://schemas.openxmlformats.org/officeDocument/2006/relationships/notesSlide" Target="/ppt/notesSlides/notesSlide26.xml" Id="Ra18a16e0eda8457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5f21bbe9446cc" /><Relationship Type="http://schemas.openxmlformats.org/officeDocument/2006/relationships/image" Target="/ppt/media/image38.png" Id="R6eb5aa8d5c8248f9" /><Relationship Type="http://schemas.openxmlformats.org/officeDocument/2006/relationships/image" Target="/ppt/media/image27.svg" Id="R4d279a14bff443cc" /><Relationship Type="http://schemas.openxmlformats.org/officeDocument/2006/relationships/notesSlide" Target="/ppt/notesSlides/notesSlide27.xml" Id="R17518491237f4ac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37924f56644fd" /><Relationship Type="http://schemas.openxmlformats.org/officeDocument/2006/relationships/image" Target="/ppt/media/image39.png" Id="Rf706b96f6a644c84" /><Relationship Type="http://schemas.openxmlformats.org/officeDocument/2006/relationships/image" Target="/ppt/media/image28.svg" Id="R556d272806f942a3" /><Relationship Type="http://schemas.openxmlformats.org/officeDocument/2006/relationships/notesSlide" Target="/ppt/notesSlides/notesSlide28.xml" Id="R3dba926c57ae42a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61fd2e5684ddd" /><Relationship Type="http://schemas.openxmlformats.org/officeDocument/2006/relationships/image" Target="/ppt/media/image40.png" Id="R0cdfb89bde734b1c" /><Relationship Type="http://schemas.openxmlformats.org/officeDocument/2006/relationships/image" Target="/ppt/media/image29.svg" Id="R5920f21e5fe74ddb" /><Relationship Type="http://schemas.openxmlformats.org/officeDocument/2006/relationships/notesSlide" Target="/ppt/notesSlides/notesSlide29.xml" Id="Rde90a731ba9044ed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画像と短い記録を保存する">
            <ns1:extLst>
              <ns1:ext uri="{FF2B5EF4-FFF2-40B4-BE49-F238E27FC236}">
                <ns2:creationId id="{59598CDC-ADCB-4F9B-BEA2-55F52D62F7D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画像と短い記録を保存する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d5d9abc053d0453f">
            <ns1:extLst>
              <ns1:ext uri="{96DAC541-7B7A-43D3-8B79-37D633B846F1}">
                <ns4:svgBlip ns3:embed="Re278ea6ac9c949ee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D32D12B8-0779-413C-8AE6-0B54FC66FA2C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第2回以降に参加する人も">
            <ns1:extLst>
              <ns1:ext uri="{FF2B5EF4-FFF2-40B4-BE49-F238E27FC236}">
                <ns2:creationId id="{15BCBF12-C153-4518-9614-3965A5739A74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第2回以降に参加する人も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同じ順に進めます。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ED13AFAE-7990-44F3-886D-C9B42E80494C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今日はブラウザだけを使います。">
            <ns1:extLst>
              <ns1:ext uri="{FF2B5EF4-FFF2-40B4-BE49-F238E27FC236}">
                <ns2:creationId id="{B82724B2-C4B6-4BBE-9BB8-D04BF1C065AF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今日はブラウザだけを使います。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F6A83852-F7BF-4210-8FED-C9D1D36A6A20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自分のPrivate保存先へ">
            <ns1:extLst>
              <ns1:ext uri="{FF2B5EF4-FFF2-40B4-BE49-F238E27FC236}">
                <ns2:creationId id="{2A2B33AE-82FC-41B2-A1BA-C7EFEB85966B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自分のPrivate保存先へ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画像1枚と利用記録を保存します。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1A893566-A129-45F9-B9C5-EC281AD2D966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教員への招待と初回登録まで">
            <ns1:extLst>
              <ns1:ext uri="{FF2B5EF4-FFF2-40B4-BE49-F238E27FC236}">
                <ns2:creationId id="{FB802656-529C-4F8B-83A1-3C35BFB06F90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教員への招待と初回登録まで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終えたら、点検の結果を待ちます。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616D97FA-1AE3-4E47-9C09-F2EFB2535EB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1 / 29">
            <ns1:extLst>
              <ns1:ext uri="{FF2B5EF4-FFF2-40B4-BE49-F238E27FC236}">
                <ns2:creationId id="{74C5720D-2300-450C-85AF-679DA6E15F13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1 / 29</ns1:t>
            </ns1:r>
          </ns1:p>
        </ns0:txBody>
      </ns0:sp>
    </ns0:spTree>
    <ns0:extLst>
      <ns0:ext uri="{BB962C8B-B14F-4D97-AF65-F5344CB8AC3E}">
        <ns5:creationId val="1517927344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途中から参加する場合">
            <ns1:extLst>
              <ns1:ext uri="{FF2B5EF4-FFF2-40B4-BE49-F238E27FC236}">
                <ns2:creationId id="{3AFA00DB-0E0F-46C7-A02C-D8BBBD7DF79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途中から参加する場合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ace46d30ae194e1f">
            <ns1:extLst>
              <ns1:ext uri="{96DAC541-7B7A-43D3-8B79-37D633B846F1}">
                <ns4:svgBlip ns3:embed="R759e79908f8f483a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E96A7A59-5759-4BCE-BDF0-B5E645CBADF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授業ページの準備案内">
            <ns1:extLst>
              <ns1:ext uri="{FF2B5EF4-FFF2-40B4-BE49-F238E27FC236}">
                <ns2:creationId id="{5A2C2396-A132-4B46-956D-01120C2CB5B3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授業ページの準備案内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5FF57252-6EED-496F-ADE0-AEC7F118397F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作成済みのai-learningを開く">
            <ns1:extLst>
              <ns1:ext uri="{FF2B5EF4-FFF2-40B4-BE49-F238E27FC236}">
                <ns2:creationId id="{27024B3C-D132-4A91-85F4-25839C24FE01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作成済みのai-learningを開く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935EAE01-1979-43AE-AAC6-29170B12B667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まだ終わっていない手順から">
            <ns1:extLst>
              <ns1:ext uri="{FF2B5EF4-FFF2-40B4-BE49-F238E27FC236}">
                <ns2:creationId id="{9C3D8525-2ABD-41BC-A8E3-781070C441E6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まだ終わっていない手順から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続きを進める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1D0DCA5B-796B-40E3-A4D2-1CDFD02066DB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同じ保存先と初回フォームを使う。">
            <ns1:extLst>
              <ns1:ext uri="{FF2B5EF4-FFF2-40B4-BE49-F238E27FC236}">
                <ns2:creationId id="{CFF22FDA-E4A0-4977-B9D8-E7714F6D9B86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同じ保存先と初回フォームを使う。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過去の課題・締切は教員へ確認する。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032E60DE-44F4-473D-9FD7-800A6DA8AD1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2 / 29">
            <ns1:extLst>
              <ns1:ext uri="{FF2B5EF4-FFF2-40B4-BE49-F238E27FC236}">
                <ns2:creationId id="{37D51FBB-453F-4E8C-AEE9-E4A223FE5B21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2 / 29</ns1:t>
            </ns1:r>
          </ns1:p>
        </ns0:txBody>
      </ns0:sp>
    </ns0:spTree>
    <ns0:extLst>
      <ns0:ext uri="{BB962C8B-B14F-4D97-AF65-F5344CB8AC3E}">
        <ns5:creationId val="209846726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読む場所・書く場所・送る場所">
            <ns1:extLst>
              <ns1:ext uri="{FF2B5EF4-FFF2-40B4-BE49-F238E27FC236}">
                <ns2:creationId id="{3A0A65BB-B2FC-4524-92F3-6B2CAB4752E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読む場所・書く場所・送る場所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d3c4017b86f94920">
            <ns1:extLst>
              <ns1:ext uri="{96DAC541-7B7A-43D3-8B79-37D633B846F1}">
                <ns4:svgBlip ns3:embed="Rd6df022521004a37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1AD6247F-7C29-49F2-966C-0121485F3AEE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読む：教員の公開教材">
            <ns1:extLst>
              <ns1:ext uri="{FF2B5EF4-FFF2-40B4-BE49-F238E27FC236}">
                <ns2:creationId id="{0FA08B71-CF72-463F-9568-28CDB318BF4A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読む：教員の公開教材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handouts/week01.md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C39DB958-32CD-4B08-92CA-D22244FD6AA5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書く：自分のai-learning">
            <ns1:extLst>
              <ns1:ext uri="{FF2B5EF4-FFF2-40B4-BE49-F238E27FC236}">
                <ns2:creationId id="{1CBF9139-65BA-4F2E-941B-C25DA9024717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書く：自分のai-learning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week01/README.md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77DCE339-2507-403D-92B0-264012008A70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初回：repository URL">
            <ns1:extLst>
              <ns1:ext uri="{FF2B5EF4-FFF2-40B4-BE49-F238E27FC236}">
                <ns2:creationId id="{668A7D09-5730-4170-93F6-41542AE6112D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初回：repository URL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毎週：最後のcommit URL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F22F1AC8-1942-41D3-90F4-79569B498D1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初回は既存の登録フォームへ。">
            <ns1:extLst>
              <ns1:ext uri="{FF2B5EF4-FFF2-40B4-BE49-F238E27FC236}">
                <ns2:creationId id="{9FC19C4E-44F3-4D3A-BEDB-AFC295FB3557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初回は既存の登録フォームへ。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毎週は指定の週次フォームへ。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01396407-310B-4228-828F-750DA978C9D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3 / 29">
            <ns1:extLst>
              <ns1:ext uri="{FF2B5EF4-FFF2-40B4-BE49-F238E27FC236}">
                <ns2:creationId id="{B8CEBE2C-FBEB-43C9-B7E5-E010FB47730A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3 / 29</ns1:t>
            </ns1:r>
          </ns1:p>
        </ns0:txBody>
      </ns0:sp>
    </ns0:spTree>
    <ns0:extLst>
      <ns0:ext uri="{BB962C8B-B14F-4D97-AF65-F5344CB8AC3E}">
        <ns5:creationId val="55165873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大学とGitHubのアカウント">
            <ns1:extLst>
              <ns1:ext uri="{FF2B5EF4-FFF2-40B4-BE49-F238E27FC236}">
                <ns2:creationId id="{FB096286-9FEC-4902-AB3F-787CDB61F40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大学とGitHubのアカウント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dd61bcfb8c3d429f">
            <ns1:extLst>
              <ns1:ext uri="{96DAC541-7B7A-43D3-8B79-37D633B846F1}">
                <ns4:svgBlip ns3:embed="Rbcc5fa38838a40e3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F7486BDD-2C3D-4168-A446-30554A801B96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授業ページと登録フォームは">
            <ns1:extLst>
              <ns1:ext uri="{FF2B5EF4-FFF2-40B4-BE49-F238E27FC236}">
                <ns2:creationId id="{B89A7A99-7F96-4002-A50B-624154108096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授業ページと登録フォームは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大学Googleアカウントで開く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6F4A92FB-1C53-4483-B4D9-69D4EAA68AD7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GitHubは別のアカウントで">
            <ns1:extLst>
              <ns1:ext uri="{FF2B5EF4-FFF2-40B4-BE49-F238E27FC236}">
                <ns2:creationId id="{D5345D28-5399-4B14-9F5B-72FE99EA3FD5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GitHubは別のアカウントで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ログインする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E91BF8E6-ECAF-4CCF-8022-FD49BDFB64C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既存のGitHubアカウントを使える。">
            <ns1:extLst>
              <ns1:ext uri="{FF2B5EF4-FFF2-40B4-BE49-F238E27FC236}">
                <ns2:creationId id="{3622F455-2CD7-49B4-8861-673F6FD87B87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既存のGitHubアカウントを使える。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大学メールの設定は授業案内に従う。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9BC58D88-B1C1-4F90-9CF6-67B935816B2E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公開プロフィールへ学籍番号・">
            <ns1:extLst>
              <ns1:ext uri="{FF2B5EF4-FFF2-40B4-BE49-F238E27FC236}">
                <ns2:creationId id="{24DFD04E-68D3-4E6F-9D2E-80A896BE29C7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公開プロフィールへ学籍番号・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大学メールを書く必要はない。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84E959AE-A3A8-450B-95A3-B2C70E022E8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4 / 29">
            <ns1:extLst>
              <ns1:ext uri="{FF2B5EF4-FFF2-40B4-BE49-F238E27FC236}">
                <ns2:creationId id="{CB56AEF0-5494-4251-B2E1-B280A05916DC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4 / 29</ns1:t>
            </ns1:r>
          </ns1:p>
        </ns0:txBody>
      </ns0:sp>
    </ns0:spTree>
    <ns0:extLst>
      <ns0:ext uri="{BB962C8B-B14F-4D97-AF65-F5344CB8AC3E}">
        <ns5:creationId val="1928499388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学籍番号の入力">
            <ns1:extLst>
              <ns1:ext uri="{FF2B5EF4-FFF2-40B4-BE49-F238E27FC236}">
                <ns2:creationId id="{85FE49FF-0AAE-4F17-967B-1BE8C22B9C1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学籍番号の入力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026479f0a4bd4069">
            <ns1:extLst>
              <ns1:ext uri="{96DAC541-7B7A-43D3-8B79-37D633B846F1}">
                <ns4:svgBlip ns3:embed="Rdd7296adafe14beb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FC8910FB-9A7C-4AEF-A150-C87E2923D8C2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学内の初回登録フォーム">
            <ns1:extLst>
              <ns1:ext uri="{FF2B5EF4-FFF2-40B4-BE49-F238E27FC236}">
                <ns2:creationId id="{75A343C2-D636-4AB0-901A-E87FD046A5E6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学内の初回登録フォーム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B95A93F9-D319-4900-83DF-69BDB00B582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学籍番号の質問を開く">
            <ns1:extLst>
              <ns1:ext uri="{FF2B5EF4-FFF2-40B4-BE49-F238E27FC236}">
                <ns2:creationId id="{D5CD968C-FCD1-4C9F-B05E-D16184BAC690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学籍番号の質問を開く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9BCB68F1-7C0E-47A8-B195-1E2370355131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例：2026GT0001">
            <ns1:extLst>
              <ns1:ext uri="{FF2B5EF4-FFF2-40B4-BE49-F238E27FC236}">
                <ns2:creationId id="{2CE21EB3-510E-4A10-AE9F-B01898B98885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例：2026GT0001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西暦4桁・英大文字2字・数字4桁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A011E607-9B23-4A89-BB93-D01C40BCDEB7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半角10文字で省略せず入力。">
            <ns1:extLst>
              <ns1:ext uri="{FF2B5EF4-FFF2-40B4-BE49-F238E27FC236}">
                <ns2:creationId id="{EDDB4A11-AB5E-4059-9F7A-785E331C23CF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半角10文字で省略せず入力。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自分の実際の番号を使う。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47BF2BC4-3050-4C92-B813-19C816C7467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5 / 29">
            <ns1:extLst>
              <ns1:ext uri="{FF2B5EF4-FFF2-40B4-BE49-F238E27FC236}">
                <ns2:creationId id="{D4712004-CFB6-4271-9BC4-AE1B12A1C1EB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5 / 29</ns1:t>
            </ns1:r>
          </ns1:p>
        </ns0:txBody>
      </ns0:sp>
    </ns0:spTree>
    <ns0:extLst>
      <ns0:ext uri="{BB962C8B-B14F-4D97-AF65-F5344CB8AC3E}">
        <ns5:creationId val="1511917583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GitHubのusername">
            <ns1:extLst>
              <ns1:ext uri="{FF2B5EF4-FFF2-40B4-BE49-F238E27FC236}">
                <ns2:creationId id="{1E524E1F-2037-4125-8A3C-A8FEB8F5157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GitHubのusername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0f96bf4bc7c94572">
            <ns1:extLst>
              <ns1:ext uri="{96DAC541-7B7A-43D3-8B79-37D633B846F1}">
                <ns4:svgBlip ns3:embed="R8e08e0246d514322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DC65C3BB-E49A-49CD-ABDC-B571756B6CB0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GitHub右上のプロフィール">
            <ns1:extLst>
              <ns1:ext uri="{FF2B5EF4-FFF2-40B4-BE49-F238E27FC236}">
                <ns2:creationId id="{EF568283-6B63-487A-BE49-609FA7F9BB5D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GitHub右上のプロフィール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12622622-3A46-4B46-9A7F-DC72BF27BDCC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Your profile">
            <ns1:extLst>
              <ns1:ext uri="{FF2B5EF4-FFF2-40B4-BE49-F238E27FC236}">
                <ns2:creationId id="{E45F91AA-6B5C-4916-896D-054558BE2A62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Your profile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13027566-30FC-4343-8388-A8DDD67E3A29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プロフィールURLの最後を確認。">
            <ns1:extLst>
              <ns1:ext uri="{FF2B5EF4-FFF2-40B4-BE49-F238E27FC236}">
                <ns2:creationId id="{B41ACF54-71AC-4644-AEA7-02397483EE77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プロフィールURLの最後を確認。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github.com/example-student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972FCB47-EA36-4CB4-AE33-E8CD943CF62E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usernameはexample-student。">
            <ns1:extLst>
              <ns1:ext uri="{FF2B5EF4-FFF2-40B4-BE49-F238E27FC236}">
                <ns2:creationId id="{FF3A94DA-F443-40DA-A136-8E14511CB509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usernameはexample-student。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表示名やメールとは別のもの。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7D656B79-CBB3-4CCC-AE1F-4C0CE2323FF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6 / 29">
            <ns1:extLst>
              <ns1:ext uri="{FF2B5EF4-FFF2-40B4-BE49-F238E27FC236}">
                <ns2:creationId id="{BE3F228E-405E-42E0-9C07-1F2797C4BEE0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6 / 29</ns1:t>
            </ns1:r>
          </ns1:p>
        </ns0:txBody>
      </ns0:sp>
    </ns0:spTree>
    <ns0:extLst>
      <ns0:ext uri="{BB962C8B-B14F-4D97-AF65-F5344CB8AC3E}">
        <ns5:creationId val="220096587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学生用ひな形の場所">
            <ns1:extLst>
              <ns1:ext uri="{FF2B5EF4-FFF2-40B4-BE49-F238E27FC236}">
                <ns2:creationId id="{422106B5-F68A-48AD-BE36-33D5111DF3D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学生用ひな形の場所</ns1:t>
            </ns1:r>
          </ns1:p>
        </ns0:txBody>
      </ns0:sp>
      <ns0:pic>
        <ns0:nvPicPr>
          <ns0:cNvPr id="16" name=""/>
          <ns0:cNvPicPr>
            <ns1:picLocks noChangeAspect="1"/>
          </ns0:cNvPicPr>
          <ns0:nvPr/>
        </ns0:nvPicPr>
        <ns0:blipFill>
          <ns1:blip ns3:embed="R8eee250080494753">
            <ns1:extLst>
              <ns1:ext uri="{96DAC541-7B7A-43D3-8B79-37D633B846F1}">
                <ns4:svgBlip ns3:embed="Re86133b74e304a48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pic>
        <ns0:nvPicPr>
          <ns0:cNvPr id="17" name=""/>
          <ns0:cNvPicPr>
            <ns1:picLocks noChangeAspect="1"/>
          </ns0:cNvPicPr>
          <ns0:nvPr/>
        </ns0:nvPicPr>
        <ns0:blipFill>
          <ns1:blip ns3:embed="Rae8c75e83e2c4493"/>
          <ns1:stretch/>
        </ns0:blipFill>
        <ns0:spPr>
          <ns1:xfrm>
            <ns1:off x="1663682" y="1381125"/>
            <ns1:ext cx="8864635" cy="2571750"/>
          </ns1:xfrm>
          <ns1:prstGeom prst="rect">
            <ns1:avLst/>
          </ns1:prstGeom>
        </ns0:spPr>
      </ns0:pic>
      <ns0:sp>
        <ns0:nvSpPr>
          <ns0:cNvPr id="4" name="公開ひな形の実画面（2026-10-06）">
            <ns1:extLst>
              <ns1:ext uri="{FF2B5EF4-FFF2-40B4-BE49-F238E27FC236}">
                <ns2:creationId id="{A6449145-EE0B-45EC-B713-C68BF5ECA8A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981450"/>
            <ns1:ext cx="10668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rPr>
              <ns1:t>公開ひな形の実画面（2026-10-06）</ns1:t>
            </ns1:r>
          </ns1:p>
        </ns0:txBody>
      </ns0:sp>
      <ns0:sp>
        <ns0:nvSpPr>
          <ns0:cNvPr id="5" name="開く場所">
            <ns1:extLst>
              <ns1:ext uri="{FF2B5EF4-FFF2-40B4-BE49-F238E27FC236}">
                <ns2:creationId id="{9B9596FD-4E2D-4883-A1AE-621233EF0189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6" name="授業ページの「学生用ひな形」">
            <ns1:extLst>
              <ns1:ext uri="{FF2B5EF4-FFF2-40B4-BE49-F238E27FC236}">
                <ns2:creationId id="{08DF90BA-9E85-45D1-80E4-CB628CA98593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授業ページの「学生用ひな形」</ns1:t>
            </ns1:r>
          </ns1:p>
        </ns0:txBody>
      </ns0:sp>
      <ns0:sp>
        <ns0:nvSpPr>
          <ns0:cNvPr id="7" name="押すボタン・操作">
            <ns1:extLst>
              <ns1:ext uri="{FF2B5EF4-FFF2-40B4-BE49-F238E27FC236}">
                <ns2:creationId id="{70F9A4F0-64D1-4E14-966B-6CB180EBAE2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8" name="リンクを開く">
            <ns1:extLst>
              <ns1:ext uri="{FF2B5EF4-FFF2-40B4-BE49-F238E27FC236}">
                <ns2:creationId id="{7D61A693-2895-44A4-B703-5B3D419A42D6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リンクを開く</ns1:t>
            </ns1:r>
          </ns1:p>
        </ns0:txBody>
      </ns0:sp>
      <ns0:sp>
        <ns0:nvSpPr>
          <ns0:cNvPr id="9" name="入力・確認">
            <ns1:extLst>
              <ns1:ext uri="{FF2B5EF4-FFF2-40B4-BE49-F238E27FC236}">
                <ns2:creationId id="{CDB52024-0794-4F93-BC11-DF3633E6016D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10" name="公開ひな形の内容を読む。">
            <ns1:extLst>
              <ns1:ext uri="{FF2B5EF4-FFF2-40B4-BE49-F238E27FC236}">
                <ns2:creationId id="{6E746397-2BBC-4D61-83CD-8AEA7C7C8D62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公開ひな形の内容を読む。</ns1:t>
            </ns1:r>
          </ns1:p>
        </ns0:txBody>
      </ns0:sp>
      <ns0:sp>
        <ns0:nvSpPr>
          <ns0:cNvPr id="11" name="成功の目印">
            <ns1:extLst>
              <ns1:ext uri="{FF2B5EF4-FFF2-40B4-BE49-F238E27FC236}">
                <ns2:creationId id="{8098B1E4-3DC1-4451-9F1B-702A981D1D84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2" name="この教材は読む場所。">
            <ns1:extLst>
              <ns1:ext uri="{FF2B5EF4-FFF2-40B4-BE49-F238E27FC236}">
                <ns2:creationId id="{4BE27E2A-0FDE-4B86-A6BA-794978211116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この教材は読む場所。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自分の提出先は次の手順で作る。</ns1:t>
            </ns1:r>
          </ns1:p>
        </ns0:txBody>
      </ns0:sp>
      <ns0:sp>
        <ns0:nvSpPr>
          <ns0:cNvPr id="13" name="AI・データリテラシー　導入 v1.3">
            <ns1:extLst>
              <ns1:ext uri="{FF2B5EF4-FFF2-40B4-BE49-F238E27FC236}">
                <ns2:creationId id="{F00ACF42-A89E-456D-8F42-142F8AFC7A9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4" name="7 / 29">
            <ns1:extLst>
              <ns1:ext uri="{FF2B5EF4-FFF2-40B4-BE49-F238E27FC236}">
                <ns2:creationId id="{D946F448-0504-4073-B2A3-27145374CDAB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7 / 29</ns1:t>
            </ns1:r>
          </ns1:p>
        </ns0:txBody>
      </ns0:sp>
    </ns0:spTree>
    <ns0:extLst>
      <ns0:ext uri="{BB962C8B-B14F-4D97-AF65-F5344CB8AC3E}">
        <ns5:creationId val="1163084068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ひな形から自分の保存先を作る">
            <ns1:extLst>
              <ns1:ext uri="{FF2B5EF4-FFF2-40B4-BE49-F238E27FC236}">
                <ns2:creationId id="{7201558B-ACFC-4C51-9FEE-1BBE8217994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ひな形から自分の保存先を作る</ns1:t>
            </ns1:r>
          </ns1:p>
        </ns0:txBody>
      </ns0:sp>
      <ns0:pic>
        <ns0:nvPicPr>
          <ns0:cNvPr id="16" name=""/>
          <ns0:cNvPicPr>
            <ns1:picLocks noChangeAspect="1"/>
          </ns0:cNvPicPr>
          <ns0:nvPr/>
        </ns0:nvPicPr>
        <ns0:blipFill>
          <ns1:blip ns3:embed="Rfbcb5e2187144237">
            <ns1:extLst>
              <ns1:ext uri="{96DAC541-7B7A-43D3-8B79-37D633B846F1}">
                <ns4:svgBlip ns3:embed="Rba5866d6c80f406e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pic>
        <ns0:nvPicPr>
          <ns0:cNvPr id="17" name=""/>
          <ns0:cNvPicPr>
            <ns1:picLocks noChangeAspect="1"/>
          </ns0:cNvPicPr>
          <ns0:nvPr/>
        </ns0:nvPicPr>
        <ns0:blipFill>
          <ns1:blip ns3:embed="R41ce0bff095a4926"/>
          <ns1:stretch/>
        </ns0:blipFill>
        <ns0:spPr>
          <ns1:xfrm>
            <ns1:off x="3052509" y="1381125"/>
            <ns1:ext cx="6086982" cy="2571750"/>
          </ns1:xfrm>
          <ns1:prstGeom prst="rect">
            <ns1:avLst/>
          </ns1:prstGeom>
        </ns0:spPr>
      </ns0:pic>
      <ns0:sp>
        <ns0:nvSpPr>
          <ns0:cNvPr id="4" name="GitHub公式文書の画面例（2026-10-06閲覧）">
            <ns1:extLst>
              <ns1:ext uri="{FF2B5EF4-FFF2-40B4-BE49-F238E27FC236}">
                <ns2:creationId id="{3C55A3BC-50A1-45B0-A6AB-D3CF97B9E975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981450"/>
            <ns1:ext cx="10668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rPr>
              <ns1:t>GitHub公式文書の画面例（2026-10-06閲覧）</ns1:t>
            </ns1:r>
          </ns1:p>
        </ns0:txBody>
      </ns0:sp>
      <ns0:sp>
        <ns0:nvSpPr>
          <ns0:cNvPr id="5" name="開く場所">
            <ns1:extLst>
              <ns1:ext uri="{FF2B5EF4-FFF2-40B4-BE49-F238E27FC236}">
                <ns2:creationId id="{1B2FE31B-F330-49D1-9F6F-799493A34328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6" name="ログイン後の学生用ひな形">
            <ns1:extLst>
              <ns1:ext uri="{FF2B5EF4-FFF2-40B4-BE49-F238E27FC236}">
                <ns2:creationId id="{765DB048-8DCB-45C2-AB1C-700930714520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ログイン後の学生用ひな形</ns1:t>
            </ns1:r>
          </ns1:p>
        </ns0:txBody>
      </ns0:sp>
      <ns0:sp>
        <ns0:nvSpPr>
          <ns0:cNvPr id="7" name="押すボタン・操作">
            <ns1:extLst>
              <ns1:ext uri="{FF2B5EF4-FFF2-40B4-BE49-F238E27FC236}">
                <ns2:creationId id="{395E3869-1C04-484D-9A76-A611EE1149FF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8" name="Use this template">
            <ns1:extLst>
              <ns1:ext uri="{FF2B5EF4-FFF2-40B4-BE49-F238E27FC236}">
                <ns2:creationId id="{3C6D890E-EFCD-40D2-B689-44E438DE5DDF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Use this template</ns1:t>
            </ns1:r>
          </ns1:p>
        </ns0:txBody>
      </ns0:sp>
      <ns0:sp>
        <ns0:nvSpPr>
          <ns0:cNvPr id="9" name="入力・確認">
            <ns1:extLst>
              <ns1:ext uri="{FF2B5EF4-FFF2-40B4-BE49-F238E27FC236}">
                <ns2:creationId id="{87637D83-0EF5-4270-996A-47DD9C119D71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10" name="Create a new repositoryを選ぶ">
            <ns1:extLst>
              <ns1:ext uri="{FF2B5EF4-FFF2-40B4-BE49-F238E27FC236}">
                <ns2:creationId id="{B09025E3-B4C1-447C-8AC9-2D9AE2FCBAE4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Create a new repositoryを選ぶ</ns1:t>
            </ns1:r>
          </ns1:p>
        </ns0:txBody>
      </ns0:sp>
      <ns0:sp>
        <ns0:nvSpPr>
          <ns0:cNvPr id="11" name="成功の目印">
            <ns1:extLst>
              <ns1:ext uri="{FF2B5EF4-FFF2-40B4-BE49-F238E27FC236}">
                <ns2:creationId id="{28AFD796-4DEC-4E1B-A18B-3904C9279A1A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2" name="新しい保存先の作成画面へ進む。">
            <ns1:extLst>
              <ns1:ext uri="{FF2B5EF4-FFF2-40B4-BE49-F238E27FC236}">
                <ns2:creationId id="{5F36BC23-42F6-4647-A508-A7EB13C94FA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新しい保存先の作成画面へ進む。</ns1:t>
            </ns1:r>
          </ns1:p>
        </ns0:txBody>
      </ns0:sp>
      <ns0:sp>
        <ns0:nvSpPr>
          <ns0:cNvPr id="13" name="AI・データリテラシー　導入 v1.3">
            <ns1:extLst>
              <ns1:ext uri="{FF2B5EF4-FFF2-40B4-BE49-F238E27FC236}">
                <ns2:creationId id="{2B204FBA-4E61-4F7E-A456-298CEB5CDF0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4" name="8 / 29">
            <ns1:extLst>
              <ns1:ext uri="{FF2B5EF4-FFF2-40B4-BE49-F238E27FC236}">
                <ns2:creationId id="{489EA673-1AA0-4734-9C51-6A6A9CFB015E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8 / 29</ns1:t>
            </ns1:r>
          </ns1:p>
        </ns0:txBody>
      </ns0:sp>
    </ns0:spTree>
    <ns0:extLst>
      <ns0:ext uri="{BB962C8B-B14F-4D97-AF65-F5344CB8AC3E}">
        <ns5:creationId val="1500011809"/>
      </ns0:ext>
    </ns0:extLst>
  </ns0:cSld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保存先のOwner">
            <ns1:extLst>
              <ns1:ext uri="{FF2B5EF4-FFF2-40B4-BE49-F238E27FC236}">
                <ns2:creationId id="{06810DD7-3261-46EA-B2B4-3C8A88541B3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保存先のOwner</ns1:t>
            </ns1:r>
          </ns1:p>
        </ns0:txBody>
      </ns0:sp>
      <ns0:pic>
        <ns0:nvPicPr>
          <ns0:cNvPr id="16" name=""/>
          <ns0:cNvPicPr>
            <ns1:picLocks noChangeAspect="1"/>
          </ns0:cNvPicPr>
          <ns0:nvPr/>
        </ns0:nvPicPr>
        <ns0:blipFill>
          <ns1:blip ns3:embed="R098f6e5f11634a1e">
            <ns1:extLst>
              <ns1:ext uri="{96DAC541-7B7A-43D3-8B79-37D633B846F1}">
                <ns4:svgBlip ns3:embed="R581ff97d8e4048c8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pic>
        <ns0:nvPicPr>
          <ns0:cNvPr id="17" name=""/>
          <ns0:cNvPicPr>
            <ns1:picLocks noChangeAspect="1"/>
          </ns0:cNvPicPr>
          <ns0:nvPr/>
        </ns0:nvPicPr>
        <ns0:blipFill>
          <ns1:blip ns3:embed="R5d19f051cf73413b"/>
          <ns1:stretch/>
        </ns0:blipFill>
        <ns0:spPr>
          <ns1:xfrm>
            <ns1:off x="809625" y="1617067"/>
            <ns1:ext cx="10572750" cy="2099866"/>
          </ns1:xfrm>
          <ns1:prstGeom prst="rect">
            <ns1:avLst/>
          </ns1:prstGeom>
        </ns0:spPr>
      </ns0:pic>
      <ns0:sp>
        <ns0:nvSpPr>
          <ns0:cNvPr id="4" name="GitHub公式文書の画面例（2026-10-06閲覧）">
            <ns1:extLst>
              <ns1:ext uri="{FF2B5EF4-FFF2-40B4-BE49-F238E27FC236}">
                <ns2:creationId id="{83F6CECF-C03D-4D2A-B762-25F8CBC309FD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981450"/>
            <ns1:ext cx="10668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rPr>
              <ns1:t>GitHub公式文書の画面例（2026-10-06閲覧）</ns1:t>
            </ns1:r>
          </ns1:p>
        </ns0:txBody>
      </ns0:sp>
      <ns0:sp>
        <ns0:nvSpPr>
          <ns0:cNvPr id="5" name="開く場所">
            <ns1:extLst>
              <ns1:ext uri="{FF2B5EF4-FFF2-40B4-BE49-F238E27FC236}">
                <ns2:creationId id="{E4C842EC-48B0-40DE-98DF-0A52C6921475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6" name="新しいリポジトリの作成画面">
            <ns1:extLst>
              <ns1:ext uri="{FF2B5EF4-FFF2-40B4-BE49-F238E27FC236}">
                <ns2:creationId id="{B16E6C8A-00A0-4E02-A6CD-65421C8AC6D5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新しいリポジトリの作成画面</ns1:t>
            </ns1:r>
          </ns1:p>
        </ns0:txBody>
      </ns0:sp>
      <ns0:sp>
        <ns0:nvSpPr>
          <ns0:cNvPr id="7" name="押すボタン・操作">
            <ns1:extLst>
              <ns1:ext uri="{FF2B5EF4-FFF2-40B4-BE49-F238E27FC236}">
                <ns2:creationId id="{D0A7B716-5A7D-4269-9484-298EE1EBB320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8" name="Ownerのメニュー">
            <ns1:extLst>
              <ns1:ext uri="{FF2B5EF4-FFF2-40B4-BE49-F238E27FC236}">
                <ns2:creationId id="{152DCFDA-DA02-4269-9B40-282B3C806D49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Ownerのメニュー</ns1:t>
            </ns1:r>
          </ns1:p>
        </ns0:txBody>
      </ns0:sp>
      <ns0:sp>
        <ns0:nvSpPr>
          <ns0:cNvPr id="9" name="入力・確認">
            <ns1:extLst>
              <ns1:ext uri="{FF2B5EF4-FFF2-40B4-BE49-F238E27FC236}">
                <ns2:creationId id="{18115E50-833D-43EE-95BC-D817A1873EDA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10" name="自分のGitHubアカウントを選ぶ">
            <ns1:extLst>
              <ns1:ext uri="{FF2B5EF4-FFF2-40B4-BE49-F238E27FC236}">
                <ns2:creationId id="{D89E8488-2883-4688-928C-4CF2E92F3EBD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自分のGitHubアカウントを選ぶ</ns1:t>
            </ns1:r>
          </ns1:p>
        </ns0:txBody>
      </ns0:sp>
      <ns0:sp>
        <ns0:nvSpPr>
          <ns0:cNvPr id="11" name="成功の目印">
            <ns1:extLst>
              <ns1:ext uri="{FF2B5EF4-FFF2-40B4-BE49-F238E27FC236}">
                <ns2:creationId id="{03D091C1-EFA7-4283-9EFB-13FE7E97E66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2" name="Ownerが自分になっている。">
            <ns1:extLst>
              <ns1:ext uri="{FF2B5EF4-FFF2-40B4-BE49-F238E27FC236}">
                <ns2:creationId id="{7F4A9C1E-5929-4727-9FC2-1AFB0754A525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Ownerが自分になっている。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公式画面例のgithubは選ばない。</ns1:t>
            </ns1:r>
          </ns1:p>
        </ns0:txBody>
      </ns0:sp>
      <ns0:sp>
        <ns0:nvSpPr>
          <ns0:cNvPr id="13" name="AI・データリテラシー　導入 v1.3">
            <ns1:extLst>
              <ns1:ext uri="{FF2B5EF4-FFF2-40B4-BE49-F238E27FC236}">
                <ns2:creationId id="{1C7195CE-42D2-4A2F-BF58-654D2765933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4" name="9 / 29">
            <ns1:extLst>
              <ns1:ext uri="{FF2B5EF4-FFF2-40B4-BE49-F238E27FC236}">
                <ns2:creationId id="{9F41BC19-F7AE-4148-A20B-B138C9B6DE2C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9 / 29</ns1:t>
            </ns1:r>
          </ns1:p>
        </ns0:txBody>
      </ns0:sp>
    </ns0:spTree>
    <ns0:extLst>
      <ns0:ext uri="{BB962C8B-B14F-4D97-AF65-F5344CB8AC3E}">
        <ns5:creationId val="738500704"/>
      </ns0:ext>
    </ns0:extLst>
  </ns0:cSld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保存先の名前">
            <ns1:extLst>
              <ns1:ext uri="{FF2B5EF4-FFF2-40B4-BE49-F238E27FC236}">
                <ns2:creationId id="{9626B492-5EE0-43FE-834E-17AA27C19DD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保存先の名前</ns1:t>
            </ns1:r>
          </ns1:p>
        </ns0:txBody>
      </ns0:sp>
      <ns0:pic>
        <ns0:nvPicPr>
          <ns0:cNvPr id="16" name=""/>
          <ns0:cNvPicPr>
            <ns1:picLocks noChangeAspect="1"/>
          </ns0:cNvPicPr>
          <ns0:nvPr/>
        </ns0:nvPicPr>
        <ns0:blipFill>
          <ns1:blip ns3:embed="R46213f18e332433b">
            <ns1:extLst>
              <ns1:ext uri="{96DAC541-7B7A-43D3-8B79-37D633B846F1}">
                <ns4:svgBlip ns3:embed="Rcf42513429f34cd9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pic>
        <ns0:nvPicPr>
          <ns0:cNvPr id="17" name=""/>
          <ns0:cNvPicPr>
            <ns1:picLocks noChangeAspect="1"/>
          </ns0:cNvPicPr>
          <ns0:nvPr/>
        </ns0:nvPicPr>
        <ns0:blipFill>
          <ns1:blip ns3:embed="R4bf5ede47a3d4ab8"/>
          <ns1:stretch/>
        </ns0:blipFill>
        <ns0:spPr>
          <ns1:xfrm>
            <ns1:off x="809625" y="1455539"/>
            <ns1:ext cx="10572750" cy="2422922"/>
          </ns1:xfrm>
          <ns1:prstGeom prst="rect">
            <ns1:avLst/>
          </ns1:prstGeom>
        </ns0:spPr>
      </ns0:pic>
      <ns0:sp>
        <ns0:nvSpPr>
          <ns0:cNvPr id="4" name="GitHub公式文書の画面例（2026-10-06閲覧）">
            <ns1:extLst>
              <ns1:ext uri="{FF2B5EF4-FFF2-40B4-BE49-F238E27FC236}">
                <ns2:creationId id="{7E41552B-5114-43B5-A698-DCB456FF5F99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981450"/>
            <ns1:ext cx="10668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rPr>
              <ns1:t>GitHub公式文書の画面例（2026-10-06閲覧）</ns1:t>
            </ns1:r>
          </ns1:p>
        </ns0:txBody>
      </ns0:sp>
      <ns0:sp>
        <ns0:nvSpPr>
          <ns0:cNvPr id="5" name="開く場所">
            <ns1:extLst>
              <ns1:ext uri="{FF2B5EF4-FFF2-40B4-BE49-F238E27FC236}">
                <ns2:creationId id="{BA932538-BFB6-4199-B427-F3C24F3649B2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6" name="新しいリポジトリの作成画面">
            <ns1:extLst>
              <ns1:ext uri="{FF2B5EF4-FFF2-40B4-BE49-F238E27FC236}">
                <ns2:creationId id="{D9D6A681-5B76-44EA-BF9E-31362542CAB5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新しいリポジトリの作成画面</ns1:t>
            </ns1:r>
          </ns1:p>
        </ns0:txBody>
      </ns0:sp>
      <ns0:sp>
        <ns0:nvSpPr>
          <ns0:cNvPr id="7" name="押すボタン・操作">
            <ns1:extLst>
              <ns1:ext uri="{FF2B5EF4-FFF2-40B4-BE49-F238E27FC236}">
                <ns2:creationId id="{BC420250-F062-4445-BFCB-C38DE01572C6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8" name="Repository nameの入力欄">
            <ns1:extLst>
              <ns1:ext uri="{FF2B5EF4-FFF2-40B4-BE49-F238E27FC236}">
                <ns2:creationId id="{6013C46D-98F5-4BDE-95A2-01071ADED7BA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Repository nameの入力欄</ns1:t>
            </ns1:r>
          </ns1:p>
        </ns0:txBody>
      </ns0:sp>
      <ns0:sp>
        <ns0:nvSpPr>
          <ns0:cNvPr id="9" name="入力・確認">
            <ns1:extLst>
              <ns1:ext uri="{FF2B5EF4-FFF2-40B4-BE49-F238E27FC236}">
                <ns2:creationId id="{55B037BA-CD3F-4520-84EC-CE26530DF6A1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10" name="ai-learning">
            <ns1:extLst>
              <ns1:ext uri="{FF2B5EF4-FFF2-40B4-BE49-F238E27FC236}">
                <ns2:creationId id="{E9AF10C8-7B75-4FF4-907A-6D83B0132079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ai-learning</ns1:t>
            </ns1:r>
          </ns1:p>
        </ns0:txBody>
      </ns0:sp>
      <ns0:sp>
        <ns0:nvSpPr>
          <ns0:cNvPr id="11" name="成功の目印">
            <ns1:extLst>
              <ns1:ext uri="{FF2B5EF4-FFF2-40B4-BE49-F238E27FC236}">
                <ns2:creationId id="{6009C339-82F0-40CF-B127-7A6649479CF3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2" name="名前はai-learning。">
            <ns1:extLst>
              <ns1:ext uri="{FF2B5EF4-FFF2-40B4-BE49-F238E27FC236}">
                <ns2:creationId id="{E48AE202-F989-45EC-9252-CB23997144EF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名前はai-learning。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学籍番号・氏名は入れない。</ns1:t>
            </ns1:r>
          </ns1:p>
        </ns0:txBody>
      </ns0:sp>
      <ns0:sp>
        <ns0:nvSpPr>
          <ns0:cNvPr id="13" name="AI・データリテラシー　導入 v1.3">
            <ns1:extLst>
              <ns1:ext uri="{FF2B5EF4-FFF2-40B4-BE49-F238E27FC236}">
                <ns2:creationId id="{6E78C85B-5C6B-46AC-9323-22171E0BC6A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4" name="10 / 29">
            <ns1:extLst>
              <ns1:ext uri="{FF2B5EF4-FFF2-40B4-BE49-F238E27FC236}">
                <ns2:creationId id="{CF74A4F9-04B7-4CAF-852E-4262FEBF3601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10 / 29</ns1:t>
            </ns1:r>
          </ns1:p>
        </ns0:txBody>
      </ns0:sp>
    </ns0:spTree>
    <ns0:extLst>
      <ns0:ext uri="{BB962C8B-B14F-4D97-AF65-F5344CB8AC3E}">
        <ns5:creationId val="1844391472"/>
      </ns0:ext>
    </ns0:extLst>
  </ns0:cSld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Privateの保存先">
            <ns1:extLst>
              <ns1:ext uri="{FF2B5EF4-FFF2-40B4-BE49-F238E27FC236}">
                <ns2:creationId id="{B652C521-A395-4CBB-8613-90B9DCD2DC0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Privateの保存先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b65384a672ee43cd">
            <ns1:extLst>
              <ns1:ext uri="{96DAC541-7B7A-43D3-8B79-37D633B846F1}">
                <ns4:svgBlip ns3:embed="R73788b7128b74fd3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4E0E3A8D-4928-4121-8E67-7186F5AD269B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新しいリポジトリの作成画面">
            <ns1:extLst>
              <ns1:ext uri="{FF2B5EF4-FFF2-40B4-BE49-F238E27FC236}">
                <ns2:creationId id="{CB6735F2-C220-4D0B-94DE-C9E28E0C2147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新しいリポジトリの作成画面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5C69DA20-98FC-49C5-93E6-83D27B34CCDA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Privateを選び、">
            <ns1:extLst>
              <ns1:ext uri="{FF2B5EF4-FFF2-40B4-BE49-F238E27FC236}">
                <ns2:creationId id="{2FBD301A-652E-47A0-B6B4-9D8CF94213F1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Privateを選び、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Create repositoryを押す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4844024F-34F0-4C55-A52C-18083C7F0B9A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公開範囲はPrivate。">
            <ns1:extLst>
              <ns1:ext uri="{FF2B5EF4-FFF2-40B4-BE49-F238E27FC236}">
                <ns2:creationId id="{EE516B69-6403-48E4-94E6-023FB1783CE5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公開範囲はPrivate。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Ownerが自分か、もう一度見る。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9793C41C-89E4-491D-A300-D4753CB6265E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上部に自分のusernameとPrivateが">
            <ns1:extLst>
              <ns1:ext uri="{FF2B5EF4-FFF2-40B4-BE49-F238E27FC236}">
                <ns2:creationId id="{A2635964-D234-46B1-8DF1-A464F0F38671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上部に自分のusernameとPrivateが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表示されれば作成できている。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42E6BE92-10F6-4A56-BD88-F4976C28D81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11 / 29">
            <ns1:extLst>
              <ns1:ext uri="{FF2B5EF4-FFF2-40B4-BE49-F238E27FC236}">
                <ns2:creationId id="{03FB1A7E-DD50-4B39-9E30-58C40886B0F2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11 / 29</ns1:t>
            </ns1:r>
          </ns1:p>
        </ns0:txBody>
      </ns0:sp>
    </ns0:spTree>
    <ns0:extLst>
      <ns0:ext uri="{BB962C8B-B14F-4D97-AF65-F5344CB8AC3E}">
        <ns5:creationId val="1444790063"/>
      </ns0:ext>
    </ns0:extLst>
  </ns0:cSld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画像を1枚用意する">
            <ns1:extLst>
              <ns1:ext uri="{FF2B5EF4-FFF2-40B4-BE49-F238E27FC236}">
                <ns2:creationId id="{6285C8AF-69F2-4EAE-A432-01BCCEF9A44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画像を1枚用意する</ns1:t>
            </ns1:r>
          </ns1:p>
        </ns0:txBody>
      </ns0:sp>
      <ns0:pic>
        <ns0:nvPicPr>
          <ns0:cNvPr id="16" name=""/>
          <ns0:cNvPicPr>
            <ns1:picLocks noChangeAspect="1"/>
          </ns0:cNvPicPr>
          <ns0:nvPr/>
        </ns0:nvPicPr>
        <ns0:blipFill>
          <ns1:blip ns3:embed="Rf51477de824d4ca8">
            <ns1:extLst>
              <ns1:ext uri="{96DAC541-7B7A-43D3-8B79-37D633B846F1}">
                <ns4:svgBlip ns3:embed="Rbce4e792077a46ce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pic>
        <ns0:nvPicPr>
          <ns0:cNvPr id="17" name=""/>
          <ns0:cNvPicPr>
            <ns1:picLocks noChangeAspect="1"/>
          </ns0:cNvPicPr>
          <ns0:nvPr/>
        </ns0:nvPicPr>
        <ns0:blipFill>
          <ns1:blip ns3:embed="Rd4b91ae133d84536"/>
          <ns1:stretch/>
        </ns0:blipFill>
        <ns0:spPr>
          <ns1:xfrm>
            <ns1:off x="4167188" y="1381125"/>
            <ns1:ext cx="3857625" cy="2571750"/>
          </ns1:xfrm>
          <ns1:prstGeom prst="rect">
            <ns1:avLst/>
          </ns1:prstGeom>
        </ns0:spPr>
      </ns0:pic>
      <ns0:sp>
        <ns0:nvSpPr>
          <ns0:cNvPr id="4" name="教員の配布画像。学生自身が生成した作品とは扱いません。">
            <ns1:extLst>
              <ns1:ext uri="{FF2B5EF4-FFF2-40B4-BE49-F238E27FC236}">
                <ns2:creationId id="{AE6E238F-B2D3-4747-A6EC-7B71C2F622A8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981450"/>
            <ns1:ext cx="10668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rPr>
              <ns1:t>教員の配布画像。学生自身が生成した作品とは扱いません。</ns1:t>
            </ns1:r>
          </ns1:p>
        </ns0:txBody>
      </ns0:sp>
      <ns0:sp>
        <ns0:nvSpPr>
          <ns0:cNvPr id="5" name="開く場所">
            <ns1:extLst>
              <ns1:ext uri="{FF2B5EF4-FFF2-40B4-BE49-F238E27FC236}">
                <ns2:creationId id="{945153F7-9D0A-44FA-A6B6-76EC080F2A94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6" name="使えるAI、または授業の配布画像">
            <ns1:extLst>
              <ns1:ext uri="{FF2B5EF4-FFF2-40B4-BE49-F238E27FC236}">
                <ns2:creationId id="{6E996B8B-60A4-4A18-AB15-03FACCDE7A56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使えるAI、または授業の配布画像</ns1:t>
            </ns1:r>
          </ns1:p>
        </ns0:txBody>
      </ns0:sp>
      <ns0:sp>
        <ns0:nvSpPr>
          <ns0:cNvPr id="7" name="押すボタン・操作">
            <ns1:extLst>
              <ns1:ext uri="{FF2B5EF4-FFF2-40B4-BE49-F238E27FC236}">
                <ns2:creationId id="{F1E3B658-4D1C-4857-9ECE-9E932E9CEF29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8" name="画像をダウンロードする">
            <ns1:extLst>
              <ns1:ext uri="{FF2B5EF4-FFF2-40B4-BE49-F238E27FC236}">
                <ns2:creationId id="{86159124-26C3-4775-8462-3F6B6060EA94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画像をダウンロードする</ns1:t>
            </ns1:r>
          </ns1:p>
        </ns0:txBody>
      </ns0:sp>
      <ns0:sp>
        <ns0:nvSpPr>
          <ns0:cNvPr id="9" name="入力・確認">
            <ns1:extLst>
              <ns1:ext uri="{FF2B5EF4-FFF2-40B4-BE49-F238E27FC236}">
                <ns2:creationId id="{64E1524A-7E36-49FF-B50C-02544B0FE72A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10" name="例：practice.png">
            <ns1:extLst>
              <ns1:ext uri="{FF2B5EF4-FFF2-40B4-BE49-F238E27FC236}">
                <ns2:creationId id="{190CE174-FCD8-4420-BA3C-79862933930F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例：practice.png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配布画像でも練習できる。</ns1:t>
            </ns1:r>
          </ns1:p>
        </ns0:txBody>
      </ns0:sp>
      <ns0:sp>
        <ns0:nvSpPr>
          <ns0:cNvPr id="11" name="成功の目印">
            <ns1:extLst>
              <ns1:ext uri="{FF2B5EF4-FFF2-40B4-BE49-F238E27FC236}">
                <ns2:creationId id="{41725D16-4542-4E23-BF12-3DC0399C55FA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2" name="パソコンで画像を開ける。">
            <ns1:extLst>
              <ns1:ext uri="{FF2B5EF4-FFF2-40B4-BE49-F238E27FC236}">
                <ns2:creationId id="{8A827DDD-6AE3-4BD2-B3D4-9945C5DDBF96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パソコンで画像を開ける。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配布画像でも同じように進める。</ns1:t>
            </ns1:r>
          </ns1:p>
        </ns0:txBody>
      </ns0:sp>
      <ns0:sp>
        <ns0:nvSpPr>
          <ns0:cNvPr id="13" name="AI・データリテラシー　導入 v1.3">
            <ns1:extLst>
              <ns1:ext uri="{FF2B5EF4-FFF2-40B4-BE49-F238E27FC236}">
                <ns2:creationId id="{4C526281-ACB4-4A44-AB82-AEA8D929186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4" name="12 / 29">
            <ns1:extLst>
              <ns1:ext uri="{FF2B5EF4-FFF2-40B4-BE49-F238E27FC236}">
                <ns2:creationId id="{2A7FCA57-0792-4E6E-9E0C-D881FFBC70DE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12 / 29</ns1:t>
            </ns1:r>
          </ns1:p>
        </ns0:txBody>
      </ns0:sp>
    </ns0:spTree>
    <ns0:extLst>
      <ns0:ext uri="{BB962C8B-B14F-4D97-AF65-F5344CB8AC3E}">
        <ns5:creationId val="1517395906"/>
      </ns0:ext>
    </ns0:extLst>
  </ns0:cSld>
</ns0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配布画像の保存">
            <ns1:extLst>
              <ns1:ext uri="{FF2B5EF4-FFF2-40B4-BE49-F238E27FC236}">
                <ns2:creationId id="{3154F755-8BB0-4602-8D2C-5A89D398DFD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配布画像の保存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355d59f3d7b94918">
            <ns1:extLst>
              <ns1:ext uri="{96DAC541-7B7A-43D3-8B79-37D633B846F1}">
                <ns4:svgBlip ns3:embed="Re334f8d4ef2f4f4f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0B51C5A3-CFF2-4C48-846B-73CA38A140DB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公開教材のassets/setup/practice.png">
            <ns1:extLst>
              <ns1:ext uri="{FF2B5EF4-FFF2-40B4-BE49-F238E27FC236}">
                <ns2:creationId id="{E4C88D15-A214-49EB-BF19-4E1B47417B6F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公開教材のassets/setup/practice.png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28B00AEB-45AC-4FA5-986F-F6D27EF62314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Download raw file">
            <ns1:extLst>
              <ns1:ext uri="{FF2B5EF4-FFF2-40B4-BE49-F238E27FC236}">
                <ns2:creationId id="{0DFF95D7-85EF-4D94-B0ED-13B2F3A3ACA0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Download raw file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7E803136-D6BB-4419-8495-9E2882816C25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画像そのものをパソコンへ保存。">
            <ns1:extLst>
              <ns1:ext uri="{FF2B5EF4-FFF2-40B4-BE49-F238E27FC236}">
                <ns2:creationId id="{A1597B02-18AC-4473-97CE-D93DA4C1C96A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画像そのものをパソコンへ保存。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ページURLのコピーだけで終えない。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880FAA19-5AE6-4BF6-BA98-8ED8ECF4FE37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保存したファイルを開くと画像が出る。">
            <ns1:extLst>
              <ns1:ext uri="{FF2B5EF4-FFF2-40B4-BE49-F238E27FC236}">
                <ns2:creationId id="{DC5FB35E-E54F-4EE5-A896-EA8A106402AF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保存したファイルを開くと画像が出る。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拡張子だけを書き換えない。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EFC1C3B6-EF12-4969-A3D4-EB346EC8F49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13 / 29">
            <ns1:extLst>
              <ns1:ext uri="{FF2B5EF4-FFF2-40B4-BE49-F238E27FC236}">
                <ns2:creationId id="{B6AE82AA-7CBB-4C51-989E-C8E487729288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13 / 29</ns1:t>
            </ns1:r>
          </ns1:p>
        </ns0:txBody>
      </ns0:sp>
    </ns0:spTree>
    <ns0:extLst>
      <ns0:ext uri="{BB962C8B-B14F-4D97-AF65-F5344CB8AC3E}">
        <ns5:creationId val="1245979787"/>
      </ns0:ext>
    </ns0:extLst>
  </ns0:cSld>
</ns0:sld>
</file>

<file path=ppt/slides/slide1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自分のsetupフォルダ">
            <ns1:extLst>
              <ns1:ext uri="{FF2B5EF4-FFF2-40B4-BE49-F238E27FC236}">
                <ns2:creationId id="{621FA739-E554-4B58-9374-51B60A6075C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自分のsetupフォルダ</ns1:t>
            </ns1:r>
          </ns1:p>
        </ns0:txBody>
      </ns0:sp>
      <ns0:pic>
        <ns0:nvPicPr>
          <ns0:cNvPr id="16" name=""/>
          <ns0:cNvPicPr>
            <ns1:picLocks noChangeAspect="1"/>
          </ns0:cNvPicPr>
          <ns0:nvPr/>
        </ns0:nvPicPr>
        <ns0:blipFill>
          <ns1:blip ns3:embed="R3d7ca55631d84fad">
            <ns1:extLst>
              <ns1:ext uri="{96DAC541-7B7A-43D3-8B79-37D633B846F1}">
                <ns4:svgBlip ns3:embed="Rcb22815932764d55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pic>
        <ns0:nvPicPr>
          <ns0:cNvPr id="17" name=""/>
          <ns0:cNvPicPr>
            <ns1:picLocks noChangeAspect="1"/>
          </ns0:cNvPicPr>
          <ns0:nvPr/>
        </ns0:nvPicPr>
        <ns0:blipFill>
          <ns1:blip ns3:embed="R59779195621144e8"/>
          <ns1:stretch/>
        </ns0:blipFill>
        <ns0:spPr>
          <ns1:xfrm>
            <ns1:off x="809625" y="1604584"/>
            <ns1:ext cx="10572750" cy="2124831"/>
          </ns1:xfrm>
          <ns1:prstGeom prst="rect">
            <ns1:avLst/>
          </ns1:prstGeom>
        </ns0:spPr>
      </ns0:pic>
      <ns0:sp>
        <ns0:nvSpPr>
          <ns0:cNvPr id="4" name="公開ひな形の実画面（2026-10-06）／学生は自分のPrivateへ">
            <ns1:extLst>
              <ns1:ext uri="{FF2B5EF4-FFF2-40B4-BE49-F238E27FC236}">
                <ns2:creationId id="{3815285A-60B4-45B8-9C8D-E64FC5A501DF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981450"/>
            <ns1:ext cx="10668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rPr>
              <ns1:t>公開ひな形の実画面（2026-10-06）／学生は自分のPrivateへ</ns1:t>
            </ns1:r>
          </ns1:p>
        </ns0:txBody>
      </ns0:sp>
      <ns0:sp>
        <ns0:nvSpPr>
          <ns0:cNvPr id="5" name="開く場所">
            <ns1:extLst>
              <ns1:ext uri="{FF2B5EF4-FFF2-40B4-BE49-F238E27FC236}">
                <ns2:creationId id="{29D2E15C-5BAF-4E60-AD11-EA5FA3683BAE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6" name="自分のai-learningを開く">
            <ns1:extLst>
              <ns1:ext uri="{FF2B5EF4-FFF2-40B4-BE49-F238E27FC236}">
                <ns2:creationId id="{58E5E0A4-3AD1-46CD-8E0F-637006C627A2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自分のai-learningを開く</ns1:t>
            </ns1:r>
          </ns1:p>
        </ns0:txBody>
      </ns0:sp>
      <ns0:sp>
        <ns0:nvSpPr>
          <ns0:cNvPr id="7" name="押すボタン・操作">
            <ns1:extLst>
              <ns1:ext uri="{FF2B5EF4-FFF2-40B4-BE49-F238E27FC236}">
                <ns2:creationId id="{046967E4-E79F-4D29-839A-E6A8C1AAB8E5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8" name="setupを押す">
            <ns1:extLst>
              <ns1:ext uri="{FF2B5EF4-FFF2-40B4-BE49-F238E27FC236}">
                <ns2:creationId id="{AAA9037C-3B98-4FD5-AB65-30AA52E02716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setupを押す</ns1:t>
            </ns1:r>
          </ns1:p>
        </ns0:txBody>
      </ns0:sp>
      <ns0:sp>
        <ns0:nvSpPr>
          <ns0:cNvPr id="9" name="入力・確認">
            <ns1:extLst>
              <ns1:ext uri="{FF2B5EF4-FFF2-40B4-BE49-F238E27FC236}">
                <ns2:creationId id="{AD8408F8-8046-4B1D-85F2-DFC5EBA8772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10" name="Ownerが自分か見る。">
            <ns1:extLst>
              <ns1:ext uri="{FF2B5EF4-FFF2-40B4-BE49-F238E27FC236}">
                <ns2:creationId id="{16279BB1-4923-4245-BE42-CF912E873D56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Ownerが自分か見る。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画像はsetupへ入れる。</ns1:t>
            </ns1:r>
          </ns1:p>
        </ns0:txBody>
      </ns0:sp>
      <ns0:sp>
        <ns0:nvSpPr>
          <ns0:cNvPr id="11" name="成功の目印">
            <ns1:extLst>
              <ns1:ext uri="{FF2B5EF4-FFF2-40B4-BE49-F238E27FC236}">
                <ns2:creationId id="{32ED846B-AD00-4B14-8468-D2000D1DC5DE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2" name="setupにREADME.mdがある。">
            <ns1:extLst>
              <ns1:ext uri="{FF2B5EF4-FFF2-40B4-BE49-F238E27FC236}">
                <ns2:creationId id="{29898C95-42EE-4879-A25B-1025B3E1FA2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setupにREADME.mdがある。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自分のPrivate保存先で進める。</ns1:t>
            </ns1:r>
          </ns1:p>
        </ns0:txBody>
      </ns0:sp>
      <ns0:sp>
        <ns0:nvSpPr>
          <ns0:cNvPr id="13" name="AI・データリテラシー　導入 v1.3">
            <ns1:extLst>
              <ns1:ext uri="{FF2B5EF4-FFF2-40B4-BE49-F238E27FC236}">
                <ns2:creationId id="{D3BA8C4E-C332-4662-AA51-BAA2D4A0CA0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4" name="14 / 29">
            <ns1:extLst>
              <ns1:ext uri="{FF2B5EF4-FFF2-40B4-BE49-F238E27FC236}">
                <ns2:creationId id="{5E47A350-54D1-4773-BEC2-535B881F6411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14 / 29</ns1:t>
            </ns1:r>
          </ns1:p>
        </ns0:txBody>
      </ns0:sp>
    </ns0:spTree>
    <ns0:extLst>
      <ns0:ext uri="{BB962C8B-B14F-4D97-AF65-F5344CB8AC3E}">
        <ns5:creationId val="539105119"/>
      </ns0:ext>
    </ns0:extLst>
  </ns0:cSld>
</ns0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画像をファイルとして追加">
            <ns1:extLst>
              <ns1:ext uri="{FF2B5EF4-FFF2-40B4-BE49-F238E27FC236}">
                <ns2:creationId id="{13EF863A-8395-42C0-81D4-328CDA16F45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画像をファイルとして追加</ns1:t>
            </ns1:r>
          </ns1:p>
        </ns0:txBody>
      </ns0:sp>
      <ns0:pic>
        <ns0:nvPicPr>
          <ns0:cNvPr id="16" name=""/>
          <ns0:cNvPicPr>
            <ns1:picLocks noChangeAspect="1"/>
          </ns0:cNvPicPr>
          <ns0:nvPr/>
        </ns0:nvPicPr>
        <ns0:blipFill>
          <ns1:blip ns3:embed="R6032005f3ad74313">
            <ns1:extLst>
              <ns1:ext uri="{96DAC541-7B7A-43D3-8B79-37D633B846F1}">
                <ns4:svgBlip ns3:embed="R8481b799eb4d42de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pic>
        <ns0:nvPicPr>
          <ns0:cNvPr id="17" name=""/>
          <ns0:cNvPicPr>
            <ns1:picLocks noChangeAspect="1"/>
          </ns0:cNvPicPr>
          <ns0:nvPr/>
        </ns0:nvPicPr>
        <ns0:blipFill>
          <ns1:blip ns3:embed="R6980d9ce7605490e"/>
          <ns1:stretch/>
        </ns0:blipFill>
        <ns0:spPr>
          <ns1:xfrm>
            <ns1:off x="809625" y="1741884"/>
            <ns1:ext cx="10572750" cy="1850231"/>
          </ns1:xfrm>
          <ns1:prstGeom prst="rect">
            <ns1:avLst/>
          </ns1:prstGeom>
        </ns0:spPr>
      </ns0:pic>
      <ns0:sp>
        <ns0:nvSpPr>
          <ns0:cNvPr id="4" name="GitHub公式文書の画面例（2026-10-06閲覧）">
            <ns1:extLst>
              <ns1:ext uri="{FF2B5EF4-FFF2-40B4-BE49-F238E27FC236}">
                <ns2:creationId id="{C0A1241B-9F8C-447F-B356-3F54571EF5B2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981450"/>
            <ns1:ext cx="10668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rPr>
              <ns1:t>GitHub公式文書の画面例（2026-10-06閲覧）</ns1:t>
            </ns1:r>
          </ns1:p>
        </ns0:txBody>
      </ns0:sp>
      <ns0:sp>
        <ns0:nvSpPr>
          <ns0:cNvPr id="5" name="開く場所">
            <ns1:extLst>
              <ns1:ext uri="{FF2B5EF4-FFF2-40B4-BE49-F238E27FC236}">
                <ns2:creationId id="{BFF10CE4-CC8E-4E9A-B9B6-BB5239E20A59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6" name="自分のai-learningのsetup">
            <ns1:extLst>
              <ns1:ext uri="{FF2B5EF4-FFF2-40B4-BE49-F238E27FC236}">
                <ns2:creationId id="{A651BEA9-A902-4812-8FC5-6C2AEA96F440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自分のai-learningのsetup</ns1:t>
            </ns1:r>
          </ns1:p>
        </ns0:txBody>
      </ns0:sp>
      <ns0:sp>
        <ns0:nvSpPr>
          <ns0:cNvPr id="7" name="押すボタン・操作">
            <ns1:extLst>
              <ns1:ext uri="{FF2B5EF4-FFF2-40B4-BE49-F238E27FC236}">
                <ns2:creationId id="{334BF141-0CC6-4024-B615-BA9341F3E9D4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8" name="Add file、Upload files">
            <ns1:extLst>
              <ns1:ext uri="{FF2B5EF4-FFF2-40B4-BE49-F238E27FC236}">
                <ns2:creationId id="{A6F72579-0872-4060-8970-EC0285F66013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Add file、Upload files</ns1:t>
            </ns1:r>
          </ns1:p>
        </ns0:txBody>
      </ns0:sp>
      <ns0:sp>
        <ns0:nvSpPr>
          <ns0:cNvPr id="9" name="入力・確認">
            <ns1:extLst>
              <ns1:ext uri="{FF2B5EF4-FFF2-40B4-BE49-F238E27FC236}">
                <ns2:creationId id="{7AB92D76-305C-438E-BCE1-E34DD970B3D1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10" name="パソコンに保存した画像を選ぶ">
            <ns1:extLst>
              <ns1:ext uri="{FF2B5EF4-FFF2-40B4-BE49-F238E27FC236}">
                <ns2:creationId id="{55C488B0-1537-47B7-AD42-909EDADE28A7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パソコンに保存した画像を選ぶ</ns1:t>
            </ns1:r>
          </ns1:p>
        </ns0:txBody>
      </ns0:sp>
      <ns0:sp>
        <ns0:nvSpPr>
          <ns0:cNvPr id="11" name="成功の目印">
            <ns1:extLst>
              <ns1:ext uri="{FF2B5EF4-FFF2-40B4-BE49-F238E27FC236}">
                <ns2:creationId id="{02A94EA2-E1DC-419F-BCC1-11D04FB99C17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2" name="画像の追加画面へ進む。">
            <ns1:extLst>
              <ns1:ext uri="{FF2B5EF4-FFF2-40B4-BE49-F238E27FC236}">
                <ns2:creationId id="{B4FE1DC2-B3E5-4AD0-A33C-C518F7AA7E06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画像の追加画面へ進む。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画像をファイルとして追加する。</ns1:t>
            </ns1:r>
          </ns1:p>
        </ns0:txBody>
      </ns0:sp>
      <ns0:sp>
        <ns0:nvSpPr>
          <ns0:cNvPr id="13" name="AI・データリテラシー　導入 v1.3">
            <ns1:extLst>
              <ns1:ext uri="{FF2B5EF4-FFF2-40B4-BE49-F238E27FC236}">
                <ns2:creationId id="{7D07CC7A-2FEF-4320-A3DC-5CAB9CD7DAB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4" name="15 / 29">
            <ns1:extLst>
              <ns1:ext uri="{FF2B5EF4-FFF2-40B4-BE49-F238E27FC236}">
                <ns2:creationId id="{49F46308-7C05-4B8C-BE06-30BF374B48CC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15 / 29</ns1:t>
            </ns1:r>
          </ns1:p>
        </ns0:txBody>
      </ns0:sp>
    </ns0:spTree>
    <ns0:extLst>
      <ns0:ext uri="{BB962C8B-B14F-4D97-AF65-F5344CB8AC3E}">
        <ns5:creationId val="717789057"/>
      </ns0:ext>
    </ns0:extLst>
  </ns0:cSld>
</ns0:sld>
</file>

<file path=ppt/slides/slide1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画像を選んで保存する">
            <ns1:extLst>
              <ns1:ext uri="{FF2B5EF4-FFF2-40B4-BE49-F238E27FC236}">
                <ns2:creationId id="{3F3F9195-A8F5-4494-BA7D-0FD14C50450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画像を選んで保存する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cbd439430bc44669">
            <ns1:extLst>
              <ns1:ext uri="{96DAC541-7B7A-43D3-8B79-37D633B846F1}">
                <ns4:svgBlip ns3:embed="Ree4d21121b5d456a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647E818E-9CC2-4975-B733-316F8A5EB999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setupのアップロード画面">
            <ns1:extLst>
              <ns1:ext uri="{FF2B5EF4-FFF2-40B4-BE49-F238E27FC236}">
                <ns2:creationId id="{9855D971-9691-47F7-9921-DD8CB9456F12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setupのアップロード画面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FAED77B2-4579-499F-A03B-F5A78EE34CD2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choose your files、Commit changes">
            <ns1:extLst>
              <ns1:ext uri="{FF2B5EF4-FFF2-40B4-BE49-F238E27FC236}">
                <ns2:creationId id="{A39F2F90-C7F4-4291-BFC1-979E946680D7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choose your files、Commit changes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DDFE5FAA-3167-4840-9F77-5EC5B89951E4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画像を1枚選ぶ。">
            <ns1:extLst>
              <ns1:ext uri="{FF2B5EF4-FFF2-40B4-BE49-F238E27FC236}">
                <ns2:creationId id="{DB99512C-9612-4467-8C39-E6F41F7E4B7B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画像を1枚選ぶ。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変更内容：練習用の画像を追加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28D5B5A6-A699-4932-B6DD-53CF4955C1D6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setupのファイル一覧へ戻り、">
            <ns1:extLst>
              <ns1:ext uri="{FF2B5EF4-FFF2-40B4-BE49-F238E27FC236}">
                <ns2:creationId id="{3129E116-A176-4C3B-A479-9EBD481C28EF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setupのファイル一覧へ戻り、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選んだ画像ファイル名が見える。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6BBEB56B-5541-4656-9C1C-879229E7AA4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16 / 29">
            <ns1:extLst>
              <ns1:ext uri="{FF2B5EF4-FFF2-40B4-BE49-F238E27FC236}">
                <ns2:creationId id="{00D7CD25-680D-4021-960E-84FB5151DD49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16 / 29</ns1:t>
            </ns1:r>
          </ns1:p>
        </ns0:txBody>
      </ns0:sp>
    </ns0:spTree>
    <ns0:extLst>
      <ns0:ext uri="{BB962C8B-B14F-4D97-AF65-F5344CB8AC3E}">
        <ns5:creationId val="443909005"/>
      </ns0:ext>
    </ns0:extLst>
  </ns0:cSld>
</ns0:sld>
</file>

<file path=ppt/slides/slide1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保存した画像の表示">
            <ns1:extLst>
              <ns1:ext uri="{FF2B5EF4-FFF2-40B4-BE49-F238E27FC236}">
                <ns2:creationId id="{FE8EE52D-892F-4DB9-9CDE-3EB42BD3BCE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保存した画像の表示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2458128d1df94393">
            <ns1:extLst>
              <ns1:ext uri="{96DAC541-7B7A-43D3-8B79-37D633B846F1}">
                <ns4:svgBlip ns3:embed="R789dd50f089244d0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BF2993C2-DC15-44D8-8AD8-4DF96FBEE5CD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自分のai-learningのsetup">
            <ns1:extLst>
              <ns1:ext uri="{FF2B5EF4-FFF2-40B4-BE49-F238E27FC236}">
                <ns2:creationId id="{9B4E6330-9CCB-49D9-8E89-08DFDB540A79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自分のai-learningのsetup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971BEEEF-ADF4-4F56-B243-E7594C0C1EBA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画像ファイル名を押す">
            <ns1:extLst>
              <ns1:ext uri="{FF2B5EF4-FFF2-40B4-BE49-F238E27FC236}">
                <ns2:creationId id="{0A527314-5B28-4C46-82A6-019EDF0F098A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画像ファイル名を押す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16545151-7F3B-4CF9-8F09-053ACBF1332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パソコンで開いた画像と比べる">
            <ns1:extLst>
              <ns1:ext uri="{FF2B5EF4-FFF2-40B4-BE49-F238E27FC236}">
                <ns2:creationId id="{FC41B76D-5D10-4C37-AB2D-7705A5E77921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パソコンで開いた画像と比べる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ACEF9697-EFB4-404B-8651-154722A27E8B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同じ画像がGitHubで表示される。">
            <ns1:extLst>
              <ns1:ext uri="{FF2B5EF4-FFF2-40B4-BE49-F238E27FC236}">
                <ns2:creationId id="{FAF0852C-5B32-4DD9-A6F6-EB35D2803405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同じ画像がGitHubで表示される。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空ファイルやページURLを見直す。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B928D1E7-8AEE-4443-A033-62DF525A79D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17 / 29">
            <ns1:extLst>
              <ns1:ext uri="{FF2B5EF4-FFF2-40B4-BE49-F238E27FC236}">
                <ns2:creationId id="{A60FD570-B609-428E-89D1-5D56BD67D8DF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17 / 29</ns1:t>
            </ns1:r>
          </ns1:p>
        </ns0:txBody>
      </ns0:sp>
    </ns0:spTree>
    <ns0:extLst>
      <ns0:ext uri="{BB962C8B-B14F-4D97-AF65-F5344CB8AC3E}">
        <ns5:creationId val="264172461"/>
      </ns0:ext>
    </ns0:extLst>
  </ns0:cSld>
</ns0:sld>
</file>

<file path=ppt/slides/slide1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利用記録を書く場所">
            <ns1:extLst>
              <ns1:ext uri="{FF2B5EF4-FFF2-40B4-BE49-F238E27FC236}">
                <ns2:creationId id="{26684D8B-4BE2-4E65-B071-A7ACA0935D4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利用記録を書く場所</ns1:t>
            </ns1:r>
          </ns1:p>
        </ns0:txBody>
      </ns0:sp>
      <ns0:pic>
        <ns0:nvPicPr>
          <ns0:cNvPr id="16" name=""/>
          <ns0:cNvPicPr>
            <ns1:picLocks noChangeAspect="1"/>
          </ns0:cNvPicPr>
          <ns0:nvPr/>
        </ns0:nvPicPr>
        <ns0:blipFill>
          <ns1:blip ns3:embed="R22db34e8df76411b">
            <ns1:extLst>
              <ns1:ext uri="{96DAC541-7B7A-43D3-8B79-37D633B846F1}">
                <ns4:svgBlip ns3:embed="Rcd7ab38507e34243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pic>
        <ns0:nvPicPr>
          <ns0:cNvPr id="17" name=""/>
          <ns0:cNvPicPr>
            <ns1:picLocks noChangeAspect="1"/>
          </ns0:cNvPicPr>
          <ns0:nvPr/>
        </ns0:nvPicPr>
        <ns0:blipFill>
          <ns1:blip ns3:embed="Re50b2700e4b145b0"/>
          <ns1:stretch/>
        </ns0:blipFill>
        <ns0:spPr>
          <ns1:xfrm>
            <ns1:off x="2926169" y="1381125"/>
            <ns1:ext cx="6339663" cy="2571750"/>
          </ns1:xfrm>
          <ns1:prstGeom prst="rect">
            <ns1:avLst/>
          </ns1:prstGeom>
        </ns0:spPr>
      </ns0:pic>
      <ns0:sp>
        <ns0:nvSpPr>
          <ns0:cNvPr id="4" name="公開ひな形の実画面（2026-10-06）／学生は自分の保存先へ">
            <ns1:extLst>
              <ns1:ext uri="{FF2B5EF4-FFF2-40B4-BE49-F238E27FC236}">
                <ns2:creationId id="{4E157826-EFB5-406F-BFC6-E24A2413C142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981450"/>
            <ns1:ext cx="10668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rPr>
              <ns1:t>公開ひな形の実画面（2026-10-06）／学生は自分の保存先へ</ns1:t>
            </ns1:r>
          </ns1:p>
        </ns0:txBody>
      </ns0:sp>
      <ns0:sp>
        <ns0:nvSpPr>
          <ns0:cNvPr id="5" name="開く場所">
            <ns1:extLst>
              <ns1:ext uri="{FF2B5EF4-FFF2-40B4-BE49-F238E27FC236}">
                <ns2:creationId id="{A89659C0-D89D-4F00-9ACA-82E0016A8D8A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6" name="自分のsetup/README.md">
            <ns1:extLst>
              <ns1:ext uri="{FF2B5EF4-FFF2-40B4-BE49-F238E27FC236}">
                <ns2:creationId id="{9CA874CD-BD82-4C3D-BA1A-9E4B3BB74D5F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自分のsetup/README.md</ns1:t>
            </ns1:r>
          </ns1:p>
        </ns0:txBody>
      </ns0:sp>
      <ns0:sp>
        <ns0:nvSpPr>
          <ns0:cNvPr id="7" name="押すボタン・操作">
            <ns1:extLst>
              <ns1:ext uri="{FF2B5EF4-FFF2-40B4-BE49-F238E27FC236}">
                <ns2:creationId id="{3DCF15D1-D8E1-402E-8DC5-DDCDF0FDE2BF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8" name="README.mdを開く">
            <ns1:extLst>
              <ns1:ext uri="{FF2B5EF4-FFF2-40B4-BE49-F238E27FC236}">
                <ns2:creationId id="{A3FFC971-3A05-4BC8-AF5A-4EA7D087B9F1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README.mdを開く</ns1:t>
            </ns1:r>
          </ns1:p>
        </ns0:txBody>
      </ns0:sp>
      <ns0:sp>
        <ns0:nvSpPr>
          <ns0:cNvPr id="9" name="入力・確認">
            <ns1:extLst>
              <ns1:ext uri="{FF2B5EF4-FFF2-40B4-BE49-F238E27FC236}">
                <ns2:creationId id="{90A5DB3C-DDAC-4FF1-AAFD-6D7B0B0E71D6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10" name="3つの見出しの下へ書く。">
            <ns1:extLst>
              <ns1:ext uri="{FF2B5EF4-FFF2-40B4-BE49-F238E27FC236}">
                <ns2:creationId id="{99590A8C-4CC0-4AF8-B680-0CF1CA8238AA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3つの見出しの下へ書く。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READMEは記録のファイル。</ns1:t>
            </ns1:r>
          </ns1:p>
        </ns0:txBody>
      </ns0:sp>
      <ns0:sp>
        <ns0:nvSpPr>
          <ns0:cNvPr id="11" name="成功の目印">
            <ns1:extLst>
              <ns1:ext uri="{FF2B5EF4-FFF2-40B4-BE49-F238E27FC236}">
                <ns2:creationId id="{1F7235D7-97D2-4EAF-B61F-00341C8DC14C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2" name="画像・利用・確認の3欄が読める。">
            <ns1:extLst>
              <ns1:ext uri="{FF2B5EF4-FFF2-40B4-BE49-F238E27FC236}">
                <ns2:creationId id="{0F58111E-EA00-42EF-9AD9-58C9205AE75D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画像・利用・確認の3欄が読める。</ns1:t>
            </ns1:r>
          </ns1:p>
        </ns0:txBody>
      </ns0:sp>
      <ns0:sp>
        <ns0:nvSpPr>
          <ns0:cNvPr id="13" name="AI・データリテラシー　導入 v1.3">
            <ns1:extLst>
              <ns1:ext uri="{FF2B5EF4-FFF2-40B4-BE49-F238E27FC236}">
                <ns2:creationId id="{6598D35B-8F8D-492C-8C3C-17B056C4D85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4" name="18 / 29">
            <ns1:extLst>
              <ns1:ext uri="{FF2B5EF4-FFF2-40B4-BE49-F238E27FC236}">
                <ns2:creationId id="{DE690315-258A-4180-BAAF-E15033AC4784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18 / 29</ns1:t>
            </ns1:r>
          </ns1:p>
        </ns0:txBody>
      </ns0:sp>
    </ns0:spTree>
    <ns0:extLst>
      <ns0:ext uri="{BB962C8B-B14F-4D97-AF65-F5344CB8AC3E}">
        <ns5:creationId val="1314545078"/>
      </ns0:ext>
    </ns0:extLst>
  </ns0:cSld>
</ns0:sld>
</file>

<file path=ppt/slides/slide1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READMEの編集">
            <ns1:extLst>
              <ns1:ext uri="{FF2B5EF4-FFF2-40B4-BE49-F238E27FC236}">
                <ns2:creationId id="{CFF46B56-9DF7-4BC6-A008-B7A944B213A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READMEの編集</ns1:t>
            </ns1:r>
          </ns1:p>
        </ns0:txBody>
      </ns0:sp>
      <ns0:pic>
        <ns0:nvPicPr>
          <ns0:cNvPr id="16" name=""/>
          <ns0:cNvPicPr>
            <ns1:picLocks noChangeAspect="1"/>
          </ns0:cNvPicPr>
          <ns0:nvPr/>
        </ns0:nvPicPr>
        <ns0:blipFill>
          <ns1:blip ns3:embed="R4be7b5a1f6ef4c1c">
            <ns1:extLst>
              <ns1:ext uri="{96DAC541-7B7A-43D3-8B79-37D633B846F1}">
                <ns4:svgBlip ns3:embed="R81285c60d4c843c6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pic>
        <ns0:nvPicPr>
          <ns0:cNvPr id="17" name=""/>
          <ns0:cNvPicPr>
            <ns1:picLocks noChangeAspect="1"/>
          </ns0:cNvPicPr>
          <ns0:nvPr/>
        </ns0:nvPicPr>
        <ns0:blipFill>
          <ns1:blip ns3:embed="R9a78e891f2d540de"/>
          <ns1:stretch/>
        </ns0:blipFill>
        <ns0:spPr>
          <ns1:xfrm>
            <ns1:off x="2060419" y="1381125"/>
            <ns1:ext cx="8071162" cy="2571750"/>
          </ns1:xfrm>
          <ns1:prstGeom prst="rect">
            <ns1:avLst/>
          </ns1:prstGeom>
        </ns0:spPr>
      </ns0:pic>
      <ns0:sp>
        <ns0:nvSpPr>
          <ns0:cNvPr id="4" name="GitHub公式文書の画面例（2026-10-06閲覧）">
            <ns1:extLst>
              <ns1:ext uri="{FF2B5EF4-FFF2-40B4-BE49-F238E27FC236}">
                <ns2:creationId id="{1A0CF6A2-769D-43B0-BA3F-FA02731C4054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981450"/>
            <ns1:ext cx="10668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rPr>
              <ns1:t>GitHub公式文書の画面例（2026-10-06閲覧）</ns1:t>
            </ns1:r>
          </ns1:p>
        </ns0:txBody>
      </ns0:sp>
      <ns0:sp>
        <ns0:nvSpPr>
          <ns0:cNvPr id="5" name="開く場所">
            <ns1:extLst>
              <ns1:ext uri="{FF2B5EF4-FFF2-40B4-BE49-F238E27FC236}">
                <ns2:creationId id="{6E64C123-BB70-4C8F-B463-A3DD7E214F41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6" name="自分のsetup/README.md">
            <ns1:extLst>
              <ns1:ext uri="{FF2B5EF4-FFF2-40B4-BE49-F238E27FC236}">
                <ns2:creationId id="{FC1F1DD5-FDF0-4BDC-ABCA-DD0C0DB4112A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自分のsetup/README.md</ns1:t>
            </ns1:r>
          </ns1:p>
        </ns0:txBody>
      </ns0:sp>
      <ns0:sp>
        <ns0:nvSpPr>
          <ns0:cNvPr id="7" name="押すボタン・操作">
            <ns1:extLst>
              <ns1:ext uri="{FF2B5EF4-FFF2-40B4-BE49-F238E27FC236}">
                <ns2:creationId id="{02751940-3778-4785-B269-256335BB0207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8" name="鉛筆の編集ボタン">
            <ns1:extLst>
              <ns1:ext uri="{FF2B5EF4-FFF2-40B4-BE49-F238E27FC236}">
                <ns2:creationId id="{0B05955B-70E8-476D-80F0-7BD3C64FB492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鉛筆の編集ボタン</ns1:t>
            </ns1:r>
          </ns1:p>
        </ns0:txBody>
      </ns0:sp>
      <ns0:sp>
        <ns0:nvSpPr>
          <ns0:cNvPr id="9" name="入力・確認">
            <ns1:extLst>
              <ns1:ext uri="{FF2B5EF4-FFF2-40B4-BE49-F238E27FC236}">
                <ns2:creationId id="{A1EB3A92-78AD-44CF-A372-9DE147D17089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10" name="ひな形の案内文を消して">
            <ns1:extLst>
              <ns1:ext uri="{FF2B5EF4-FFF2-40B4-BE49-F238E27FC236}">
                <ns2:creationId id="{35718B16-366D-419F-A846-955080DCDE00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ひな形の案内文を消して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実際に行ったことを書く</ns1:t>
            </ns1:r>
          </ns1:p>
        </ns0:txBody>
      </ns0:sp>
      <ns0:sp>
        <ns0:nvSpPr>
          <ns0:cNvPr id="11" name="成功の目印">
            <ns1:extLst>
              <ns1:ext uri="{FF2B5EF4-FFF2-40B4-BE49-F238E27FC236}">
                <ns2:creationId id="{5F315EE5-23E2-4353-B517-A90888531796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2" name="自分の文章が入っている。">
            <ns1:extLst>
              <ns1:ext uri="{FF2B5EF4-FFF2-40B4-BE49-F238E27FC236}">
                <ns2:creationId id="{ECE77386-F6A5-4033-A83B-6435C195B110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自分の文章が入っている。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会話全文・個人情報は書かない。</ns1:t>
            </ns1:r>
          </ns1:p>
        </ns0:txBody>
      </ns0:sp>
      <ns0:sp>
        <ns0:nvSpPr>
          <ns0:cNvPr id="13" name="AI・データリテラシー　導入 v1.3">
            <ns1:extLst>
              <ns1:ext uri="{FF2B5EF4-FFF2-40B4-BE49-F238E27FC236}">
                <ns2:creationId id="{4ACEA816-FD7F-4298-843D-852630359F3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4" name="19 / 29">
            <ns1:extLst>
              <ns1:ext uri="{FF2B5EF4-FFF2-40B4-BE49-F238E27FC236}">
                <ns2:creationId id="{CA96EEA9-78E3-43C1-8026-1F23C35EBE78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19 / 29</ns1:t>
            </ns1:r>
          </ns1:p>
        </ns0:txBody>
      </ns0:sp>
    </ns0:spTree>
    <ns0:extLst>
      <ns0:ext uri="{BB962C8B-B14F-4D97-AF65-F5344CB8AC3E}">
        <ns5:creationId val="868627171"/>
      </ns0:ext>
    </ns0:extLst>
  </ns0:cSld>
</ns0:sld>
</file>

<file path=ppt/slides/slide2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3つの欄に書く記録">
            <ns1:extLst>
              <ns1:ext uri="{FF2B5EF4-FFF2-40B4-BE49-F238E27FC236}">
                <ns2:creationId id="{25DB362C-F12F-4986-9805-9BF0998863A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3つの欄に書く記録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8fbe524c798a411e">
            <ns1:extLst>
              <ns1:ext uri="{96DAC541-7B7A-43D3-8B79-37D633B846F1}">
                <ns4:svgBlip ns3:embed="R71210a5fc7ad437b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8CC45FF4-786B-4708-AFB0-16175F0C8993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setup/README.mdの各見出し">
            <ns1:extLst>
              <ns1:ext uri="{FF2B5EF4-FFF2-40B4-BE49-F238E27FC236}">
                <ns2:creationId id="{2D085BA4-3C18-44D4-A8B5-C492B326D64E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setup/README.mdの各見出し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D3DF3ED3-5A28-4FE9-ABA9-813144066AD2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見出しの下を編集する">
            <ns1:extLst>
              <ns1:ext uri="{FF2B5EF4-FFF2-40B4-BE49-F238E27FC236}">
                <ns2:creationId id="{3B1212AC-B8C0-4185-848F-910F98E80615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見出しの下を編集する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48C1D730-8DA9-4DE4-B6E7-1DF39F327AD0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画像：practice.png">
            <ns1:extLst>
              <ns1:ext uri="{FF2B5EF4-FFF2-40B4-BE49-F238E27FC236}">
                <ns2:creationId id="{8F66D61C-457C-4274-B4A6-BFA744CC71F9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画像：practice.png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利用：教員の配布画像を使用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F2C9DE5E-7A3E-4126-BA50-86232E90517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確認：GitHubで画像を開いた。">
            <ns1:extLst>
              <ns1:ext uri="{FF2B5EF4-FFF2-40B4-BE49-F238E27FC236}">
                <ns2:creationId id="{3F628FD2-E612-42E1-8ECE-09A367A65384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確認：GitHubで画像を開いた。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自分が行った内容へ置き換える。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D6503AC2-15E8-47D1-8577-96368BE9D48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20 / 29">
            <ns1:extLst>
              <ns1:ext uri="{FF2B5EF4-FFF2-40B4-BE49-F238E27FC236}">
                <ns2:creationId id="{B191E881-A70F-4A9F-A0DF-79B164594FC6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20 / 29</ns1:t>
            </ns1:r>
          </ns1:p>
        </ns0:txBody>
      </ns0:sp>
    </ns0:spTree>
    <ns0:extLst>
      <ns0:ext uri="{BB962C8B-B14F-4D97-AF65-F5344CB8AC3E}">
        <ns5:creationId val="466430156"/>
      </ns0:ext>
    </ns0:extLst>
  </ns0:cSld>
</ns0:sld>
</file>

<file path=ppt/slides/slide2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保存前のPreview">
            <ns1:extLst>
              <ns1:ext uri="{FF2B5EF4-FFF2-40B4-BE49-F238E27FC236}">
                <ns2:creationId id="{9186D90B-7070-47C6-BEF2-B7B5B477033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保存前のPreview</ns1:t>
            </ns1:r>
          </ns1:p>
        </ns0:txBody>
      </ns0:sp>
      <ns0:pic>
        <ns0:nvPicPr>
          <ns0:cNvPr id="16" name=""/>
          <ns0:cNvPicPr>
            <ns1:picLocks noChangeAspect="1"/>
          </ns0:cNvPicPr>
          <ns0:nvPr/>
        </ns0:nvPicPr>
        <ns0:blipFill>
          <ns1:blip ns3:embed="R88163d6048424fb9">
            <ns1:extLst>
              <ns1:ext uri="{96DAC541-7B7A-43D3-8B79-37D633B846F1}">
                <ns4:svgBlip ns3:embed="R3a25d2d14ab145f0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pic>
        <ns0:nvPicPr>
          <ns0:cNvPr id="17" name=""/>
          <ns0:cNvPicPr>
            <ns1:picLocks noChangeAspect="1"/>
          </ns0:cNvPicPr>
          <ns0:nvPr/>
        </ns0:nvPicPr>
        <ns0:blipFill>
          <ns1:blip ns3:embed="Rd591b05ff0ca4c1b"/>
          <ns1:stretch/>
        </ns0:blipFill>
        <ns0:spPr>
          <ns1:xfrm>
            <ns1:off x="809625" y="1602383"/>
            <ns1:ext cx="10572750" cy="2129234"/>
          </ns1:xfrm>
          <ns1:prstGeom prst="rect">
            <ns1:avLst/>
          </ns1:prstGeom>
        </ns0:spPr>
      </ns0:pic>
      <ns0:sp>
        <ns0:nvSpPr>
          <ns0:cNvPr id="4" name="GitHub公式文書の画面例（2026-10-06閲覧）">
            <ns1:extLst>
              <ns1:ext uri="{FF2B5EF4-FFF2-40B4-BE49-F238E27FC236}">
                <ns2:creationId id="{8045186C-5D7F-4055-A84F-CBA780BB7AFF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981450"/>
            <ns1:ext cx="10668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rPr>
              <ns1:t>GitHub公式文書の画面例（2026-10-06閲覧）</ns1:t>
            </ns1:r>
          </ns1:p>
        </ns0:txBody>
      </ns0:sp>
      <ns0:sp>
        <ns0:nvSpPr>
          <ns0:cNvPr id="5" name="開く場所">
            <ns1:extLst>
              <ns1:ext uri="{FF2B5EF4-FFF2-40B4-BE49-F238E27FC236}">
                <ns2:creationId id="{3843E02A-A6A3-43FC-892A-1F8F7E39708E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6" name="READMEを編集中の画面">
            <ns1:extLst>
              <ns1:ext uri="{FF2B5EF4-FFF2-40B4-BE49-F238E27FC236}">
                <ns2:creationId id="{4B470566-ECBE-475D-BE24-9CF9A5E6EA73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READMEを編集中の画面</ns1:t>
            </ns1:r>
          </ns1:p>
        </ns0:txBody>
      </ns0:sp>
      <ns0:sp>
        <ns0:nvSpPr>
          <ns0:cNvPr id="7" name="押すボタン・操作">
            <ns1:extLst>
              <ns1:ext uri="{FF2B5EF4-FFF2-40B4-BE49-F238E27FC236}">
                <ns2:creationId id="{980907A4-163A-4E9E-8C8C-7C3B45DA12AD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8" name="Preview">
            <ns1:extLst>
              <ns1:ext uri="{FF2B5EF4-FFF2-40B4-BE49-F238E27FC236}">
                <ns2:creationId id="{316DB514-B81B-4A21-9C53-586A74A8456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Preview</ns1:t>
            </ns1:r>
          </ns1:p>
        </ns0:txBody>
      </ns0:sp>
      <ns0:sp>
        <ns0:nvSpPr>
          <ns0:cNvPr id="9" name="入力・確認">
            <ns1:extLst>
              <ns1:ext uri="{FF2B5EF4-FFF2-40B4-BE49-F238E27FC236}">
                <ns2:creationId id="{80370307-84E7-480B-B55B-BDA96D211BC5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10" name="見出しと自分の記録、">
            <ns1:extLst>
              <ns1:ext uri="{FF2B5EF4-FFF2-40B4-BE49-F238E27FC236}">
                <ns2:creationId id="{D2956805-CD83-4344-8EC9-C1DA24C9060D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見出しと自分の記録、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画像のファイル名を読み返す</ns1:t>
            </ns1:r>
          </ns1:p>
        </ns0:txBody>
      </ns0:sp>
      <ns0:sp>
        <ns0:nvSpPr>
          <ns0:cNvPr id="11" name="成功の目印">
            <ns1:extLst>
              <ns1:ext uri="{FF2B5EF4-FFF2-40B4-BE49-F238E27FC236}">
                <ns2:creationId id="{CE9AFA64-1960-436B-A689-23FF5D6E21F4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2" name="3つの欄が読める。">
            <ns1:extLst>
              <ns1:ext uri="{FF2B5EF4-FFF2-40B4-BE49-F238E27FC236}">
                <ns2:creationId id="{25627B64-1EF2-4AAD-9ABC-51B6581710AC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3つの欄が読める。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案内文のまま残っていない。</ns1:t>
            </ns1:r>
          </ns1:p>
        </ns0:txBody>
      </ns0:sp>
      <ns0:sp>
        <ns0:nvSpPr>
          <ns0:cNvPr id="13" name="AI・データリテラシー　導入 v1.3">
            <ns1:extLst>
              <ns1:ext uri="{FF2B5EF4-FFF2-40B4-BE49-F238E27FC236}">
                <ns2:creationId id="{B0599B63-ED93-4333-BE5B-7562BF65A30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4" name="21 / 29">
            <ns1:extLst>
              <ns1:ext uri="{FF2B5EF4-FFF2-40B4-BE49-F238E27FC236}">
                <ns2:creationId id="{37006CC3-A0A8-4FD2-A9B8-5B89A7C871D2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21 / 29</ns1:t>
            </ns1:r>
          </ns1:p>
        </ns0:txBody>
      </ns0:sp>
    </ns0:spTree>
    <ns0:extLst>
      <ns0:ext uri="{BB962C8B-B14F-4D97-AF65-F5344CB8AC3E}">
        <ns5:creationId val="1649771667"/>
      </ns0:ext>
    </ns0:extLst>
  </ns0:cSld>
</ns0:sld>
</file>

<file path=ppt/slides/slide2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Commit changesで記録を保存">
            <ns1:extLst>
              <ns1:ext uri="{FF2B5EF4-FFF2-40B4-BE49-F238E27FC236}">
                <ns2:creationId id="{6E4B3266-5B94-4B24-9B8C-7F831342456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Commit changesで記録を保存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8b9de92803874248">
            <ns1:extLst>
              <ns1:ext uri="{96DAC541-7B7A-43D3-8B79-37D633B846F1}">
                <ns4:svgBlip ns3:embed="R6a6f1c407cc848ee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9419C568-9BFB-42B7-97F7-3E90ABABE490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READMEを編集中の画面">
            <ns1:extLst>
              <ns1:ext uri="{FF2B5EF4-FFF2-40B4-BE49-F238E27FC236}">
                <ns2:creationId id="{7A3D4EE9-02F6-4E60-9C86-93A0D2F640CD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READMEを編集中の画面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149FD611-1E11-4E1E-B132-3E64537CB38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Commit changes">
            <ns1:extLst>
              <ns1:ext uri="{FF2B5EF4-FFF2-40B4-BE49-F238E27FC236}">
                <ns2:creationId id="{D6AB459D-EB20-4863-934F-1B20222BC339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Commit changes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A3083CF5-D663-49E9-9BEC-791157A9975F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変更内容：初回の利用記録を追加">
            <ns1:extLst>
              <ns1:ext uri="{FF2B5EF4-FFF2-40B4-BE49-F238E27FC236}">
                <ns2:creationId id="{7A959A34-6623-4073-820F-379290D267DB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変更内容：初回の利用記録を追加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自分の保存先のdefault branchへ保存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7A831FD1-875A-497C-AA4A-88EF008D4C93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READMEの表示へ戻り、文章が反映。">
            <ns1:extLst>
              <ns1:ext uri="{FF2B5EF4-FFF2-40B4-BE49-F238E27FC236}">
                <ns2:creationId id="{2F5B249F-6564-4F1A-8AB3-6F4F6EC4880E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READMEの表示へ戻り、文章が反映。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commitはこの時点の変更の記録。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85A1C8C5-08E4-46B0-A82A-F8690272E5F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22 / 29">
            <ns1:extLst>
              <ns1:ext uri="{FF2B5EF4-FFF2-40B4-BE49-F238E27FC236}">
                <ns2:creationId id="{AF52E0ED-3652-4634-B603-7E9C2052893A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22 / 29</ns1:t>
            </ns1:r>
          </ns1:p>
        </ns0:txBody>
      </ns0:sp>
    </ns0:spTree>
    <ns0:extLst>
      <ns0:ext uri="{BB962C8B-B14F-4D97-AF65-F5344CB8AC3E}">
        <ns5:creationId val="536023244"/>
      </ns0:ext>
    </ns0:extLst>
  </ns0:cSld>
</ns0:sld>
</file>

<file path=ppt/slides/slide2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授業用リポジトリのSettings">
            <ns1:extLst>
              <ns1:ext uri="{FF2B5EF4-FFF2-40B4-BE49-F238E27FC236}">
                <ns2:creationId id="{EB6EC9F5-38A4-4366-BBC0-F04F548B196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授業用リポジトリのSettings</ns1:t>
            </ns1:r>
          </ns1:p>
        </ns0:txBody>
      </ns0:sp>
      <ns0:pic>
        <ns0:nvPicPr>
          <ns0:cNvPr id="16" name=""/>
          <ns0:cNvPicPr>
            <ns1:picLocks noChangeAspect="1"/>
          </ns0:cNvPicPr>
          <ns0:nvPr/>
        </ns0:nvPicPr>
        <ns0:blipFill>
          <ns1:blip ns3:embed="R1a23c2d3d2f344fd">
            <ns1:extLst>
              <ns1:ext uri="{96DAC541-7B7A-43D3-8B79-37D633B846F1}">
                <ns4:svgBlip ns3:embed="R49645903e8cc4e20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pic>
        <ns0:nvPicPr>
          <ns0:cNvPr id="17" name=""/>
          <ns0:cNvPicPr>
            <ns1:picLocks noChangeAspect="1"/>
          </ns0:cNvPicPr>
          <ns0:nvPr/>
        </ns0:nvPicPr>
        <ns0:blipFill>
          <ns1:blip ns3:embed="R7118f2dd886f4c51"/>
          <ns1:stretch/>
        </ns0:blipFill>
        <ns0:spPr>
          <ns1:xfrm>
            <ns1:off x="809625" y="2145705"/>
            <ns1:ext cx="10572750" cy="1042591"/>
          </ns1:xfrm>
          <ns1:prstGeom prst="rect">
            <ns1:avLst/>
          </ns1:prstGeom>
        </ns0:spPr>
      </ns0:pic>
      <ns0:sp>
        <ns0:nvSpPr>
          <ns0:cNvPr id="4" name="GitHub公式文書の画面例（2026-10-06閲覧）">
            <ns1:extLst>
              <ns1:ext uri="{FF2B5EF4-FFF2-40B4-BE49-F238E27FC236}">
                <ns2:creationId id="{C47303E4-91DF-4197-BECB-41E944CA6228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981450"/>
            <ns1:ext cx="10668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536C78"/>
                </ns1:solidFill>
                <ns1:latin typeface="Meiryo"/>
                <ns1:ea typeface="Meiryo"/>
                <ns1:cs typeface="Meiryo"/>
              </ns1:rPr>
              <ns1:t>GitHub公式文書の画面例（2026-10-06閲覧）</ns1:t>
            </ns1:r>
          </ns1:p>
        </ns0:txBody>
      </ns0:sp>
      <ns0:sp>
        <ns0:nvSpPr>
          <ns0:cNvPr id="5" name="開く場所">
            <ns1:extLst>
              <ns1:ext uri="{FF2B5EF4-FFF2-40B4-BE49-F238E27FC236}">
                <ns2:creationId id="{139A211C-8448-4EE3-BBD6-BC54591949A3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6" name="自分のai-learning">
            <ns1:extLst>
              <ns1:ext uri="{FF2B5EF4-FFF2-40B4-BE49-F238E27FC236}">
                <ns2:creationId id="{0B554D97-1FF7-4E94-A4C6-9A1AA6FBEB2F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自分のai-learning</ns1:t>
            </ns1:r>
          </ns1:p>
        </ns0:txBody>
      </ns0:sp>
      <ns0:sp>
        <ns0:nvSpPr>
          <ns0:cNvPr id="7" name="押すボタン・操作">
            <ns1:extLst>
              <ns1:ext uri="{FF2B5EF4-FFF2-40B4-BE49-F238E27FC236}">
                <ns2:creationId id="{8B35F5D8-1A4A-41CB-8165-B8F73990CE1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3338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8" name="リポジトリのSettings">
            <ns1:extLst>
              <ns1:ext uri="{FF2B5EF4-FFF2-40B4-BE49-F238E27FC236}">
                <ns2:creationId id="{2FD09881-6FDE-4AA6-8C38-9DA4AC9DA72D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6958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リポジトリのSettings</ns1:t>
            </ns1:r>
          </ns1:p>
        </ns0:txBody>
      </ns0:sp>
      <ns0:sp>
        <ns0:nvSpPr>
          <ns0:cNvPr id="9" name="入力・確認">
            <ns1:extLst>
              <ns1:ext uri="{FF2B5EF4-FFF2-40B4-BE49-F238E27FC236}">
                <ns2:creationId id="{127921D4-2F4A-43B3-9506-6CBD0C94DD48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10" name="Ownerは自分、Private。">
            <ns1:extLst>
              <ns1:ext uri="{FF2B5EF4-FFF2-40B4-BE49-F238E27FC236}">
                <ns2:creationId id="{6A9EE78F-AB4B-4774-9564-539FA41AA808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Ownerは自分、Private。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リポジトリの設定を開く。</ns1:t>
            </ns1:r>
          </ns1:p>
        </ns0:txBody>
      </ns0:sp>
      <ns0:sp>
        <ns0:nvSpPr>
          <ns0:cNvPr id="11" name="成功の目印">
            <ns1:extLst>
              <ns1:ext uri="{FF2B5EF4-FFF2-40B4-BE49-F238E27FC236}">
                <ns2:creationId id="{53071EFD-D8CA-4DB1-A1C3-025866E5761E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286375"/>
            <ns1:ext cx="52387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2" name="自分の保存先の設定が開く。">
            <ns1:extLst>
              <ns1:ext uri="{FF2B5EF4-FFF2-40B4-BE49-F238E27FC236}">
                <ns2:creationId id="{AC9881F9-C413-45CC-B649-68755F4CE7B9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5648325"/>
            <ns1:ext cx="52387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自分の保存先の設定が開く。</ns1:t>
            </ns1:r>
          </ns1:p>
          <ns1:p>
            <ns1:pPr>
              <ns1:def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400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Privateのまま進める。</ns1:t>
            </ns1:r>
          </ns1:p>
        </ns0:txBody>
      </ns0:sp>
      <ns0:sp>
        <ns0:nvSpPr>
          <ns0:cNvPr id="13" name="AI・データリテラシー　導入 v1.3">
            <ns1:extLst>
              <ns1:ext uri="{FF2B5EF4-FFF2-40B4-BE49-F238E27FC236}">
                <ns2:creationId id="{977ACEE0-CBF5-4E91-B018-7E4E8D73323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4" name="23 / 29">
            <ns1:extLst>
              <ns1:ext uri="{FF2B5EF4-FFF2-40B4-BE49-F238E27FC236}">
                <ns2:creationId id="{DCD32FE9-FB58-452C-892C-1CDB659282A4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23 / 29</ns1:t>
            </ns1:r>
          </ns1:p>
        </ns0:txBody>
      </ns0:sp>
    </ns0:spTree>
    <ns0:extLst>
      <ns0:ext uri="{BB962C8B-B14F-4D97-AF65-F5344CB8AC3E}">
        <ns5:creationId val="1357209945"/>
      </ns0:ext>
    </ns0:extLst>
  </ns0:cSld>
</ns0:sld>
</file>

<file path=ppt/slides/slide2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教員をCollaboratorsへ招待">
            <ns1:extLst>
              <ns1:ext uri="{FF2B5EF4-FFF2-40B4-BE49-F238E27FC236}">
                <ns2:creationId id="{5516486B-94FA-468D-98AA-C02ADD17197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教員をCollaboratorsへ招待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a9fef4507fe94f7a">
            <ns1:extLst>
              <ns1:ext uri="{96DAC541-7B7A-43D3-8B79-37D633B846F1}">
                <ns4:svgBlip ns3:embed="R7ad51d05bf304eaa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F9C3C4DD-87CF-4819-B0C4-EB31359EBA2A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ai-learningのSettings">
            <ns1:extLst>
              <ns1:ext uri="{FF2B5EF4-FFF2-40B4-BE49-F238E27FC236}">
                <ns2:creationId id="{643516E4-4CB7-43E6-BB2C-F679BEE20F8F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ai-learningのSettings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590AB126-D581-44DA-BDB0-F49036951C87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Collaborators、Add people">
            <ns1:extLst>
              <ns1:ext uri="{FF2B5EF4-FFF2-40B4-BE49-F238E27FC236}">
                <ns2:creationId id="{539FB9AA-ACA6-448D-A752-444278FCB290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Collaborators、Add people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B2E2EC60-A8B1-48B1-9CA4-5677001732A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tsuchiyatakahirolab">
            <ns1:extLst>
              <ns1:ext uri="{FF2B5EF4-FFF2-40B4-BE49-F238E27FC236}">
                <ns2:creationId id="{64D33D9E-DE97-4EFC-8E2F-9A6D6FF5B686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tsuchiyatakahirolab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候補のusernameを最後まで確認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406E1ECF-45FA-4041-893F-198600B20051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招待中の表示になれば次へ進む。">
            <ns1:extLst>
              <ns1:ext uri="{FF2B5EF4-FFF2-40B4-BE49-F238E27FC236}">
                <ns2:creationId id="{DD934E42-C3E6-4EE8-954F-0E703028E9F1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招待中の表示になれば次へ進む。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パスワードや認証コードは渡さない。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9AEFDC2A-D9E4-4857-AA07-3E63592D649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24 / 29">
            <ns1:extLst>
              <ns1:ext uri="{FF2B5EF4-FFF2-40B4-BE49-F238E27FC236}">
                <ns2:creationId id="{B17BEDF6-C9B8-4A7D-9FE8-5D6BE8F99533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24 / 29</ns1:t>
            </ns1:r>
          </ns1:p>
        </ns0:txBody>
      </ns0:sp>
    </ns0:spTree>
    <ns0:extLst>
      <ns0:ext uri="{BB962C8B-B14F-4D97-AF65-F5344CB8AC3E}">
        <ns5:creationId val="1030673380"/>
      </ns0:ext>
    </ns0:extLst>
  </ns0:cSld>
</ns0:sld>
</file>

<file path=ppt/slides/slide2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初回登録で送る内容">
            <ns1:extLst>
              <ns1:ext uri="{FF2B5EF4-FFF2-40B4-BE49-F238E27FC236}">
                <ns2:creationId id="{C018EEC5-2D5B-4272-B153-488E32852B6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初回登録で送る内容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5801319aaf784880">
            <ns1:extLst>
              <ns1:ext uri="{96DAC541-7B7A-43D3-8B79-37D633B846F1}">
                <ns4:svgBlip ns3:embed="Re7e42b1c04cf445c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92DC515E-ED87-4789-99C7-7C6CB1BDF09C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学内の既存初回登録フォーム">
            <ns1:extLst>
              <ns1:ext uri="{FF2B5EF4-FFF2-40B4-BE49-F238E27FC236}">
                <ns2:creationId id="{8928E375-15B5-4A5E-A02A-50F4FD092227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学内の既存初回登録フォーム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091EA99C-EBF6-4608-BAB3-61D7C9C757FD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大学アカウントで開いて送信">
            <ns1:extLst>
              <ns1:ext uri="{FF2B5EF4-FFF2-40B4-BE49-F238E27FC236}">
                <ns2:creationId id="{F6694C3B-DBCA-4E80-BA56-65B832346BF1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大学アカウントで開いて送信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C7A01208-B7CE-4C31-9DD8-BF55E309ACD2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学籍番号、GitHub username、">
            <ns1:extLst>
              <ns1:ext uri="{FF2B5EF4-FFF2-40B4-BE49-F238E27FC236}">
                <ns2:creationId id="{9765A785-AF25-4CA3-A1A0-40106954A97A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学籍番号、GitHub username、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自分のrepository URLを入力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3A020CC7-B6AC-4DF3-B1E3-F005B0BAD6F0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送信完了画面が出る。">
            <ns1:extLst>
              <ns1:ext uri="{FF2B5EF4-FFF2-40B4-BE49-F238E27FC236}">
                <ns2:creationId id="{9F26B8A2-66C5-4F79-B046-4D36E4CAAC4B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送信完了画面が出る。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初回はcommit URLを送らない。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923E6501-ACBD-4491-9F53-BCD1F775C1D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25 / 29">
            <ns1:extLst>
              <ns1:ext uri="{FF2B5EF4-FFF2-40B4-BE49-F238E27FC236}">
                <ns2:creationId id="{7C693E6C-2754-4037-B9DC-58EA637D07D0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25 / 29</ns1:t>
            </ns1:r>
          </ns1:p>
        </ns0:txBody>
      </ns0:sp>
    </ns0:spTree>
    <ns0:extLst>
      <ns0:ext uri="{BB962C8B-B14F-4D97-AF65-F5344CB8AC3E}">
        <ns5:creationId val="1772793095"/>
      </ns0:ext>
    </ns0:extLst>
  </ns0:cSld>
</ns0:sld>
</file>

<file path=ppt/slides/slide2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登録後は点検の結果を待つ">
            <ns1:extLst>
              <ns1:ext uri="{FF2B5EF4-FFF2-40B4-BE49-F238E27FC236}">
                <ns2:creationId id="{F3081EF3-27C5-4E13-96FD-B33C17E40C8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登録後は点検の結果を待つ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447b25dde73246d8">
            <ns1:extLst>
              <ns1:ext uri="{96DAC541-7B7A-43D3-8B79-37D633B846F1}">
                <ns4:svgBlip ns3:embed="R9a0d10cb19e4453e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58A29372-1142-4B7F-95DF-7ADE63610EF7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授業ページの結果案内">
            <ns1:extLst>
              <ns1:ext uri="{FF2B5EF4-FFF2-40B4-BE49-F238E27FC236}">
                <ns2:creationId id="{517564CD-1E28-4522-BFF4-131C36491CCF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授業ページの結果案内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7A9604A6-50C4-4C08-BF42-8A9A40B9694B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指定された結果の受け取り方を見る">
            <ns1:extLst>
              <ns1:ext uri="{FF2B5EF4-FFF2-40B4-BE49-F238E27FC236}">
                <ns2:creationId id="{E2E07253-8870-4B0D-B251-4FFD4A06ADF4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指定された結果の受け取り方を見る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F6D144E9-0E05-4976-8B31-B32CD3D5DAF2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保存・招待・初回登録が終われば">
            <ns1:extLst>
              <ns1:ext uri="{FF2B5EF4-FFF2-40B4-BE49-F238E27FC236}">
                <ns2:creationId id="{C68CCDC0-6F64-4531-AE48-513F6843184F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保存・招待・初回登録が終われば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学生の準備作業は完了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3CB6B154-1816-42C8-8158-1B8C7CDBD47D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通知が有効な授業では本人に届く。">
            <ns1:extLst>
              <ns1:ext uri="{FF2B5EF4-FFF2-40B4-BE49-F238E27FC236}">
                <ns2:creationId id="{BE6A6203-EC3B-4B66-BC84-0D5AD347056C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通知が有効な授業では本人に届く。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すぐ届くという約束はしない。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39C5D630-9C0D-4738-8D92-087E8444DA3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26 / 29">
            <ns1:extLst>
              <ns1:ext uri="{FF2B5EF4-FFF2-40B4-BE49-F238E27FC236}">
                <ns2:creationId id="{2E9CF9BF-0383-4D6F-B8AD-7A4677B80CD7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26 / 29</ns1:t>
            </ns1:r>
          </ns1:p>
        </ns0:txBody>
      </ns0:sp>
    </ns0:spTree>
    <ns0:extLst>
      <ns0:ext uri="{BB962C8B-B14F-4D97-AF65-F5344CB8AC3E}">
        <ns5:creationId val="415361175"/>
      </ns0:ext>
    </ns0:extLst>
  </ns0:cSld>
</ns0:sld>
</file>

<file path=ppt/slides/slide2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修正が必要になった場合">
            <ns1:extLst>
              <ns1:ext uri="{FF2B5EF4-FFF2-40B4-BE49-F238E27FC236}">
                <ns2:creationId id="{C753E1EE-A922-4F3E-AB93-53ECBDD2FFE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修正が必要になった場合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6eb5aa8d5c8248f9">
            <ns1:extLst>
              <ns1:ext uri="{96DAC541-7B7A-43D3-8B79-37D633B846F1}">
                <ns4:svgBlip ns3:embed="R4d279a14bff443cc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A9CE5CA7-82EA-4C6F-BB27-E37305185DF4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結果に書かれた自分のファイル">
            <ns1:extLst>
              <ns1:ext uri="{FF2B5EF4-FFF2-40B4-BE49-F238E27FC236}">
                <ns2:creationId id="{676A0E83-A64F-41FF-A175-C8505C188CC7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結果に書かれた自分のファイル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1936D29D-19DC-435A-87D5-304F8BA214AC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指定箇所だけを直して保存">
            <ns1:extLst>
              <ns1:ext uri="{FF2B5EF4-FFF2-40B4-BE49-F238E27FC236}">
                <ns2:creationId id="{1D3B9ACC-7123-4892-AD45-4DF3CF8361A1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指定箇所だけを直して保存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A75BF0D1-686B-4781-964D-77A8D612C82C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画像・READMEの修正なら登録の">
            <ns1:extLst>
              <ns1:ext uri="{FF2B5EF4-FFF2-40B4-BE49-F238E27FC236}">
                <ns2:creationId id="{05ABFB53-DEAF-424B-AF3A-1463C64D0CA5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画像・READMEの修正なら登録の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再送は不要。URLの誤りは登録も直す。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4051A4E5-BBC6-4F7A-B351-68A250AB7ACC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第2回以降も同じ一括点検で確認。">
            <ns1:extLst>
              <ns1:ext uri="{FF2B5EF4-FFF2-40B4-BE49-F238E27FC236}">
                <ns2:creationId id="{67B94361-6BF6-46BA-8536-FE637281AE2C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第2回以降も同じ一括点検で確認。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先生へ個別コメントを依頼しない。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B019E917-7FD8-4257-AF9F-457194EF5E8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27 / 29">
            <ns1:extLst>
              <ns1:ext uri="{FF2B5EF4-FFF2-40B4-BE49-F238E27FC236}">
                <ns2:creationId id="{6D0831F7-31F1-47F2-83CB-795631DF0572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27 / 29</ns1:t>
            </ns1:r>
          </ns1:p>
        </ns0:txBody>
      </ns0:sp>
    </ns0:spTree>
    <ns0:extLst>
      <ns0:ext uri="{BB962C8B-B14F-4D97-AF65-F5344CB8AC3E}">
        <ns5:creationId val="702209457"/>
      </ns0:ext>
    </ns0:extLst>
  </ns0:cSld>
</ns0:sld>
</file>

<file path=ppt/slides/slide2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次の回の課題を保存・提出する">
            <ns1:extLst>
              <ns1:ext uri="{FF2B5EF4-FFF2-40B4-BE49-F238E27FC236}">
                <ns2:creationId id="{D809F83D-7FFA-41CA-B7F3-5DB6D8A53AA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次の回の課題を保存・提出する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f706b96f6a644c84">
            <ns1:extLst>
              <ns1:ext uri="{96DAC541-7B7A-43D3-8B79-37D633B846F1}">
                <ns4:svgBlip ns3:embed="R556d272806f942a3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31F88259-BCD4-43E7-B2D0-950349A69A00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読む：教員のhandouts/weekXX.md">
            <ns1:extLst>
              <ns1:ext uri="{FF2B5EF4-FFF2-40B4-BE49-F238E27FC236}">
                <ns2:creationId id="{682839E1-5C06-4198-8376-B236298ACAF4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読む：教員のhandouts/weekXX.md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19E14DBC-5230-471B-9B83-9EF209F46E01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書く：自分のweekXX/README.md">
            <ns1:extLst>
              <ns1:ext uri="{FF2B5EF4-FFF2-40B4-BE49-F238E27FC236}">
                <ns2:creationId id="{71AA7A46-78BD-49AB-9E0C-5CB5B75E0FC1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書く：自分のweekXX/README.md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364B1295-CA47-49DC-8FBA-7BD1AFB47722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成果物と短いAI利用記録を保存し、">
            <ns1:extLst>
              <ns1:ext uri="{FF2B5EF4-FFF2-40B4-BE49-F238E27FC236}">
                <ns2:creationId id="{093E115E-A2CE-4D33-8F18-A0DA732E47E8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成果物と短いAI利用記録を保存し、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必要なファイルを全部追加する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73042FE1-F5B2-4498-AC04-605EABC840C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最後のcommitを開き、そのURLを">
            <ns1:extLst>
              <ns1:ext uri="{FF2B5EF4-FFF2-40B4-BE49-F238E27FC236}">
                <ns2:creationId id="{8E6A912D-C43A-4D4E-875A-E2926B4852B0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最後のcommitを開き、そのURLを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既存の週次フォームへ送る。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B65943D9-DB83-4BFF-9AFA-39AEFEF8A40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28 / 29">
            <ns1:extLst>
              <ns1:ext uri="{FF2B5EF4-FFF2-40B4-BE49-F238E27FC236}">
                <ns2:creationId id="{27AE207D-CBDA-4118-AE8C-9076E0DF5619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28 / 29</ns1:t>
            </ns1:r>
          </ns1:p>
        </ns0:txBody>
      </ns0:sp>
    </ns0:spTree>
    <ns0:extLst>
      <ns0:ext uri="{BB962C8B-B14F-4D97-AF65-F5344CB8AC3E}">
        <ns5:creationId val="594288932"/>
      </ns0:ext>
    </ns0:extLst>
  </ns0:cSld>
</ns0:sld>
</file>

<file path=ppt/slides/slide2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保存後に見る場所">
            <ns1:extLst>
              <ns1:ext uri="{FF2B5EF4-FFF2-40B4-BE49-F238E27FC236}">
                <ns2:creationId id="{15757C8B-342E-435D-81D3-4FCEA4C2997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1950"/>
            <ns1:ext cx="10477500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3600" b="1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保存後に見る場所</ns1:t>
            </ns1:r>
          </ns1:p>
        </ns0:txBody>
      </ns0:sp>
      <ns0:pic>
        <ns0:nvPicPr>
          <ns0:cNvPr id="14" name=""/>
          <ns0:cNvPicPr>
            <ns1:picLocks noChangeAspect="1"/>
          </ns0:cNvPicPr>
          <ns0:nvPr/>
        </ns0:nvPicPr>
        <ns0:blipFill>
          <ns1:blip ns3:embed="R0cdfb89bde734b1c">
            <ns1:extLst>
              <ns1:ext uri="{96DAC541-7B7A-43D3-8B79-37D633B846F1}">
                <ns4:svgBlip ns3:embed="R5920f21e5fe74ddb"/>
              </ns1:ext>
            </ns1:extLst>
          </ns1:blip>
          <ns1:stretch/>
        </ns0:blipFill>
        <ns0:spPr>
          <ns1:xfrm>
            <ns1:off x="11144250" y="428625"/>
            <ns1:ext cx="428625" cy="428625"/>
          </ns1:xfrm>
          <ns1:prstGeom prst="rect">
            <ns1:avLst/>
          </ns1:prstGeom>
        </ns0:spPr>
      </ns0:pic>
      <ns0:sp>
        <ns0:nvSpPr>
          <ns0:cNvPr id="3" name="開く場所">
            <ns1:extLst>
              <ns1:ext uri="{FF2B5EF4-FFF2-40B4-BE49-F238E27FC236}">
                <ns2:creationId id="{81425623-57E0-460C-AEEA-D39900474301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2875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開く場所</ns1:t>
            </ns1:r>
          </ns1:p>
        </ns0:txBody>
      </ns0:sp>
      <ns0:sp>
        <ns0:nvSpPr>
          <ns0:cNvPr id="4" name="自分のPrivateのai-learning">
            <ns1:extLst>
              <ns1:ext uri="{FF2B5EF4-FFF2-40B4-BE49-F238E27FC236}">
                <ns2:creationId id="{2602E879-75E3-452A-95C0-0323A01E2A37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39065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自分のPrivateのai-learning</ns1:t>
            </ns1:r>
          </ns1:p>
        </ns0:txBody>
      </ns0:sp>
      <ns0:sp>
        <ns0:nvSpPr>
          <ns0:cNvPr id="5" name="押すボタン・操作">
            <ns1:extLst>
              <ns1:ext uri="{FF2B5EF4-FFF2-40B4-BE49-F238E27FC236}">
                <ns2:creationId id="{C7CDDED3-C34A-4394-A75F-2F28590793FB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60032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押すボタン・操作</ns1:t>
            </ns1:r>
          </ns1:p>
        </ns0:txBody>
      </ns0:sp>
      <ns0:sp>
        <ns0:nvSpPr>
          <ns0:cNvPr id="6" name="setupの画像、README、招待を見る">
            <ns1:extLst>
              <ns1:ext uri="{FF2B5EF4-FFF2-40B4-BE49-F238E27FC236}">
                <ns2:creationId id="{D5F568F9-3961-401A-BE7E-29C40FD67CF8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56222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setupの画像、README、招待を見る</ns1:t>
            </ns1:r>
          </ns1:p>
        </ns0:txBody>
      </ns0:sp>
      <ns0:sp>
        <ns0:nvSpPr>
          <ns0:cNvPr id="7" name="入力・確認">
            <ns1:extLst>
              <ns1:ext uri="{FF2B5EF4-FFF2-40B4-BE49-F238E27FC236}">
                <ns2:creationId id="{F3642948-D518-4C8D-B25A-748AF3288B1C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71900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入力・確認</ns1:t>
            </ns1:r>
          </ns1:p>
        </ns0:txBody>
      </ns0:sp>
      <ns0:sp>
        <ns0:nvSpPr>
          <ns0:cNvPr id="8" name="学籍番号はフォームだけへ。">
            <ns1:extLst>
              <ns1:ext uri="{FF2B5EF4-FFF2-40B4-BE49-F238E27FC236}">
                <ns2:creationId id="{07C461FE-B4F5-446B-866D-18FADCEC258E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733800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学籍番号はフォームだけへ。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AIの会話全文や共有リンクは不要。</ns1:t>
            </ns1:r>
          </ns1:p>
        </ns0:txBody>
      </ns0:sp>
      <ns0:sp>
        <ns0:nvSpPr>
          <ns0:cNvPr id="9" name="成功の目印">
            <ns1:extLst>
              <ns1:ext uri="{FF2B5EF4-FFF2-40B4-BE49-F238E27FC236}">
                <ns2:creationId id="{83897337-7769-4D4D-9F30-3FA1097FB93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943475"/>
            <ns1:ext cx="26670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defRPr>
            </ns1:pPr>
            <ns1:r>
              <ns1:rPr sz="2250" b="1">
                <ns1:solidFill>
                  <ns1:srgbClr val="125E72"/>
                </ns1:solidFill>
                <ns1:latin typeface="Meiryo"/>
                <ns1:ea typeface="Meiryo"/>
                <ns1:cs typeface="Meiryo"/>
              </ns1:rPr>
              <ns1:t>成功の目印</ns1:t>
            </ns1:r>
          </ns1:p>
        </ns0:txBody>
      </ns0:sp>
      <ns0:sp>
        <ns0:nvSpPr>
          <ns0:cNvPr id="10" name="画像・短い記録・招待・初回登録。">
            <ns1:extLst>
              <ns1:ext uri="{FF2B5EF4-FFF2-40B4-BE49-F238E27FC236}">
                <ns2:creationId id="{B3DFA656-DE15-46FF-921C-67FA86CD5921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05375"/>
            <ns1:ext cx="75247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画像・短い記録・招待・初回登録。</ns1:t>
            </ns1:r>
          </ns1:p>
          <ns1:p>
            <ns1:pPr>
              <ns1:def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defRPr>
            </ns1:pPr>
            <ns1:r>
              <ns1:rPr sz="2625" b="0">
                <ns1:solidFill>
                  <ns1:srgbClr val="172D3B"/>
                </ns1:solidFill>
                <ns1:latin typeface="Meiryo"/>
                <ns1:ea typeface="Meiryo"/>
                <ns1:cs typeface="Meiryo"/>
              </ns1:rPr>
              <ns1:t>Starと学生特典、有料AIは任意。</ns1:t>
            </ns1:r>
          </ns1:p>
        </ns0:txBody>
      </ns0:sp>
      <ns0:sp>
        <ns0:nvSpPr>
          <ns0:cNvPr id="11" name="AI・データリテラシー　導入 v1.3">
            <ns1:extLst>
              <ns1:ext uri="{FF2B5EF4-FFF2-40B4-BE49-F238E27FC236}">
                <ns2:creationId id="{4B519F44-ED72-432B-9185-77ABF260D16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77000"/>
            <ns1:ext cx="95250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AI・データリテラシー　導入 v1.3</ns1:t>
            </ns1:r>
          </ns1:p>
        </ns0:txBody>
      </ns0:sp>
      <ns0:sp>
        <ns0:nvSpPr>
          <ns0:cNvPr id="12" name="29 / 29">
            <ns1:extLst>
              <ns1:ext uri="{FF2B5EF4-FFF2-40B4-BE49-F238E27FC236}">
                <ns2:creationId id="{24F18516-DBD6-48FD-BDAB-3E21E6BB6AEC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6477000"/>
            <ns1:ext cx="1333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defRPr>
            </ns1:pPr>
            <ns1:r>
              <ns1:rPr sz="1800" b="0">
                <ns1:solidFill>
                  <ns1:srgbClr val="607482"/>
                </ns1:solidFill>
                <ns1:latin typeface="Meiryo"/>
                <ns1:ea typeface="Meiryo"/>
                <ns1:cs typeface="Meiryo"/>
              </ns1:rPr>
              <ns1:t>29 / 29</ns1:t>
            </ns1:r>
          </ns1:p>
        </ns0:txBody>
      </ns0:sp>
    </ns0:spTree>
    <ns0:extLst>
      <ns0:ext uri="{BB962C8B-B14F-4D97-AF65-F5344CB8AC3E}">
        <ns5:creationId val="853164144"/>
      </ns0:ext>
    </ns0:extLst>
  </ns0:cSld>
</ns0:sld>
</file>

<file path=ppt/theme/theme1.xml><?xml version="1.0" encoding="utf-8"?>
<ns0:theme xmlns:ns0="http://schemas.openxmlformats.org/drawingml/2006/main" name="ChatGPT">
  <ns0:themeElements>
    <ns0:clrScheme name="ChatGPT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Meiryo"/>
        <ns0:ea typeface="Meiryo"/>
        <ns0:cs typeface="Meiryo"/>
      </ns0:majorFont>
      <ns0:minorFont>
        <ns0:latin typeface="Meiryo"/>
        <ns0:ea typeface="Meiryo"/>
        <ns0:cs typeface="Meiryo"/>
      </ns0:minorFont>
    </ns0:fontScheme>
    <ns0:fmtScheme name="ChatGPT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2026-10-06T07:03:55.0160000Z</dcterms:created>
  <dcterms:modified xsi:type="dcterms:W3CDTF">2026-10-06T07:03:55.0160000Z</dcterms:modified>
</coreProperties>
</file>