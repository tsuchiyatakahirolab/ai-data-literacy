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2ページ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3ページ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4ページ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5ページ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6ページ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7ページ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8ページ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9ページ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10ページ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11ページ
到達点：読者に合わせて表現を変えながら、主張と条件を保つ。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12ページ
到達点：読者に合わせて表現を変えながら、主張と条件を保つ。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13ページ
到達点：読者に合わせて表現を変えながら、主張と条件を保つ。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第05回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読みやすくすると、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意味まで変わる？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第5回｜要約・書き換え・翻訳を比べ、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残すべき条件を確認します。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langu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同じ文章を、違う読者へ届ける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元の文章を読む。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変えてはいけない主張と条件を確認する。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2通りに書き換える。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新入生向けと、英語の案内を作る。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元の意味と照合する。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省略・言い過ぎ・義務の変化を確かめる。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元の文章には、3つの内容がある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生成AIは、情報整理や文章作成、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資料の理解に役立つ。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出力には、誤りや根拠不足もある。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授業では、使ったAIと用途を記録し、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最終的な内容を自分で確認する必要がある。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assets/week05/rewrite_source.mdの内容を、表示用に改行・要約。原文は配布資料。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残す内容に、先に印を付ける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文章の作成や読解を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助ける。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triangle-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誤りや根拠不足も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含まれる。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利用の記録と、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内容の確認を行う。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新入生向けに書き換える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次の文章を、新入生向けに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やさしい日本語で書き換えてください。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AIの用途、誤りの可能性、記録と確認の必要性を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依頼の後に、rewrite_source.mdの原文を貼り付ける。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「必要」を「自由」に変えてはいけない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意味を保った表現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使ったAIと目的を記録し、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確かめてください。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意味が変わった表現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気になったところだけ、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確認するとよいでしょう。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記録は自由です。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英語の案内にする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同じ原文を、留学生向けの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平易な英語にしてください。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記録と確認が必要である点を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任意の行動に変えないでください。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英語力だけで判断せず、残す3項目があるかを確認する。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英訳でも、義務の強さを確かめる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原文に対応する例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Record the AI tool used.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Check the final content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submitting it.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意味が弱くなった例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 may keep a record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 you find it useful.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「必要」が任意になっている。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授業用の比較例。特定AIの実際の出力ではない。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原文の3項目を見直す。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用途・誤りの可能性・記録と確認。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翻訳の対応箇所を探す。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分からない語は辞書や教材でも確認する。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確認できなかった点を書く。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AIによる再翻訳だけを正しさの証明にしない。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比較した結果を3行で残す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AIの用途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誤りの可能性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記録と確認が必要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week05/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日本語案・英語案・意味の確認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05を選ぶ。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同じ原文から2つの文章を作った。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記録と確認の必要性を保った。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翻訳で確認できない点も書いた。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意味を変えずに伝え方を変える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