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【進行】意味を変えずに伝え方を変える / 1ページ
到達点：読者に合わせて表現を変えながら、主張と条件を保つ。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【進行】意味を変えずに伝え方を変える / 2ページ
到達点：読者に合わせて表現を変えながら、主張と条件を保つ。
スライドの指示に沿って操作を待つ。学生の画面で結果を確認してから次へ進む。
操作に詰まった学生には、表示中の画面と止まった箇所を確認する。パスワードや認証コードは見せさせない。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【進行】意味を変えずに伝え方を変える / 3ページ
到達点：読者に合わせて表現を変えながら、主張と条件を保つ。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【進行】意味を変えずに伝え方を変える / 4ページ
到達点：読者に合わせて表現を変えながら、主張と条件を保つ。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【進行】意味を変えずに伝え方を変える / 5ページ
到達点：読者に合わせて表現を変えながら、主張と条件を保つ。
スライドの指示に沿って操作を待つ。学生の画面で結果を確認してから次へ進む。
操作に詰まった学生には、表示中の画面と止まった箇所を確認する。パスワードや認証コードは見せさせない。
コピー用の依頼文はhandouts/にある。指示文は例であり、長さや特定の語句を暗記させない。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【進行】意味を変えずに伝え方を変える / 6ページ
到達点：読者に合わせて表現を変えながら、主張と条件を保つ。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【進行】意味を変えずに伝え方を変える / 7ページ
到達点：読者に合わせて表現を変えながら、主張と条件を保つ。
スライドの指示に沿って操作を待つ。学生の画面で結果を確認してから次へ進む。
操作に詰まった学生には、表示中の画面と止まった箇所を確認する。パスワードや認証コードは見せさせない。
コピー用の依頼文はhandouts/にある。指示文は例であり、長さや特定の語句を暗記させない。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【進行】意味を変えずに伝え方を変える / 8ページ
到達点：読者に合わせて表現を変えながら、主張と条件を保つ。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【進行】意味を変えずに伝え方を変える / 9ページ
到達点：読者に合わせて表現を変えながら、主張と条件を保つ。
スライドの指示に沿って操作を待つ。学生の画面で結果を確認してから次へ進む。
操作に詰まった学生には、表示中の画面と止まった箇所を確認する。パスワードや認証コードは見せさせない。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【進行】意味を変えずに伝え方を変える / 10ページ
到達点：読者に合わせて表現を変えながら、主張と条件を保つ。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【進行】意味を変えずに伝え方を変える / 11ページ
到達点：読者に合わせて表現を変えながら、主張と条件を保つ。
AIとの会話全文、共有リンク、無意味な再試行回数は求めない。変更が不要だった場合も確認した対象と結果を書けばよい。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【進行】意味を変えずに伝え方を変える / 12ページ
到達点：読者に合わせて表現を変えながら、主張と条件を保つ。
Desktopを使った学生はPush origin後にGitHubで確認する。フォーム送信完了画面まで確認。教員の閲覧権限は別途必要。
操作に詰まった学生には、表示中の画面と止まった箇所を確認する。パスワードや認証コードは見せさせない。
【参考資料】
GitHub Docs「Editing files」
https://docs.github.com/en/repositories/working-with-files/managing-files/editing-files
確認日：2026-09-17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【進行】意味を変えずに伝え方を変える / 13ページ
到達点：読者に合わせて表現を変えながら、主張と条件を保つ。
このチェックは暗記テストではない。ファイルと画面を見ながら自己確認させる。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B1D6D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第05回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読みやすくすると、</a:t>
            </a:r>
            <a:endParaRPr lang="ja-JP" sz="4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意味まで変わる？</a:t>
            </a:r>
            <a:endParaRPr lang="ja-JP" sz="4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第5回｜要約・書き換え・翻訳を比べ、</a:t>
            </a:r>
            <a:endParaRPr lang="ja-JP" sz="26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残すべき条件を確認します。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langua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大学生のためのAI・データリテラシー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"/>
          <p:cNvPicPr>
            <a:picLocks noChangeAspect="1"/>
          </p:cNvPicPr>
          <p:nvPr/>
        </p:nvPicPr>
        <p:blipFill>
          <a:blip r:embed="rIdPersonalAuthorLogo">
            <a:duotone>
              <a:srgbClr val="FFFFFF"/>
              <a:srgbClr val="FFFFFF"/>
            </a:duotone>
          </a:blip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同じ文章を、違う読者へ届ける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元の文章を読む。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変えてはいけない主張と条件を確認する。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2通りに書き換える。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新入生向けと、英語の案内を作る。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元の意味と照合する。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省略・言い過ぎ・義務の変化を確かめる。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第5回  02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元の文章には、3つの内容がある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生成AIは、情報整理や文章作成、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資料の理解に役立つ。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出力には、誤りや根拠不足もある。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授業では、使ったAIと用途を記録し、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最終的な内容を自分で確認する必要がある。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assets/week05/rewrite_source.mdの内容を、表示用に改行・要約。原文は配布資料。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第5回  03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残す内容に、先に印を付ける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9656"/>
            <a:ext cx="530352" cy="5303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6112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できること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96112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情報を整理する。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文章の作成や読解を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助ける。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46448" y="1536192"/>
            <a:ext cx="3496056" cy="397764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9" name="Image 1" descr="Lucide triangle-ale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0" y="1819656"/>
            <a:ext cx="530352" cy="53035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02480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注意すること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4602480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誤りや根拠不足も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含まれる。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52816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3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19656"/>
            <a:ext cx="530352" cy="53035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08848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必要な行動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8308848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利用の記録と、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内容の確認を行う。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第5回  04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新入生向けに書き換える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次の文章を、新入生向けに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やさしい日本語で書き換えてください。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AIの用途、誤りの可能性、記録と確認の必要性を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依頼の後に、rewrite_source.mdの原文を貼り付ける。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第5回  05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「必要」を「自由」に変えてはいけない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意味を保った表現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使ったAIと目的を記録し、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提出する前に内容を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確かめてください。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B05D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意味が変わった表現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気になったところだけ、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確認するとよいでしょう。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記録は自由です。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第5回  06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英語の案内にする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同じ原文を、留学生向けの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平易な英語にしてください。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記録と確認が必要である点を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任意の行動に変えないでください。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英語力だけで判断せず、残す3項目があるかを確認する。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第5回  07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英訳でも、義務の強さを確かめる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原文に対応する例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Record the AI tool used.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Check the final content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before submitting it.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B05D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意味が弱くなった例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You may keep a record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if you find it useful.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「必要」が任意になっている。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授業用の比較例。特定AIの実際の出力ではない。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第5回  08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翻訳を確認する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原文の3項目を見直す。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用途・誤りの可能性・記録と確認。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翻訳の対応箇所を探す。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分からない語は辞書や教材でも確認する。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確認できなかった点を書く。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AIによる再翻訳だけを正しさの証明にしない。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第5回  09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比較した結果を3行で残す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47472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09928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原文の内容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0" y="1554480"/>
            <a:ext cx="379476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61104" y="1709928"/>
            <a:ext cx="3502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書き換え後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09560" y="1554480"/>
            <a:ext cx="36393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55864" y="1709928"/>
            <a:ext cx="3346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確認結果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2386584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AIの用途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4800" y="2258568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61104" y="2386584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対応する箇所を書く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909560" y="2258568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55864" y="2386584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維持／変更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17520"/>
            <a:ext cx="34747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3145536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誤りの可能性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114800" y="3017520"/>
            <a:ext cx="37947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61104" y="3145536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対応する箇所を書く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909560" y="3017520"/>
            <a:ext cx="36393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55864" y="3145536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維持／変更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776472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6384" y="3904488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記録と確認が必要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114800" y="3776472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61104" y="3904488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対応する箇所を書く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909560" y="3776472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55864" y="3904488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維持／変更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" y="45354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第5回  10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成果物と確認したことを残す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week05/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README.md：</a:t>
            </a:r>
            <a:endParaRPr lang="ja-JP" sz="2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日本語案・英語案・意味の確認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READMEの利用記録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AIに任せたこと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自分で確かめたこと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確認できなかったこと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第5回  11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保存した版のURLを提出する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GitHubで変更を確定する。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更新したファイルを確認し、commitする。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そのcommitのページを開く。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URLに /commit/ があることを確認する。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授業の提出フォームを送る。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大学アカウントで開き、Week 05を選ぶ。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ブラウザでcommitした場合、別のpush操作は不要。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第5回  12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提出する前に、ここを確認する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同じ原文から2つの文章を作った。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記録と確認の必要性を保った。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翻訳で確認できない点も書いた。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成果物のあるcommit URLを送った。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第5回  13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意味を変えずに伝え方を変える</dc:title>
  <dc:subject>AI・データリテラシー／学生向け演習</dc:subject>
  <dc:creator>Takahiro Tsuchiya</dc:creator>
  <cp:lastModifiedBy>Takahiro Tsuchiya</cp:lastModifiedBy>
  <cp:revision>1</cp:revision>
  <dcterms:created xsi:type="dcterms:W3CDTF">2026-09-17T11:31:39Z</dcterms:created>
  <dcterms:modified xsi:type="dcterms:W3CDTF">2026-09-17T11:31:39Z</dcterms:modified>
</cp:coreProperties>
</file>