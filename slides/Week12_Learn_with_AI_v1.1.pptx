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【進行】AIに答えだけを求めない / 1ページ
到達点：AIを練習相手として使い、自分の理解とAIの解説を確かめる。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【進行】AIに答えだけを求めない / 2ページ
到達点：AIを練習相手として使い、自分の理解とAIの解説を確かめる。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【進行】AIに答えだけを求めない / 3ページ
到達点：AIを練習相手として使い、自分の理解とAIの解説を確かめる。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【進行】AIに答えだけを求めない / 4ページ
到達点：AIを練習相手として使い、自分の理解とAIの解説を確かめる。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【進行】AIに答えだけを求めない / 5ページ
到達点：AIを練習相手として使い、自分の理解とAIの解説を確かめる。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【進行】AIに答えだけを求めない / 6ページ
到達点：AIを練習相手として使い、自分の理解とAIの解説を確かめる。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【進行】AIに答えだけを求めない / 7ページ
到達点：AIを練習相手として使い、自分の理解とAIの解説を確かめる。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【進行】AIに答えだけを求めない / 8ページ
到達点：AIを練習相手として使い、自分の理解とAIの解説を確かめる。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【進行】AIに答えだけを求めない / 9ページ
到達点：AIを練習相手として使い、自分の理解とAIの解説を確かめる。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【進行】AIに答えだけを求めない / 10ページ
到達点：AIを練習相手として使い、自分の理解とAIの解説を確かめる。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【進行】AIに答えだけを求めない / 11ページ
到達点：AIを練習相手として使い、自分の理解とAIの解説を確かめる。
AIとの会話全文、共有リンク、無意味な再試行回数は求めない。変更が不要だった場合も確認した対象と結果を書けばよい。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【進行】AIに答えだけを求めない / 12ページ
到達点：AIを練習相手として使い、自分の理解とAIの解説を確かめる。
Desktopを使った学生はPush origin後にGitHubで確認する。フォーム送信完了画面まで確認。教員の閲覧権限は別途必要。
操作に詰まった学生には、表示中の画面と止まった箇所を確認する。パスワードや認証コードは見せさせない。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【進行】AIに答えだけを求めない / 13ページ
到達点：AIを練習相手として使い、自分の理解とAIの解説を確かめる。
このチェックは暗記テストではない。ファイルと画面を見ながら自己確認させる。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分かったつもりを、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説明して確かめる。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第12回｜説明を聞き、自分で答え、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理解が曖昧なところを見つけます。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book-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同じAIでも、頼む役割を変えられる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答えだけをもらう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問題を貼る。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解答を読む。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そのまま提出する。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練習相手として使う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説明を聞く。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答えを隠して出題してもらう。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自分で答え、理由を確かめる。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今日は、相関と因果を練習する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説明と例を聞く。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2つが違う理由をつかむ。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3問を、自分で考えて答える。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最初は正解を表示させない。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解説を教材と比べる。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自分の判断とAIの説明を両方点検する。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身近な例で説明してもらう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相関と因果の違いを、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大学1年生向けに身近な例で説明してください。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実在の研究結果を使わず、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例は考え方を示す架空の例だと明記してください。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説明を読んだら、両者の違いを自分でも1文で書く。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04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架空の例で、別の説明を考える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暑い日には、アイスの売上が多い。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同じ日に、プールの利用者も多い。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アイスを売ったことが、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プールの利用を増やしたのだろうか。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考え方を練習するための架空の例。実際の観測データではない。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05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答えを見ずに、3問解く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相関と因果を区別する短い問題を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3問作ってください。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1問ずつ出し、私が答えるまでは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正解と解説を表示しないでください。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分からないときは、正解ではなくヒントを頼んでよい。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06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自分の答えに理由を付ける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相関か因果か、判断する。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判断できない場合は、その理由を書く。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他の説明を1つ考える。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別の要因が、両方に関係していないか。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その後でAIの解説を読む。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自分の理由と、どこが違うかを確かめる。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07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AIの採点も、確認の対象にする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正解と言われたら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理由まで合っているか。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選択肢を当てただけに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なっていないか。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不正解と言われたら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何が違うと言われたか。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問題文から判断できるか。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教材の定義と合っているか。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08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まだ分からない点を聞き直す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私の説明では、どの点が曖昧ですか。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先ほどの例を使って、1点だけ説明してください。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その後、似た確認問題を1問出してください。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すべて説明できたら、別の例を自分で作って確かめてもよい。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09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これは暗記試験ではない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正解数ではなく、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どう考え、どこを確かめたかを残す。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間違いがなければ、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無理に誤答ややり直しを作らなくてよい。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10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week12/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説明・解答理由・確認記録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11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12を選ぶ。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12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自分で考えた理由を書いた。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AIの解説を教材と照合した。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理解した点と、残った疑問を区別した。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13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AIに答えだけを求めない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