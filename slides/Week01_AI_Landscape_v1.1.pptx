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1ページ
到達点：説明・書き換え・計画を試し、自分が確認したことを記録する。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2ページ
到達点：説明・書き換え・計画を試し、自分が確認したことを記録する。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3ページ
到達点：説明・書き換え・計画を試し、自分が確認したことを記録する。
スライドの指示に沿って操作を待つ。学生の画面で結果を確認してから次へ進む。
【参考資料】
OpenAI「ChatGPT capabilities overview」
https://help.openai.com/en/articles/9260256-chatgpt-capabilities-overview
確認日：2026-09-17
Google「Upload &amp; analyze files in Gemini Apps」
https://support.google.com/gemini/answer/14903178?co=GENIE.Platform%3DDesktop&amp;hl=en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4ページ
到達点：説明・書き換え・計画を試し、自分が確認したことを記録する。
スライドの指示に沿って操作を待つ。学生の画面で結果を確認してから次へ進む。
【参考資料】
OpenAI「ChatGPT capabilities overview」
https://help.openai.com/en/articles/9260256-chatgpt-capabilities-overview
確認日：2026-09-17
Google「Upload &amp; analyze files in Gemini Apps」
https://support.google.com/gemini/answer/14903178?co=GENIE.Platform%3DDesktop&amp;hl=en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5ページ
到達点：説明・書き換え・計画を試し、自分が確認したことを記録する。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6ページ
到達点：説明・書き換え・計画を試し、自分が確認したことを記録する。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7ページ
到達点：説明・書き換え・計画を試し、自分が確認したことを記録する。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8ページ
到達点：説明・書き換え・計画を試し、自分が確認したことを記録する。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9ページ
到達点：説明・書き換え・計画を試し、自分が確認したことを記録する。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10ページ
到達点：説明・書き換え・計画を試し、自分が確認したことを記録する。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11ページ
到達点：説明・書き換え・計画を試し、自分が確認したことを記録する。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12ページ
到達点：説明・書き換え・計画を試し、自分が確認したことを記録する。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13ページ
到達点：説明・書き換え・計画を試し、自分が確認したことを記録する。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【進行】AIの使い道を広げる / 14ページ
到達点：説明・書き換え・計画を試し、自分が確認したことを記録する。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第01回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AIには、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何を任せられる？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第1回｜質問するだけでなく、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説明・書き換え・整理を試します。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今日、持ち帰るもの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3つの使い道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同じAIを使い、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3つの仕事を試す。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自分の確認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確かめたことを、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1つ記録する。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最初の提出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短い記録をGitHubへ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AIを「できること」で見てみよう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429768" cy="429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話す・説明する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37304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8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904" y="1892808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65904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資料を読む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034528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1" name="Image 2" descr="Lucide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128" y="1892808"/>
            <a:ext cx="429768" cy="4297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63128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情報を調べる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4" name="Image 3" descr="Lucide chart-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13632"/>
            <a:ext cx="429768" cy="4297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数字を扱う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337304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7" name="Image 4" descr="Lucide i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904" y="3913632"/>
            <a:ext cx="429768" cy="4297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65904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画像などを作る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8034528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20" name="Image 5" descr="Lucide list-che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128" y="3913632"/>
            <a:ext cx="429768" cy="4297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63128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作業を組み立てる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同じAIに複数の機能がある。利用できる機能は環境によって異なる。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サービス名と機能を分けて考える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サービスを選ぶ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GeminiやChatGPTなど、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使えるAIを1つ開く。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3種類の契約は要らない。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仕事に合う機能を使う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同じ文章を書き換える。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順序や条件を整理する。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演習の準備をする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大学のGeminiか、普段使うAIでよい。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新しい会話を始める。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氏名・学籍番号・友人の情報は入れない。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演習シートを開く。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handouts/week01.mdから依頼文をコピーできる。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説明してもらう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大学1年生です。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「平均」とは何かを、身近な例を使って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150字程度で説明してください。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使われた例を、自分でも説明できるか確認しよう。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同じ説明を変えてもらう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今の説明を、小学生にも分かるように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書き換えてください。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数値の意味は変えないでください。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何が変わり、何が変わらなかったかを比べよう。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順番を考えてもらう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課題を30分で終えるため、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「資料を読む・要点を整理する・確認する」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に時間を分けてください。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合計が30分になるようにしてください。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時間を自分で足して、30分になるか確かめよう。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「良かった」を、確認の記録に変える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これだけでは伝わらない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分かりやすかった。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役に立った。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何を確かめたかを書く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AIが提案した時間を足した。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10＋15＋5＝30分だった。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配分を変える必要はなかった。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答えが出ても、課題はまだ終わらない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説明は、自分で言い直せるか。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予定は、条件を満たしているか。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今日は1か所でよいので、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結果を自分で確かめよう。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使えない機能があっても進められる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音声が使えない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文字で同じ依頼を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送ってよい。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添付できない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短い文章の会話で、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課題に取り組める。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riangle-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上限に達した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出た結果を確認。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制限があった点も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記録に残す。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week01/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試した3つの使い道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01を選ぶ。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3つの機能を試した結果を短く書いた。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自分で確認した対象と結果を書いた。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個人情報を入力・保存していない。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AIの使い道を広げる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