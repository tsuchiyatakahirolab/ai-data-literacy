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【進行】根拠のない断定を直す / 1ページ
到達点：断定・一般化・偏りを具体的な箇所で見つけ、条件に合う文へ直す。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【進行】根拠のない断定を直す / 2ページ
到達点：断定・一般化・偏りを具体的な箇所で見つけ、条件に合う文へ直す。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【進行】根拠のない断定を直す / 3ページ
到達点：断定・一般化・偏りを具体的な箇所で見つけ、条件に合う文へ直す。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【進行】根拠のない断定を直す / 4ページ
到達点：断定・一般化・偏りを具体的な箇所で見つけ、条件に合う文へ直す。
スライドの指示に沿って操作を待つ。学生の画面で結果を確認してから次へ進む。
操作に詰まった学生には、表示中の画面と止まった箇所を確認する。パスワードや認証コードは見せさせない。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【進行】根拠のない断定を直す / 5ページ
到達点：断定・一般化・偏りを具体的な箇所で見つけ、条件に合う文へ直す。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【進行】根拠のない断定を直す / 6ページ
到達点：断定・一般化・偏りを具体的な箇所で見つけ、条件に合う文へ直す。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【進行】根拠のない断定を直す / 7ページ
到達点：断定・一般化・偏りを具体的な箇所で見つけ、条件に合う文へ直す。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【進行】根拠のない断定を直す / 8ページ
到達点：断定・一般化・偏りを具体的な箇所で見つけ、条件に合う文へ直す。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【進行】根拠のない断定を直す / 9ページ
到達点：断定・一般化・偏りを具体的な箇所で見つけ、条件に合う文へ直す。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【進行】根拠のない断定を直す / 10ページ
到達点：断定・一般化・偏りを具体的な箇所で見つけ、条件に合う文へ直す。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【進行】根拠のない断定を直す / 11ページ
到達点：断定・一般化・偏りを具体的な箇所で見つけ、条件に合う文へ直す。
AIとの会話全文、共有リンク、無意味な再試行回数は求めない。変更が不要だった場合も確認した対象と結果を書けばよい。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【進行】根拠のない断定を直す / 12ページ
到達点：断定・一般化・偏りを具体的な箇所で見つけ、条件に合う文へ直す。
Desktopを使った学生はPush origin後にGitHubで確認する。フォーム送信完了画面まで確認。教員の閲覧権限は別途必要。
操作に詰まった学生には、表示中の画面と止まった箇所を確認する。パスワードや認証コードは見せさせない。
【参考資料】
GitHub Docs「Editing files」
https://docs.github.com/en/repositories/working-with-files/managing-files/editing-files
確認日：2026-09-17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【進行】根拠のない断定を直す / 13ページ
到達点：断定・一般化・偏りを具体的な箇所で見つけ、条件に合う文へ直す。
このチェックは暗記テストではない。ファイルと画面を見ながら自己確認させる。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第08回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本当に、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そこまで言える？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第8回｜言い切り・一般化・決めつけを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根拠に合わせて修正します。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triangle-ale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次の文章を、いったん疑ってみる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大学生は生成AIを使えば必ず成績が上がる。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AIは人間より正確で、どんな課題にも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最適な答えを出せるからである。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AIを使わない学生は時代遅れで、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データリテラシーも低いと考えられる。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演習用に誤りを含めた架空の文章。特定AIの実際の出力ではない。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02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気になる箇所を、3つの観点で探す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根拠はあるか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「必ず」の裏付けが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示されているか。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list-chec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範囲は妥当か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ある課題の結果を、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すべての課題へ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広げていないか。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triangle-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決めつけはないか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利用しない理由を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無視していないか。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03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まず、自分で印を付ける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配布文を読む。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気になる語句を3か所選ぶ。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なぜ気になるかを書く。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根拠不足・一般化・決めつけから考える。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理由とともにAIへ渡す。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AIの指摘と自分の指摘を比べる。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04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AIにも点検してもらう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この文章の主張について、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根拠がない断定、範囲が広すぎる一般化、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学生への決めつけを指摘してください。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原文のどの表現に問題があるか示してください。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「この文章は間違い」と決めるだけでなく、箇所と理由を見る。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05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「必ず」を消すだけでは足りない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形だけ弱めた文章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生成AIを使えば、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たぶん成績が上がる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可能性がある。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必要な条件を示す文章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AIは説明や練習を助ける。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成績への影響は、使い方や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課題によって異なる。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右も演習上の書き換え例。実証的な効果を報告した文章ではない。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06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使わない理由も考えてみる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決めつけた説明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AIを使わない学生は、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能力が低い。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考慮する条件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使える端末や契約が違う。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授業のルールが違う。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情報を入力したくない。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利用しないことだけから、能力や意欲は判断しない。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07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指摘と修正を対応させる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15468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2862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元の表現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94760" y="1554480"/>
            <a:ext cx="365760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41064" y="170992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52360" y="1554480"/>
            <a:ext cx="40965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98664" y="1709928"/>
            <a:ext cx="3803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修正の方針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1546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86584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必ず成績が上がる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94760" y="2258568"/>
            <a:ext cx="36576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41064" y="2386584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根拠のない断定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52360" y="2258568"/>
            <a:ext cx="4096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98664" y="2386584"/>
            <a:ext cx="3803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条件と根拠を区別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1546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145536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どんな課題にも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94760" y="3017520"/>
            <a:ext cx="36576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41064" y="3145536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過度な一般化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52360" y="3017520"/>
            <a:ext cx="40965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98664" y="3145536"/>
            <a:ext cx="3803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対象を限定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1546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3904488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時代遅れである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94760" y="3776472"/>
            <a:ext cx="36576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41064" y="3904488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学生の決めつけ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52360" y="3776472"/>
            <a:ext cx="4096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98664" y="3904488"/>
            <a:ext cx="3803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削除し理由を考慮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08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根拠に合う文章へ直す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指摘した箇所を修正し、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分かっていることと、根拠が必要なことを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分けて書いてください。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架空の研究名や数値は追加しないでください。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修正後も、根拠のない新しい断定が入っていないか確認する。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09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修正が不要だった箇所も、そのまま残す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問題の箇所と理由が対応している。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必要な条件が書かれている。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AIの指摘も無条件には採用していない。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根拠のない数値や研究名を加えていない。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10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week08/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3か所の指摘・修正文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11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08を選ぶ。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12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原文のどこに問題があるか示した。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修正の理由を書いた。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特定AIが出した実例として扱っていない。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13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根拠のない断定を直す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