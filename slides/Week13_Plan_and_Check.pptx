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区間30+20+15+30分、料金230+230+230+230=920円。全員同条件なら合計4600円。元課題は一人あたりの交通費上限、飲食・入館料と混同しない。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【進行】条件を確かめながら仕事を任せる / 15ページ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到達点：複数手順の作業を条件と途中確認で管理する。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計画はできた。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条件も満たしている？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第13回｜作業を順に任せ、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時間・費用・行程を確認します。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list-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今日は、予約も支払いもしない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lock-keyh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AIには、調べ方と計画案を頼む。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実際の予約・購入・送信は行わない。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途中で何を確かめるかを、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学生が決めてから進める。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02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回答を1回もらうだけでは終わらない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計画する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必要な情報を挙げ、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順番を決める。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材料を渡す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条件と、使ってよい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資料を渡す。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途中で確認する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条件に合わない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箇所を修正する。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03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課題：学生5人の半日行程を作る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13:00に京都駅を出発し、17:30に終了。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徒歩と公共交通を利用する。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交通費は1人1,500円以内。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静かな場所と、休憩を各1回入れる。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今回は、配布した架空の施設情報を使う。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移動時間・運賃・施設は練習用の設定。実際の旅行には使わない。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04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まず、進め方だけを頼む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この条件で半日の行程を作りたいです。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まず、必要な情報と確認する順番を示してください。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まだ行程を完成させず、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不明な条件があれば質問してください。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条件文と、offline_itinerary_data.mdを一緒に渡す。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05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架空資料の条件を確認する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利用できる時間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滞在条件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13:00〜17:00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静かな場所／45分以上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公園B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13:00〜18:00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休憩所C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14:00〜17:00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休憩／30分以上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各区間の移動時間と運賃は、配布資料の表を使う。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06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資料の範囲で行程を作る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配布した架空の施設情報と移動表だけを使い、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行程を作ってください。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出発・到着・滞在・移動時間と交通費を示し、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待ち時間も含めて17:30までに戻れるか確認してください。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資料にない近道、運賃、営業時間を補わせない。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07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作成例を、自分でも検算する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6367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069080" y="1636776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京都駅を出発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59936" y="2286000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865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13:30–14:15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069080" y="2386584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資料館A：45分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59936" y="3035808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1363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14:35–15:05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069080" y="313639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休憩所C：30分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59936" y="3785616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15:20–15:50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069080" y="388620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公園B：30分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59936" y="4535424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636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16:20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069080" y="4636008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京都駅へ戻る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架空の移動表に基づく例。交通費は1人920円。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08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条件を、1つずつ照合する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作成例の確認結果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86584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17:30までに終了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386584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16:20に戻る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145536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交通費1人1,500円以内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3017520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9664" y="3145536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920円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76472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904488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静かな場所を含む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776472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3904488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資料館Aに45分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66344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休憩を含む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535424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4663440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休憩所Cに30分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AIの「条件を満たします」だけで済ませず、表を読んで確認する。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09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条件が変わった部分だけを直す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資料館Aで60分過ごす条件に変更します。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ほかの条件は維持してください。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変わる時刻だけを更新し、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交通費と終了時刻をもう一度確認してください。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何が変わり、何が変わらないかを自分でも見る。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10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実際の外出へ使う場合は、確認が増える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この授業の基本課題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架空資料の範囲で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時間と費用を確かめる。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実行はしない。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発展課題：現実の計画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行く日を決める。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運行・営業情報を確認する。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予約や支払いは人が判断する。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11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AIに任せた範囲を説明する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作業の順番を確認してから進めた。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時刻・費用・滞在条件を検算した。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資料にない情報を混ぜていない。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予約・購入・送信を行っていない。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12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week13/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行程・条件チェック・変更案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13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13を選ぶ。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14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元の行程と変更した行程を残した。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1人あたりの交通費を確かめた。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架空設定の計画と明示した。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15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条件を確かめながら仕事を任せる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