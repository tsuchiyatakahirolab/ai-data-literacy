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【進行】割合の分母を確かめる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到達点：分母・分子・単位を確かめ、割合の意味を説明する。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第09回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「何％」の前に、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何人中の何人？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第9回｜割合を自分で計算し、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AIの数字と説明を確かめます。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今回使うのは、4グループの架空データ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3327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73352" y="1554480"/>
            <a:ext cx="20574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19656" y="17099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学生数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30752" y="1554480"/>
            <a:ext cx="22860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77056" y="1709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16752" y="1554480"/>
            <a:ext cx="2651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70992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68512" y="1554480"/>
            <a:ext cx="28803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14816" y="170992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出典確認者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258568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386584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73352" y="2258568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19656" y="2386584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30752" y="2258568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77056" y="23865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16752" y="2258568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63056" y="238658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68512" y="2258568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14816" y="238658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17520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3145536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73352" y="30175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19656" y="314553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30752" y="3017520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77056" y="3145536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16752" y="3017520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056" y="314553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668512" y="3017520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14816" y="314553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3776472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3904488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673352" y="3776472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819656" y="3904488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30752" y="3776472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77056" y="390448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16752" y="3776472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390448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668512" y="3776472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4816" y="390448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535424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4663440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673352" y="453542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19656" y="4663440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730752" y="4535424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77056" y="4663440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16752" y="4535424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63056" y="466344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668512" y="4535424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814816" y="46634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numbers_exercise.csvの教育用架空データ。実在の学生ではない。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提出率をAIに計算させる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この表を使い、グループ別の提出率と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全体の提出率を出してください。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提出率＝提出者数÷学生数×100とし、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分子・分母・計算式も示してください。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CSVを添付できなければ、4行の表をそのまま貼る。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Aグループを、電卓でも確かめる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提出者28人 ／ 学生32人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÷ 32 × 100 = 87.5％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AIの式と答えを、電卓の結果と比べる。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一致したことも、確認の記録として残す。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同じ18人でも、割合は変わる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学生全体を分母にする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出典確認者18人 ÷ 学生32人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56.25％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AI利用者を分母にしたい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18人全員がAI利用者か、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この表だけでは分からない。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÷ 25とは決められない。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集計表だけでは、同じ人がどの項目に当てはまるか分からない。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全体は、人数を先に合計する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提出者：28＋24＋31＋20＝103人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 ÷ 126 × 100 ≈ 81.7％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学生数：32＋30＋35＋29＝126人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各グループの割合を、そのまま平均しない。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グループごとの計算結果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分子／分母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28／32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87.5％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24／30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31／35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88.6％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35424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66344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14800" y="4535424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61104" y="4663440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20／29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09560" y="4535424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55864" y="4663440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小数第2位を四捨五入。表示値だけで再計算すると丸め誤差が出る。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差と増加率も、別の数字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割合の差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60％から75％へ。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75−60＝15ポイント増。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相対的な増加率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同じ60％から75％へ。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（75−60）÷60＝25％増。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何の差か、何を基準にした増加かを説明する。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計算と説明を確認する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1グループを電卓で計算する。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分子と分母を元表で確認する。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全体も合計から計算する。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人数を足した後で割る。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AIの説明を読む。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「誰の何の割合か」が分かる表現に直す。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数字の意味を、短く説明する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全体の提出率は約81.7％でした。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この数字を、分子と分母が分かるように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1文で説明してください。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理由や原因は推測しないでください。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提出率が高い理由や、AIの効果は、この表だけでは分からない。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説明の範囲を確かめる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人数と割合を取り違えていない。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何を分母にしたか書いた。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小数の丸め方をそろえた。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数字だけで原因を断定していない。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week09/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計算表・式・1文の説明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09を選ぶ。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1グループと全体を自分でも計算した。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分母を明記した。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実在の学生の調査と誤解させていない。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割合の分母を確かめる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