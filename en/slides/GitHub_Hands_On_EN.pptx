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28b2b2bd064cd9" /><Relationship Type="http://schemas.openxmlformats.org/officeDocument/2006/relationships/extended-properties" Target="/docProps/app.xml" Id="R7b1498190365476e" /><Relationship Type="http://schemas.openxmlformats.org/officeDocument/2006/relationships/officeDocument" Target="/ppt/presentation.xml" Id="R2f9ae86f3989448a" /></Relationships>
</file>

<file path=ppt/presentation.xml><?xml version="1.0" encoding="utf-8"?>
<p:presentation xmlns:p="http://schemas.openxmlformats.org/presentationml/2006/main">
  <p:sldMasterIdLst>
    <p:sldMasterId xmlns:r="http://schemas.openxmlformats.org/officeDocument/2006/relationships" id="2147483648" r:id="R4a3564a9162b4f04"/>
  </p:sldMasterIdLst>
  <p:notesMasterIdLst>
    <p:notesMasterId xmlns:r="http://schemas.openxmlformats.org/officeDocument/2006/relationships" r:id="Rb0f6162cbe8c479a"/>
  </p:notesMasterIdLst>
  <p:sldIdLst>
    <p:sldId xmlns:r="http://schemas.openxmlformats.org/officeDocument/2006/relationships" id="256" r:id="R72db5165c4db486d"/>
    <p:sldId xmlns:r="http://schemas.openxmlformats.org/officeDocument/2006/relationships" id="257" r:id="R3a88e601788f434b"/>
    <p:sldId xmlns:r="http://schemas.openxmlformats.org/officeDocument/2006/relationships" id="258" r:id="R60420ed68615478b"/>
    <p:sldId xmlns:r="http://schemas.openxmlformats.org/officeDocument/2006/relationships" id="259" r:id="R7bc944301f1e42d6"/>
    <p:sldId xmlns:r="http://schemas.openxmlformats.org/officeDocument/2006/relationships" id="260" r:id="Rc7f3b2c03e5a4666"/>
    <p:sldId xmlns:r="http://schemas.openxmlformats.org/officeDocument/2006/relationships" id="261" r:id="R9ea5c95acb944ea4"/>
    <p:sldId xmlns:r="http://schemas.openxmlformats.org/officeDocument/2006/relationships" id="262" r:id="R1b9736b59d784176"/>
    <p:sldId xmlns:r="http://schemas.openxmlformats.org/officeDocument/2006/relationships" id="263" r:id="Rc97e19a388c24874"/>
    <p:sldId xmlns:r="http://schemas.openxmlformats.org/officeDocument/2006/relationships" id="264" r:id="R5e9b70a5bdaa4d0c"/>
    <p:sldId xmlns:r="http://schemas.openxmlformats.org/officeDocument/2006/relationships" id="265" r:id="Ra4842fe320df406a"/>
    <p:sldId xmlns:r="http://schemas.openxmlformats.org/officeDocument/2006/relationships" id="266" r:id="R61e9c64e3e984bf0"/>
    <p:sldId xmlns:r="http://schemas.openxmlformats.org/officeDocument/2006/relationships" id="267" r:id="R9a0d352420cc486a"/>
    <p:sldId xmlns:r="http://schemas.openxmlformats.org/officeDocument/2006/relationships" id="268" r:id="R49fee4d7f2f447bc"/>
    <p:sldId xmlns:r="http://schemas.openxmlformats.org/officeDocument/2006/relationships" id="269" r:id="R85b77a765cd24f3f"/>
    <p:sldId xmlns:r="http://schemas.openxmlformats.org/officeDocument/2006/relationships" id="270" r:id="R09fb6f00a4644f67"/>
    <p:sldId xmlns:r="http://schemas.openxmlformats.org/officeDocument/2006/relationships" id="271" r:id="Red320d7c76b348f3"/>
    <p:sldId xmlns:r="http://schemas.openxmlformats.org/officeDocument/2006/relationships" id="272" r:id="Rabbbb07503944463"/>
    <p:sldId xmlns:r="http://schemas.openxmlformats.org/officeDocument/2006/relationships" id="273" r:id="Rca8a1347411042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c3939b08be425f" /><Relationship Type="http://schemas.openxmlformats.org/officeDocument/2006/relationships/slideMaster" Target="/ppt/slideMasters/slideMaster1.xml" Id="R4a3564a9162b4f04" /><Relationship Type="http://schemas.openxmlformats.org/officeDocument/2006/relationships/notesMaster" Target="/ppt/notesMasters/notesMaster1.xml" Id="Rb0f6162cbe8c479a" /><Relationship Type="http://schemas.openxmlformats.org/officeDocument/2006/relationships/presProps" Target="/ppt/presProps.xml" Id="Rdda84fac9d04443d" /><Relationship Type="http://schemas.openxmlformats.org/officeDocument/2006/relationships/tableStyles" Target="/ppt/tableStyles.xml" Id="R6b6a2ca08bb54259" /><Relationship Type="http://schemas.openxmlformats.org/officeDocument/2006/relationships/slide" Target="/ppt/slides/slide1.xml" Id="R72db5165c4db486d" /><Relationship Type="http://schemas.openxmlformats.org/officeDocument/2006/relationships/slide" Target="/ppt/slides/slide2.xml" Id="R3a88e601788f434b" /><Relationship Type="http://schemas.openxmlformats.org/officeDocument/2006/relationships/slide" Target="/ppt/slides/slide3.xml" Id="R60420ed68615478b" /><Relationship Type="http://schemas.openxmlformats.org/officeDocument/2006/relationships/slide" Target="/ppt/slides/slide4.xml" Id="R7bc944301f1e42d6" /><Relationship Type="http://schemas.openxmlformats.org/officeDocument/2006/relationships/slide" Target="/ppt/slides/slide5.xml" Id="Rc7f3b2c03e5a4666" /><Relationship Type="http://schemas.openxmlformats.org/officeDocument/2006/relationships/slide" Target="/ppt/slides/slide6.xml" Id="R9ea5c95acb944ea4" /><Relationship Type="http://schemas.openxmlformats.org/officeDocument/2006/relationships/slide" Target="/ppt/slides/slide7.xml" Id="R1b9736b59d784176" /><Relationship Type="http://schemas.openxmlformats.org/officeDocument/2006/relationships/slide" Target="/ppt/slides/slide8.xml" Id="Rc97e19a388c24874" /><Relationship Type="http://schemas.openxmlformats.org/officeDocument/2006/relationships/slide" Target="/ppt/slides/slide9.xml" Id="R5e9b70a5bdaa4d0c" /><Relationship Type="http://schemas.openxmlformats.org/officeDocument/2006/relationships/slide" Target="/ppt/slides/slide10.xml" Id="Ra4842fe320df406a" /><Relationship Type="http://schemas.openxmlformats.org/officeDocument/2006/relationships/slide" Target="/ppt/slides/slide11.xml" Id="R61e9c64e3e984bf0" /><Relationship Type="http://schemas.openxmlformats.org/officeDocument/2006/relationships/slide" Target="/ppt/slides/slide12.xml" Id="R9a0d352420cc486a" /><Relationship Type="http://schemas.openxmlformats.org/officeDocument/2006/relationships/slide" Target="/ppt/slides/slide13.xml" Id="R49fee4d7f2f447bc" /><Relationship Type="http://schemas.openxmlformats.org/officeDocument/2006/relationships/slide" Target="/ppt/slides/slide14.xml" Id="R85b77a765cd24f3f" /><Relationship Type="http://schemas.openxmlformats.org/officeDocument/2006/relationships/slide" Target="/ppt/slides/slide15.xml" Id="R09fb6f00a4644f67" /><Relationship Type="http://schemas.openxmlformats.org/officeDocument/2006/relationships/slide" Target="/ppt/slides/slide16.xml" Id="Red320d7c76b348f3" /><Relationship Type="http://schemas.openxmlformats.org/officeDocument/2006/relationships/slide" Target="/ppt/slides/slide17.xml" Id="Rabbbb07503944463" /><Relationship Type="http://schemas.openxmlformats.org/officeDocument/2006/relationships/slide" Target="/ppt/slides/slide18.xml" Id="Rca8a1347411042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550f8c66eb4a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082bfb3f2243c6" /><Relationship Type="http://schemas.openxmlformats.org/officeDocument/2006/relationships/notesMaster" Target="/ppt/notesMasters/notesMaster1.xml" Id="R17b66518e3cf49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bd81c7270848c9" /><Relationship Type="http://schemas.openxmlformats.org/officeDocument/2006/relationships/notesMaster" Target="/ppt/notesMasters/notesMaster1.xml" Id="R58e42190fb554b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8b6f8209d64d4a" /><Relationship Type="http://schemas.openxmlformats.org/officeDocument/2006/relationships/notesMaster" Target="/ppt/notesMasters/notesMaster1.xml" Id="Rfa27fbddd30a44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e64a9beea8433e" /><Relationship Type="http://schemas.openxmlformats.org/officeDocument/2006/relationships/notesMaster" Target="/ppt/notesMasters/notesMaster1.xml" Id="Ra215795cd79b45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5a4209015342b3" /><Relationship Type="http://schemas.openxmlformats.org/officeDocument/2006/relationships/notesMaster" Target="/ppt/notesMasters/notesMaster1.xml" Id="Rc3163345bf5746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6475a0b01c4b77" /><Relationship Type="http://schemas.openxmlformats.org/officeDocument/2006/relationships/notesMaster" Target="/ppt/notesMasters/notesMaster1.xml" Id="Rae935b0e15224b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82d91b64f448ac" /><Relationship Type="http://schemas.openxmlformats.org/officeDocument/2006/relationships/notesMaster" Target="/ppt/notesMasters/notesMaster1.xml" Id="R93fb20eab9e644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17c804b5a049e7" /><Relationship Type="http://schemas.openxmlformats.org/officeDocument/2006/relationships/notesMaster" Target="/ppt/notesMasters/notesMaster1.xml" Id="R90ec7f1435d845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9e16e7cbc24181" /><Relationship Type="http://schemas.openxmlformats.org/officeDocument/2006/relationships/notesMaster" Target="/ppt/notesMasters/notesMaster1.xml" Id="R443b0ca5155642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7f3c27192045f9" /><Relationship Type="http://schemas.openxmlformats.org/officeDocument/2006/relationships/notesMaster" Target="/ppt/notesMasters/notesMaster1.xml" Id="R2fbbe9fcbe1041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5a6ae621734020" /><Relationship Type="http://schemas.openxmlformats.org/officeDocument/2006/relationships/notesMaster" Target="/ppt/notesMasters/notesMaster1.xml" Id="Racd348cb725f45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15f949663c465d" /><Relationship Type="http://schemas.openxmlformats.org/officeDocument/2006/relationships/notesMaster" Target="/ppt/notesMasters/notesMaster1.xml" Id="R63c4ec205ba245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e27c4e720e4190" /><Relationship Type="http://schemas.openxmlformats.org/officeDocument/2006/relationships/notesMaster" Target="/ppt/notesMasters/notesMaster1.xml" Id="Ra260bbc4b30f4e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ac272cab734bab" /><Relationship Type="http://schemas.openxmlformats.org/officeDocument/2006/relationships/notesMaster" Target="/ppt/notesMasters/notesMaster1.xml" Id="R802681e666e640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16a7b4aea646f3" /><Relationship Type="http://schemas.openxmlformats.org/officeDocument/2006/relationships/notesMaster" Target="/ppt/notesMasters/notesMaster1.xml" Id="R65a55900038447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6ad5d4222a44cf" /><Relationship Type="http://schemas.openxmlformats.org/officeDocument/2006/relationships/notesMaster" Target="/ppt/notesMasters/notesMaster1.xml" Id="Rbe9f8a385af647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9bf81729e64e54" /><Relationship Type="http://schemas.openxmlformats.org/officeDocument/2006/relationships/notesMaster" Target="/ppt/notesMasters/notesMaster1.xml" Id="R292630754b4344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b84c0d1863486f" /><Relationship Type="http://schemas.openxmlformats.org/officeDocument/2006/relationships/notesMaster" Target="/ppt/notesMasters/notesMaster1.xml" Id="R4344d461829244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perform one action at a time and show its cue on their own screen. Keep existing repositories. After this cover come action steps 01–15, followed by self-checks 01–08. Action numbers differ from PDF page numbers. Instructors specify their own username and course/form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at the name to the left of the slash at the top. It identifies the repository owner. Opening the instructor material does not create your own repository. If you already own ai-learning, continue there. Pause and check the owner.</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https://github.com/tsuchiyatakahirolab/ai-data-literacy-student-template (public example captured 2026-10-14; not a student private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is a separate account from your university page or Google account. Keep your existing account. New users sign up and follow the verification email. Open Profile and note the username in its address. Enter passwords and sign-in codes yourself. Pause to finish this step.</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course student template. Choose Use this template, then Create a new repository. A star or a browser bookmark does not create your repository. If the button is missing, check that you are signed in. Skip creation if you already have your own repository. Pause before continuing.</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https://docs.github.com/en/repositories/working-with-files/managing-files/editing-files; https://docs.github.com/en/repositories/creating-and-managing-repositories/creating-a-repository-from-a-template; https://docs.github.com/en/repositories/managing-your-repositorys-settings-and-features/repository-access-and-collaboration/inviting-collaborators-to-a-personal-repository (checked 2026-10-14; source screenshot capture date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your own account as Owner, enter ai-learning, and select Private. Use Create repository from template, or the equivalent creation button shown. The image contains example values; do not copy github or hello. After creation, check your username and the Private label. Pause here.</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https://docs.github.com/en/repositories/working-with-files/managing-files/editing-files; https://docs.github.com/en/repositories/creating-and-managing-repositories/creating-a-repository-from-a-template; https://docs.github.com/en/repositories/managing-your-repositorys-settings-and-features/repository-access-and-collaboration/inviting-collaborators-to-a-personal-repository (checked 2026-10-14; source screenshot capture date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Code in your own ai-learning and find setup and the week folders. If they are missing, ask your instructor before recreating anything. Preserve existing work. The repository address is used for initial registration, which is separate from invitation and weekly submission. Pause and bookmark your repository.</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README.md in the week folder chosen by your instructor, in your own ai-learning. Read the teaching material in the instructor repository and write in your own file. Click the pencil. If it is missing, check ownership and sign-in. If you are asked to fork or propose changes, stop and ask for help.</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https://docs.github.com/en/repositories/working-with-files/managing-files/editing-files; https://docs.github.com/en/repositories/creating-and-managing-repositories/creating-a-repository-from-a-template; https://docs.github.com/en/repositories/managing-your-repositorys-settings-and-features/repository-access-and-collaboration/inviting-collaborators-to-a-personal-repository (checked 2026-10-14; source screenshot capture date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headings and existing work. Add one sentence about a check you actually performed, under your own checking record. Do not claim a check you did not perform. Text in the editor is not yet saved. Pause and write your sentence in your own words.</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Preview and check how the text appears to a reader. Confirm your sentence and headings are readable. Return to Edit if you need a correction. Preview checks the appearance; it does not save the change. Pause and inspect it.</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https://docs.github.com/en/repositories/working-with-files/managing-files/editing-files; https://docs.github.com/en/repositories/creating-and-managing-repositories/creating-a-repository-from-a-template; https://docs.github.com/en/repositories/managing-your-repositorys-settings-and-features/repository-access-and-collaboration/inviting-collaborators-to-a-personal-repository (checked 2026-10-14; source screenshot capture date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Commit changes to open the save dialog. Enter a brief message, such as Add checking record. In your own course repository, choose Commit directly to the main branch and confirm with the final Commit changes button. Reopen README to check that your sentence remains. Browser saving needs no separate push. Pause and reopen the file.</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Sending a Private repository URL alone does not give your instructor access. In your repository Settings, choose Collaborators and Add people. Check the full course instructor username, select the match, and confirm the final Add button. Pending means your invitation was sent, while instructor access still awaits acceptance. Do not repeat an accepted invitation. Pause to check the list.</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https://docs.github.com/en/repositories/working-with-files/managing-files/editing-files; https://docs.github.com/en/repositories/creating-and-managing-repositories/creating-a-repository-from-a-template; https://docs.github.com/en/repositories/managing-your-repositorys-settings-and-features/repository-access-and-collaboration/inviting-collaborators-to-a-personal-repository (checked 2026-10-14; source screenshot capture date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 all required files, then return to Code at the root of your repository. At the upper right of the file list, click the clock icon and the number beside Commits. A narrow screen may show only the icon. This is not the global menu or Insights. Pause and open your own history.</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https://github.com/tsuchiyatakahirolab/ai-data-literacy-student-template (public example captured 2026-10-14; not a student private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the newest message after all your required files were saved. The address contains slash commit slash followed by the commit identifier. Check the author, time, and save message. The Copy SHA button copies only the identifier, not the full submission URL. Pause and open the commit page.</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https://github.com/tsuchiyatakahirolab/ai-data-literacy-student-template (public example captured 2026-10-14; not a student private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commit page mainly shows changes. Use Browse files at the upper right to inspect the complete file list at that version. Check the required README and artifacts in the chosen week folder. If a file is missing, add and save it, then use the newer final commit. Return to the commit page to copy its address.</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https://github.com/tsuchiyatakahirolab/ai-data-literacy-student-template (public example captured 2026-10-14; not a student private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checked commit page. On Windows, use Control L to select the address bar and Control C to copy the full URL. Open the weekly form from your course page, check the account, week, and URL, then submit. Check the form confirmation. Saving on GitHub alone has not submitted the form.</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four things separately. Do you own a Private repository? Can you reopen the saved text? Is the instructor invitation listed? Did the form confirm receipt? The Verified badge on a commit is not instructor review or submission confirmation. Tell your instructor which check stopped you. These checks describe your operation, not your grade.</a:t>
            </a:r>
          </a:p>
          <a:p xmlns:a="http://schemas.openxmlformats.org/drawingml/2006/main">
            <a:r>
              <a:t/>
            </a:r>
          </a:p>
          <a:p xmlns:a="http://schemas.openxmlformats.org/drawingml/2006/main">
            <a:r>
              <a:t>Teaching: pause while students perform this action. Check the completion cue on their own screen and help those who stopped. Do not ask for passwords or sign-in codes. Keep the existing assessment and deadline policy.</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en/handouts/github_self_check.md and mark only items checked on your own screen. This is separate from grading and instructor access verification. Use the existing setup guide for the image and short record. If the form receipt is uncertain, ask the instructor before sending again. Keep pending and accepted distinct. Do not project personal information or secrets.</a:t>
            </a:r>
          </a:p>
          <a:p xmlns:a="http://schemas.openxmlformats.org/drawingml/2006/main">
            <a:r>
              <a:t/>
            </a:r>
          </a:p>
          <a:p xmlns:a="http://schemas.openxmlformats.org/drawingml/2006/main">
            <a:r>
              <a:t>01  Sign-in and username</a:t>
            </a:r>
          </a:p>
          <a:p xmlns:a="http://schemas.openxmlformats.org/drawingml/2006/main">
            <a:r>
              <a:t>Open Profile and read the username in its URL.</a:t>
            </a:r>
          </a:p>
          <a:p xmlns:a="http://schemas.openxmlformats.org/drawingml/2006/main">
            <a:r>
              <a:t>You can name your username. If incomplete: step 02</a:t>
            </a:r>
          </a:p>
          <a:p xmlns:a="http://schemas.openxmlformats.org/drawingml/2006/main">
            <a:r>
              <a:t/>
            </a:r>
          </a:p>
          <a:p xmlns:a="http://schemas.openxmlformats.org/drawingml/2006/main">
            <a:r>
              <a:t>02  Your Private repository</a:t>
            </a:r>
          </a:p>
          <a:p xmlns:a="http://schemas.openxmlformats.org/drawingml/2006/main">
            <a:r>
              <a:t>Open Code in your own ai-learning repository.</a:t>
            </a:r>
          </a:p>
          <a:p xmlns:a="http://schemas.openxmlformats.org/drawingml/2006/main">
            <a:r>
              <a:t>Own Owner, Private, folders present. If incomplete: steps 03–05</a:t>
            </a:r>
          </a:p>
          <a:p xmlns:a="http://schemas.openxmlformats.org/drawingml/2006/main">
            <a:r>
              <a:t/>
            </a:r>
          </a:p>
          <a:p xmlns:a="http://schemas.openxmlformats.org/drawingml/2006/main">
            <a:r>
              <a:t>03  Setup image and short record</a:t>
            </a:r>
          </a:p>
          <a:p xmlns:a="http://schemas.openxmlformats.org/drawingml/2006/main">
            <a:r>
              <a:t>Open the setup image and setup/README.md separately.</a:t>
            </a:r>
          </a:p>
          <a:p xmlns:a="http://schemas.openxmlformats.org/drawingml/2006/main">
            <a:r>
              <a:t>The image opens and your record is readable. Use the setup guide.</a:t>
            </a:r>
          </a:p>
          <a:p xmlns:a="http://schemas.openxmlformats.org/drawingml/2006/main">
            <a:r>
              <a:t/>
            </a:r>
          </a:p>
          <a:p xmlns:a="http://schemas.openxmlformats.org/drawingml/2006/main">
            <a:r>
              <a:t>04  Instructor invitation</a:t>
            </a:r>
          </a:p>
          <a:p xmlns:a="http://schemas.openxmlformats.org/drawingml/2006/main">
            <a:r>
              <a:t>Settings → Collaborators: check the specified instructor.</a:t>
            </a:r>
          </a:p>
          <a:p xmlns:a="http://schemas.openxmlformats.org/drawingml/2006/main">
            <a:r>
              <a:t>Describe pending or accepted. If incomplete: step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en/handouts/github_self_check.md and mark only items checked on your own screen. This is separate from grading and instructor access verification. Use the existing setup guide for the image and short record. If the form receipt is uncertain, ask the instructor before sending again. Keep pending and accepted distinct. Do not project personal information or secrets.</a:t>
            </a:r>
          </a:p>
          <a:p xmlns:a="http://schemas.openxmlformats.org/drawingml/2006/main">
            <a:r>
              <a:t/>
            </a:r>
          </a:p>
          <a:p xmlns:a="http://schemas.openxmlformats.org/drawingml/2006/main">
            <a:r>
              <a:t>05  Saved README</a:t>
            </a:r>
          </a:p>
          <a:p xmlns:a="http://schemas.openxmlformats.org/drawingml/2006/main">
            <a:r>
              <a:t>Reopen this week’s README.md and read your added text.</a:t>
            </a:r>
          </a:p>
          <a:p xmlns:a="http://schemas.openxmlformats.org/drawingml/2006/main">
            <a:r>
              <a:t>Your text remains outside the editor. If incomplete: steps 06–09</a:t>
            </a:r>
          </a:p>
          <a:p xmlns:a="http://schemas.openxmlformats.org/drawingml/2006/main">
            <a:r>
              <a:t/>
            </a:r>
          </a:p>
          <a:p xmlns:a="http://schemas.openxmlformats.org/drawingml/2006/main">
            <a:r>
              <a:t>06  Files in the submitted version</a:t>
            </a:r>
          </a:p>
          <a:p xmlns:a="http://schemas.openxmlformats.org/drawingml/2006/main">
            <a:r>
              <a:t>Latest commit → Browse files: open all required weekly files.</a:t>
            </a:r>
          </a:p>
          <a:p xmlns:a="http://schemas.openxmlformats.org/drawingml/2006/main">
            <a:r>
              <a:t>All required files are present. If incomplete: steps 11–13</a:t>
            </a:r>
          </a:p>
          <a:p xmlns:a="http://schemas.openxmlformats.org/drawingml/2006/main">
            <a:r>
              <a:t/>
            </a:r>
          </a:p>
          <a:p xmlns:a="http://schemas.openxmlformats.org/drawingml/2006/main">
            <a:r>
              <a:t>07  Initial registration receipt</a:t>
            </a:r>
          </a:p>
          <a:p xmlns:a="http://schemas.openxmlformats.org/drawingml/2006/main">
            <a:r>
              <a:t>Check your repository URL and initial form confirmation.</a:t>
            </a:r>
          </a:p>
          <a:p xmlns:a="http://schemas.openxmlformats.org/drawingml/2006/main">
            <a:r>
              <a:t>Receipt confirmed. If uncertain, ask your instructor: guide C2</a:t>
            </a:r>
          </a:p>
          <a:p xmlns:a="http://schemas.openxmlformats.org/drawingml/2006/main">
            <a:r>
              <a:t/>
            </a:r>
          </a:p>
          <a:p xmlns:a="http://schemas.openxmlformats.org/drawingml/2006/main">
            <a:r>
              <a:t>08  Weekly submission receipt</a:t>
            </a:r>
          </a:p>
          <a:p xmlns:a="http://schemas.openxmlformats.org/drawingml/2006/main">
            <a:r>
              <a:t>Check the full /commit/ URL and weekly form confirmation.</a:t>
            </a:r>
          </a:p>
          <a:p xmlns:a="http://schemas.openxmlformats.org/drawingml/2006/main">
            <a:r>
              <a:t>Correct week and receipt confirmed. If incomplete: step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fcda5b72cb43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dcdf62173046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8b24f23fea46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d0f6b92f4940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c57f94c3a14a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3535f1a68e4c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6EC0CA-C874-4EBC-9305-201E974D4C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9E6DEB-5D5C-49B3-923C-6DC847B4C7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40FD3E-D25A-41E1-85A8-EB19D57591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090233-8009-4404-86D9-CDDE9590D4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157EBD-FE5C-487D-88AF-F9AD7875E8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30FCE8-FD1C-4B32-AF8C-417093433E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861A21-EC32-499D-831C-0C32EFFF8E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D26BC2-8C5F-4D1E-B69E-26C059433B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93977A-112C-4176-9ADB-68C6752F60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79AE18-5947-4820-857D-7BE9C61904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760081bc14803" /><Relationship Type="http://schemas.openxmlformats.org/officeDocument/2006/relationships/slideLayout" Target="/ppt/slideLayouts/slideLayout1.xml" Id="Redf66ea49b7d4895" /><Relationship Type="http://schemas.openxmlformats.org/officeDocument/2006/relationships/slideLayout" Target="/ppt/slideLayouts/slideLayout2.xml" Id="R8c806bec48494ad1" /><Relationship Type="http://schemas.openxmlformats.org/officeDocument/2006/relationships/slideLayout" Target="/ppt/slideLayouts/slideLayout3.xml" Id="Rc2e0b1c8818c47fa" /><Relationship Type="http://schemas.openxmlformats.org/officeDocument/2006/relationships/slideLayout" Target="/ppt/slideLayouts/slideLayout4.xml" Id="R43251a9ff5754428" /><Relationship Type="http://schemas.openxmlformats.org/officeDocument/2006/relationships/slideLayout" Target="/ppt/slideLayouts/slideLayout5.xml" Id="Rc83f8884da1d43bc" /><Relationship Type="http://schemas.openxmlformats.org/officeDocument/2006/relationships/slideLayout" Target="/ppt/slideLayouts/slideLayout6.xml" Id="R940f576099f848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f66ea49b7d4895"/>
    <p:sldLayoutId xmlns:r="http://schemas.openxmlformats.org/officeDocument/2006/relationships" id="2147483650" r:id="R8c806bec48494ad1"/>
    <p:sldLayoutId xmlns:r="http://schemas.openxmlformats.org/officeDocument/2006/relationships" id="2147483651" r:id="Rc2e0b1c8818c47fa"/>
    <p:sldLayoutId xmlns:r="http://schemas.openxmlformats.org/officeDocument/2006/relationships" id="2147483652" r:id="R43251a9ff5754428"/>
    <p:sldLayoutId xmlns:r="http://schemas.openxmlformats.org/officeDocument/2006/relationships" id="2147483653" r:id="Rc83f8884da1d43bc"/>
    <p:sldLayoutId xmlns:r="http://schemas.openxmlformats.org/officeDocument/2006/relationships" id="2147483654" r:id="R940f576099f848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becd6a882147e3" /><Relationship Type="http://schemas.openxmlformats.org/officeDocument/2006/relationships/image" Target="/ppt/media/image.png" Id="Raccfb03401364046" /><Relationship Type="http://schemas.openxmlformats.org/officeDocument/2006/relationships/hyperlink" Target="https://tsuchiyatakahiro.com" TargetMode="External" Id="R7eece3b2b33d4041" /><Relationship Type="http://schemas.openxmlformats.org/officeDocument/2006/relationships/notesSlide" Target="/ppt/notesSlides/notesSlide1.xml" Id="R4b53603d8c8f4a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10ecee74bf4680" /><Relationship Type="http://schemas.openxmlformats.org/officeDocument/2006/relationships/image" Target="/ppt/media/image2.png" Id="R77ba4219a7e94f74" /><Relationship Type="http://schemas.openxmlformats.org/officeDocument/2006/relationships/image" Target="/ppt/media/image.jpeg" Id="R256a856933524543" /><Relationship Type="http://schemas.openxmlformats.org/officeDocument/2006/relationships/hyperlink" Target="https://tsuchiyatakahiro.com/" TargetMode="External" Id="Rd4069fc9935d4c2c" /><Relationship Type="http://schemas.openxmlformats.org/officeDocument/2006/relationships/notesSlide" Target="/ppt/notesSlides/notesSlide2.xml" Id="R046c5020f4a84a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f66d6eb78f4e91" /><Relationship Type="http://schemas.openxmlformats.org/officeDocument/2006/relationships/image" Target="/ppt/media/image3.png" Id="Rc9d717c6add542bf" /><Relationship Type="http://schemas.openxmlformats.org/officeDocument/2006/relationships/hyperlink" Target="https://tsuchiyatakahiro.com/" TargetMode="External" Id="R30d18f38210d49b4" /><Relationship Type="http://schemas.openxmlformats.org/officeDocument/2006/relationships/notesSlide" Target="/ppt/notesSlides/notesSlide3.xml" Id="R04f3f4aa2fd04c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7c546d93dc467a" /><Relationship Type="http://schemas.openxmlformats.org/officeDocument/2006/relationships/image" Target="/ppt/media/image4.png" Id="R7408ef52ebef4775" /><Relationship Type="http://schemas.openxmlformats.org/officeDocument/2006/relationships/image" Target="/ppt/media/image5.png" Id="Ra548a889c8174d97" /><Relationship Type="http://schemas.openxmlformats.org/officeDocument/2006/relationships/hyperlink" Target="https://tsuchiyatakahiro.com/" TargetMode="External" Id="R6df0918c42d1488f" /><Relationship Type="http://schemas.openxmlformats.org/officeDocument/2006/relationships/notesSlide" Target="/ppt/notesSlides/notesSlide4.xml" Id="R6246a1e00eb547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a71b80e3d6492a" /><Relationship Type="http://schemas.openxmlformats.org/officeDocument/2006/relationships/image" Target="/ppt/media/image6.png" Id="R79ab11100ea04b80" /><Relationship Type="http://schemas.openxmlformats.org/officeDocument/2006/relationships/image" Target="/ppt/media/image7.png" Id="R63c42559be604403" /><Relationship Type="http://schemas.openxmlformats.org/officeDocument/2006/relationships/hyperlink" Target="https://tsuchiyatakahiro.com/" TargetMode="External" Id="R9da6704f86d3421f" /><Relationship Type="http://schemas.openxmlformats.org/officeDocument/2006/relationships/notesSlide" Target="/ppt/notesSlides/notesSlide5.xml" Id="R3205cfe1ed6a46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a16c2dc9474f46" /><Relationship Type="http://schemas.openxmlformats.org/officeDocument/2006/relationships/image" Target="/ppt/media/image8.png" Id="R74b869250c844ec8" /><Relationship Type="http://schemas.openxmlformats.org/officeDocument/2006/relationships/hyperlink" Target="https://tsuchiyatakahiro.com/" TargetMode="External" Id="R51ca0910723b4554" /><Relationship Type="http://schemas.openxmlformats.org/officeDocument/2006/relationships/notesSlide" Target="/ppt/notesSlides/notesSlide6.xml" Id="Ra0f19894cf5544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72315f496745b4" /><Relationship Type="http://schemas.openxmlformats.org/officeDocument/2006/relationships/image" Target="/ppt/media/image9.png" Id="R3246c5547e284a73" /><Relationship Type="http://schemas.openxmlformats.org/officeDocument/2006/relationships/image" Target="/ppt/media/image10.png" Id="R7891f163ed604fee" /><Relationship Type="http://schemas.openxmlformats.org/officeDocument/2006/relationships/hyperlink" Target="https://tsuchiyatakahiro.com/" TargetMode="External" Id="R04842c32720a4e03" /><Relationship Type="http://schemas.openxmlformats.org/officeDocument/2006/relationships/notesSlide" Target="/ppt/notesSlides/notesSlide7.xml" Id="R8eea226bd60740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25e9bdedd7407f" /><Relationship Type="http://schemas.openxmlformats.org/officeDocument/2006/relationships/image" Target="/ppt/media/image11.png" Id="R7a29a2ca442d4547" /><Relationship Type="http://schemas.openxmlformats.org/officeDocument/2006/relationships/hyperlink" Target="https://tsuchiyatakahiro.com/" TargetMode="External" Id="R76f71f384fb846ec" /><Relationship Type="http://schemas.openxmlformats.org/officeDocument/2006/relationships/notesSlide" Target="/ppt/notesSlides/notesSlide8.xml" Id="R425a6af79acd4e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36487189a1412f" /><Relationship Type="http://schemas.openxmlformats.org/officeDocument/2006/relationships/image" Target="/ppt/media/image12.png" Id="Rff1c05b185bd459a" /><Relationship Type="http://schemas.openxmlformats.org/officeDocument/2006/relationships/image" Target="/ppt/media/image13.png" Id="Ra76694fa4dfa49cd" /><Relationship Type="http://schemas.openxmlformats.org/officeDocument/2006/relationships/hyperlink" Target="https://tsuchiyatakahiro.com/" TargetMode="External" Id="Rc3b0a506740247c3" /><Relationship Type="http://schemas.openxmlformats.org/officeDocument/2006/relationships/notesSlide" Target="/ppt/notesSlides/notesSlide9.xml" Id="Rcb47cbd4a30344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ff56a5aebc4acd" /><Relationship Type="http://schemas.openxmlformats.org/officeDocument/2006/relationships/image" Target="/ppt/media/image14.png" Id="R5f1f9c7e475243f4" /><Relationship Type="http://schemas.openxmlformats.org/officeDocument/2006/relationships/hyperlink" Target="https://tsuchiyatakahiro.com/" TargetMode="External" Id="R51a35eb641ab49f1" /><Relationship Type="http://schemas.openxmlformats.org/officeDocument/2006/relationships/notesSlide" Target="/ppt/notesSlides/notesSlide10.xml" Id="R490d9026a98f41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baaacf907b4618" /><Relationship Type="http://schemas.openxmlformats.org/officeDocument/2006/relationships/image" Target="/ppt/media/image15.png" Id="Re35cd669626945c8" /><Relationship Type="http://schemas.openxmlformats.org/officeDocument/2006/relationships/image" Target="/ppt/media/image16.png" Id="R1ec24a813b644aad" /><Relationship Type="http://schemas.openxmlformats.org/officeDocument/2006/relationships/hyperlink" Target="https://tsuchiyatakahiro.com/" TargetMode="External" Id="R60428059b7ce45d7" /><Relationship Type="http://schemas.openxmlformats.org/officeDocument/2006/relationships/notesSlide" Target="/ppt/notesSlides/notesSlide11.xml" Id="R3dde25f81b3e41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399eb060efe4370" /><Relationship Type="http://schemas.openxmlformats.org/officeDocument/2006/relationships/image" Target="/ppt/media/image17.png" Id="R3f281769b82d4d63" /><Relationship Type="http://schemas.openxmlformats.org/officeDocument/2006/relationships/image" Target="/ppt/media/image2.jpeg" Id="R40f66b99347c4eef" /><Relationship Type="http://schemas.openxmlformats.org/officeDocument/2006/relationships/hyperlink" Target="https://tsuchiyatakahiro.com/" TargetMode="External" Id="R47720cb94345419e" /><Relationship Type="http://schemas.openxmlformats.org/officeDocument/2006/relationships/notesSlide" Target="/ppt/notesSlides/notesSlide12.xml" Id="R896b30cb9e3847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a8d3b3c6e9748b0" /><Relationship Type="http://schemas.openxmlformats.org/officeDocument/2006/relationships/image" Target="/ppt/media/image18.png" Id="R5937adbf18824a1c" /><Relationship Type="http://schemas.openxmlformats.org/officeDocument/2006/relationships/image" Target="/ppt/media/image3.jpeg" Id="R7d0c037ac102499b" /><Relationship Type="http://schemas.openxmlformats.org/officeDocument/2006/relationships/hyperlink" Target="https://tsuchiyatakahiro.com/" TargetMode="External" Id="Rbdac578b82ff4491" /><Relationship Type="http://schemas.openxmlformats.org/officeDocument/2006/relationships/notesSlide" Target="/ppt/notesSlides/notesSlide13.xml" Id="R692af85667e747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d0b7ac3733442e5" /><Relationship Type="http://schemas.openxmlformats.org/officeDocument/2006/relationships/image" Target="/ppt/media/image19.png" Id="R32773dbec59d4cc6" /><Relationship Type="http://schemas.openxmlformats.org/officeDocument/2006/relationships/image" Target="/ppt/media/image4.jpeg" Id="Rf2cf8cd4f8474034" /><Relationship Type="http://schemas.openxmlformats.org/officeDocument/2006/relationships/hyperlink" Target="https://tsuchiyatakahiro.com/" TargetMode="External" Id="R143190e48ac848cc" /><Relationship Type="http://schemas.openxmlformats.org/officeDocument/2006/relationships/notesSlide" Target="/ppt/notesSlides/notesSlide14.xml" Id="R172ddd82b1474d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fd1e1077c6b4421" /><Relationship Type="http://schemas.openxmlformats.org/officeDocument/2006/relationships/image" Target="/ppt/media/image20.png" Id="Rd21af0cda61741ac" /><Relationship Type="http://schemas.openxmlformats.org/officeDocument/2006/relationships/hyperlink" Target="https://tsuchiyatakahiro.com/" TargetMode="External" Id="Ra9b9f0df620f4f92" /><Relationship Type="http://schemas.openxmlformats.org/officeDocument/2006/relationships/notesSlide" Target="/ppt/notesSlides/notesSlide15.xml" Id="Ra90ead26c0f449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cf41a783f7b44ab" /><Relationship Type="http://schemas.openxmlformats.org/officeDocument/2006/relationships/image" Target="/ppt/media/image21.png" Id="R2e9128e8d78f4ba5" /><Relationship Type="http://schemas.openxmlformats.org/officeDocument/2006/relationships/hyperlink" Target="https://tsuchiyatakahiro.com/" TargetMode="External" Id="R9fd5538a6e1e48d9" /><Relationship Type="http://schemas.openxmlformats.org/officeDocument/2006/relationships/notesSlide" Target="/ppt/notesSlides/notesSlide16.xml" Id="R3aca4e1e2b7c47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131cb2393024271" /><Relationship Type="http://schemas.openxmlformats.org/officeDocument/2006/relationships/image" Target="/ppt/media/image22.png" Id="R13b44dfe98a14e7e" /><Relationship Type="http://schemas.openxmlformats.org/officeDocument/2006/relationships/notesSlide" Target="/ppt/notesSlides/notesSlide17.xml" Id="R88376c1c82ae48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4d78e4c186446d" /><Relationship Type="http://schemas.openxmlformats.org/officeDocument/2006/relationships/image" Target="/ppt/media/image23.png" Id="R1c1e49dc2f6e4db0" /><Relationship Type="http://schemas.openxmlformats.org/officeDocument/2006/relationships/notesSlide" Target="/ppt/notesSlides/notesSlide18.xml" Id="Rda84f8da4a7a40d4" /></Relationships>
</file>

<file path=ppt/slides/slide1.xml><?xml version="1.0" encoding="utf-8"?>
<p:sld xmlns:p="http://schemas.openxmlformats.org/presentationml/2006/main">
  <p:cSld>
    <p:bg>
      <p:bgPr>
        <a:solidFill xmlns:a="http://schemas.openxmlformats.org/drawingml/2006/main">
          <a:srgbClr val="17303E"/>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BB9317B-6C62-4523-96C6-172E09CC7C91}"/>
              </a:ext>
            </a:extLst>
          </p:cNvPr>
          <p:cNvPicPr>
            <a:picLocks xmlns:a="http://schemas.openxmlformats.org/drawingml/2006/main" noChangeAspect="1"/>
          </p:cNvPicPr>
          <p:nvPr/>
        </p:nvPicPr>
        <p:blipFill>
          <a:blip xmlns:r="http://schemas.openxmlformats.org/officeDocument/2006/relationships" xmlns:a="http://schemas.openxmlformats.org/drawingml/2006/main" r:embed="Raccfb03401364046"/>
          <a:stretch xmlns:a="http://schemas.openxmlformats.org/drawingml/2006/main"/>
        </p:blipFill>
        <p:spPr>
          <a:xfrm xmlns:a="http://schemas.openxmlformats.org/drawingml/2006/main">
            <a:off x="685800" y="240695"/>
            <a:ext cx="2286000" cy="28061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0326CEFC-830A-4693-9DBA-8F4A2E01255F}"/>
              </a:ext>
            </a:extLst>
          </p:cNvPr>
          <p:cNvSpPr>
            <a:spLocks xmlns:a="http://schemas.openxmlformats.org/drawingml/2006/main" noGrp="1"/>
          </p:cNvSpPr>
          <p:nvPr/>
        </p:nvSpPr>
        <p:spPr>
          <a:xfrm xmlns:a="http://schemas.openxmlformats.org/drawingml/2006/main">
            <a:off x="685800" y="18288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650" b="1">
                <a:solidFill>
                  <a:srgbClr val="FFFFFF"/>
                </a:solidFill>
                <a:latin typeface="Meiryo"/>
                <a:ea typeface="Meiryo"/>
                <a:cs typeface="Meiryo"/>
              </a:defRPr>
            </a:defPPr>
          </a:lstStyle>
          <a:p xmlns:a="http://schemas.openxmlformats.org/drawingml/2006/main">
            <a:pPr>
              <a:defRPr sz="4650" b="1">
                <a:solidFill>
                  <a:srgbClr val="FFFFFF"/>
                </a:solidFill>
                <a:latin typeface="Meiryo"/>
                <a:ea typeface="Meiryo"/>
                <a:cs typeface="Meiryo"/>
              </a:defRPr>
            </a:pPr>
            <a:r>
              <a:rPr sz="4650" b="1">
                <a:solidFill>
                  <a:srgbClr val="FFFFFF"/>
                </a:solidFill>
                <a:latin typeface="Meiryo"/>
                <a:ea typeface="Meiryo"/>
                <a:cs typeface="Meiryo"/>
              </a:rPr>
              <a:t>GitHub Hands-on Practice</a:t>
            </a:r>
          </a:p>
        </p:txBody>
      </p:sp>
      <p:sp>
        <p:nvSpPr>
          <p:cNvPr id="3" name="cover-subtitle">
            <a:extLst xmlns:a="http://schemas.openxmlformats.org/drawingml/2006/main">
              <a:ext uri="{FF2B5EF4-FFF2-40B4-BE49-F238E27FC236}">
                <a16:creationId xmlns:a16="http://schemas.microsoft.com/office/drawing/2014/main" id="{A7C212BC-D1A2-4DEC-AF9B-654A2D7FFC85}"/>
              </a:ext>
            </a:extLst>
          </p:cNvPr>
          <p:cNvSpPr>
            <a:spLocks xmlns:a="http://schemas.openxmlformats.org/drawingml/2006/main" noGrp="1"/>
          </p:cNvSpPr>
          <p:nvPr/>
        </p:nvSpPr>
        <p:spPr>
          <a:xfrm xmlns:a="http://schemas.openxmlformats.org/drawingml/2006/main">
            <a:off x="685800" y="3028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FFFFFF"/>
                </a:solidFill>
                <a:latin typeface="Meiryo"/>
                <a:ea typeface="Meiryo"/>
                <a:cs typeface="Meiryo"/>
              </a:defRPr>
            </a:defPPr>
          </a:lstStyle>
          <a:p xmlns:a="http://schemas.openxmlformats.org/drawingml/2006/main">
            <a:pPr>
              <a:defRPr sz="2550" b="0">
                <a:solidFill>
                  <a:srgbClr val="FFFFFF"/>
                </a:solidFill>
                <a:latin typeface="Meiryo"/>
                <a:ea typeface="Meiryo"/>
                <a:cs typeface="Meiryo"/>
              </a:defRPr>
            </a:pPr>
            <a:r>
              <a:rPr sz="2550" b="0">
                <a:solidFill>
                  <a:srgbClr val="FFFFFF"/>
                </a:solidFill>
                <a:latin typeface="Meiryo"/>
                <a:ea typeface="Meiryo"/>
                <a:cs typeface="Meiryo"/>
              </a:rPr>
              <a:t>Your repository, saved README, and course submission</a:t>
            </a:r>
          </a:p>
        </p:txBody>
      </p:sp>
      <p:sp>
        <p:nvSpPr>
          <p:cNvPr id="4" name="cover-use">
            <a:extLst xmlns:a="http://schemas.openxmlformats.org/drawingml/2006/main">
              <a:ext uri="{FF2B5EF4-FFF2-40B4-BE49-F238E27FC236}">
                <a16:creationId xmlns:a16="http://schemas.microsoft.com/office/drawing/2014/main" id="{4BB59961-209C-47F6-BD44-2640AE4AFA00}"/>
              </a:ext>
            </a:extLst>
          </p:cNvPr>
          <p:cNvSpPr>
            <a:spLocks xmlns:a="http://schemas.openxmlformats.org/drawingml/2006/main" noGrp="1"/>
          </p:cNvSpPr>
          <p:nvPr/>
        </p:nvSpPr>
        <p:spPr>
          <a:xfrm xmlns:a="http://schemas.openxmlformats.org/drawingml/2006/main">
            <a:off x="685800" y="44862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A6CED0"/>
                </a:solidFill>
                <a:latin typeface="Meiryo"/>
                <a:ea typeface="Meiryo"/>
                <a:cs typeface="Meiryo"/>
              </a:defRPr>
            </a:defPPr>
          </a:lstStyle>
          <a:p xmlns:a="http://schemas.openxmlformats.org/drawingml/2006/main">
            <a:pPr>
              <a:defRPr sz="2250" b="0">
                <a:solidFill>
                  <a:srgbClr val="A6CED0"/>
                </a:solidFill>
                <a:latin typeface="Meiryo"/>
                <a:ea typeface="Meiryo"/>
                <a:cs typeface="Meiryo"/>
              </a:defRPr>
            </a:pPr>
            <a:r>
              <a:rPr sz="2250" b="0">
                <a:solidFill>
                  <a:srgbClr val="A6CED0"/>
                </a:solidFill>
                <a:latin typeface="Meiryo"/>
                <a:ea typeface="Meiryo"/>
                <a:cs typeface="Meiryo"/>
              </a:rPr>
              <a:t>Practice 15 actions, then check your own screen.</a:t>
            </a:r>
          </a:p>
          <a:p xmlns:a="http://schemas.openxmlformats.org/drawingml/2006/main">
            <a:pPr>
              <a:defRPr sz="2250" b="0">
                <a:solidFill>
                  <a:srgbClr val="A6CED0"/>
                </a:solidFill>
                <a:latin typeface="Meiryo"/>
                <a:ea typeface="Meiryo"/>
                <a:cs typeface="Meiryo"/>
              </a:defRPr>
            </a:pPr>
            <a:r>
              <a:rPr sz="2250" b="0">
                <a:solidFill>
                  <a:srgbClr val="A6CED0"/>
                </a:solidFill>
                <a:latin typeface="Meiryo"/>
                <a:ea typeface="Meiryo"/>
                <a:cs typeface="Meiryo"/>
              </a:rPr>
              <a:t>Includes three videos and an ordered self-check sheet.</a:t>
            </a:r>
          </a:p>
        </p:txBody>
      </p:sp>
      <p:sp>
        <p:nvSpPr>
          <p:cNvPr id="5" name="author">
            <a:extLst xmlns:a="http://schemas.openxmlformats.org/drawingml/2006/main">
              <a:ext uri="{FF2B5EF4-FFF2-40B4-BE49-F238E27FC236}">
                <a16:creationId xmlns:a16="http://schemas.microsoft.com/office/drawing/2014/main" id="{9AE7B34B-03C0-4E49-8F54-3FB5ED170FBD}"/>
              </a:ext>
            </a:extLst>
          </p:cNvPr>
          <p:cNvSpPr>
            <a:spLocks xmlns:a="http://schemas.openxmlformats.org/drawingml/2006/main" noGrp="1"/>
          </p:cNvSpPr>
          <p:nvPr/>
        </p:nvSpPr>
        <p:spPr>
          <a:xfrm xmlns:a="http://schemas.openxmlformats.org/drawingml/2006/main">
            <a:off x="685800" y="62960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A6CED0"/>
                </a:solidFill>
                <a:latin typeface="Meiryo"/>
                <a:ea typeface="Meiryo"/>
                <a:cs typeface="Meiryo"/>
              </a:defRPr>
            </a:defPPr>
          </a:lstStyle>
          <a:p xmlns:a="http://schemas.openxmlformats.org/drawingml/2006/main">
            <a:pPr>
              <a:defRPr sz="1800" b="0">
                <a:solidFill>
                  <a:srgbClr val="A6CED0"/>
                </a:solidFill>
                <a:latin typeface="Meiryo"/>
                <a:ea typeface="Meiryo"/>
                <a:cs typeface="Meiryo"/>
              </a:defRPr>
            </a:pPr>
            <a:r>
              <a:rPr>
                <a:hlinkClick xmlns:r="http://schemas.openxmlformats.org/officeDocument/2006/relationships" r:id="R7eece3b2b33d4041"/>
              </a:rPr>
              <a:t>Takahiro Tsuchiya  ·  tsuchiyatakahiro.com</a:t>
            </a:r>
          </a:p>
        </p:txBody>
      </p:sp>
    </p:spTree>
    <p:extLst>
      <p:ext uri="{BB962C8B-B14F-4D97-AF65-F5344CB8AC3E}">
        <p14:creationId xmlns:p14="http://schemas.microsoft.com/office/powerpoint/2010/main" val="18735640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4FE1B72-1048-45AF-9974-2A8546232059}"/>
              </a:ext>
            </a:extLst>
          </p:cNvPr>
          <p:cNvPicPr>
            <a:picLocks xmlns:a="http://schemas.openxmlformats.org/drawingml/2006/main" noChangeAspect="1"/>
          </p:cNvPicPr>
          <p:nvPr/>
        </p:nvPicPr>
        <p:blipFill>
          <a:blip xmlns:r="http://schemas.openxmlformats.org/officeDocument/2006/relationships" xmlns:a="http://schemas.openxmlformats.org/drawingml/2006/main" r:embed="R77ba4219a7e94f74"/>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9D4D9F-7191-4858-B9C5-98A31EC858A1}"/>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Which repository is open?</a:t>
            </a:r>
          </a:p>
        </p:txBody>
      </p:sp>
      <p:sp>
        <p:nvSpPr>
          <p:cNvPr id="3" name="open-label">
            <a:extLst xmlns:a="http://schemas.openxmlformats.org/drawingml/2006/main">
              <a:ext uri="{FF2B5EF4-FFF2-40B4-BE49-F238E27FC236}">
                <a16:creationId xmlns:a16="http://schemas.microsoft.com/office/drawing/2014/main" id="{27F20C01-FF56-4BF6-B5EA-1F80B8B7AB97}"/>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89A33F84-C416-4E59-B33D-BE79EA6B11D1}"/>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owner and name at the top</a:t>
            </a:r>
          </a:p>
        </p:txBody>
      </p:sp>
      <p:sp>
        <p:nvSpPr>
          <p:cNvPr id="5" name="action-label">
            <a:extLst xmlns:a="http://schemas.openxmlformats.org/drawingml/2006/main">
              <a:ext uri="{FF2B5EF4-FFF2-40B4-BE49-F238E27FC236}">
                <a16:creationId xmlns:a16="http://schemas.microsoft.com/office/drawing/2014/main" id="{40F72EED-3570-4344-A76C-64D7213D96B2}"/>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579BE3C4-B22E-425F-BF06-5DDD4E8DB298}"/>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Check your own username.</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Read the instructor material there.</a:t>
            </a:r>
          </a:p>
        </p:txBody>
      </p:sp>
      <p:sp>
        <p:nvSpPr>
          <p:cNvPr id="7" name="check-label">
            <a:extLst xmlns:a="http://schemas.openxmlformats.org/drawingml/2006/main">
              <a:ext uri="{FF2B5EF4-FFF2-40B4-BE49-F238E27FC236}">
                <a16:creationId xmlns:a16="http://schemas.microsoft.com/office/drawing/2014/main" id="{B76935B5-0233-4941-947B-807590DB89E8}"/>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C06A54F3-3DCA-4734-AD0F-8D6592F4AC37}"/>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If you already own ai-learning,</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continue in that repository.</a:t>
            </a:r>
          </a:p>
        </p:txBody>
      </p:sp>
      <p:pic>
        <p:nvPicPr>
          <p:cNvPr id="9" name="">
            <a:extLst xmlns:a="http://schemas.openxmlformats.org/drawingml/2006/main">
              <a:ext uri="{FF2B5EF4-FFF2-40B4-BE49-F238E27FC236}">
                <a16:creationId xmlns:a16="http://schemas.microsoft.com/office/drawing/2014/main" id="{1BC81AA5-14F7-473C-AEBE-BA8618418772}"/>
              </a:ext>
            </a:extLst>
          </p:cNvPr>
          <p:cNvPicPr>
            <a:picLocks xmlns:a="http://schemas.openxmlformats.org/drawingml/2006/main" noChangeAspect="1"/>
          </p:cNvPicPr>
          <p:nvPr/>
        </p:nvPicPr>
        <p:blipFill>
          <a:blip xmlns:r="http://schemas.openxmlformats.org/officeDocument/2006/relationships" xmlns:a="http://schemas.openxmlformats.org/drawingml/2006/main" r:embed="R256a856933524543"/>
          <a:srcRect xmlns:a="http://schemas.openxmlformats.org/drawingml/2006/main" l="1581" t="11236" r="60474" b="66292"/>
          <a:stretch xmlns:a="http://schemas.openxmlformats.org/drawingml/2006/main"/>
        </p:blipFill>
        <p:spPr>
          <a:xfrm xmlns:a="http://schemas.openxmlformats.org/drawingml/2006/main">
            <a:off x="6096000" y="2670175"/>
            <a:ext cx="5467350" cy="18224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163D376A-1817-4C63-9F46-DDECAC827CBE}"/>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Public template example. Use your own repository.</a:t>
            </a:r>
          </a:p>
        </p:txBody>
      </p:sp>
      <p:sp>
        <p:nvSpPr>
          <p:cNvPr id="11" name="text">
            <a:extLst xmlns:a="http://schemas.openxmlformats.org/drawingml/2006/main">
              <a:ext uri="{FF2B5EF4-FFF2-40B4-BE49-F238E27FC236}">
                <a16:creationId xmlns:a16="http://schemas.microsoft.com/office/drawing/2014/main" id="{58872EB1-B48D-4CEF-A498-8D82C64F167C}"/>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8A1AF505-A6D7-41CE-8C12-B6610B96C269}"/>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d4069fc9935d4c2c"/>
              </a:rPr>
              <a:t>tsuchiyatakahiro.com</a:t>
            </a:r>
          </a:p>
        </p:txBody>
      </p:sp>
      <p:sp>
        <p:nvSpPr>
          <p:cNvPr id="13" name="text">
            <a:extLst xmlns:a="http://schemas.openxmlformats.org/drawingml/2006/main">
              <a:ext uri="{FF2B5EF4-FFF2-40B4-BE49-F238E27FC236}">
                <a16:creationId xmlns:a16="http://schemas.microsoft.com/office/drawing/2014/main" id="{55BE6522-755F-4344-859D-61C8DC943BA4}"/>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01 / 15</a:t>
            </a:r>
          </a:p>
        </p:txBody>
      </p:sp>
    </p:spTree>
    <p:extLst>
      <p:ext uri="{BB962C8B-B14F-4D97-AF65-F5344CB8AC3E}">
        <p14:creationId xmlns:p14="http://schemas.microsoft.com/office/powerpoint/2010/main" val="12298951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C20A06F-181D-4E79-A35B-BC777A083EB6}"/>
              </a:ext>
            </a:extLst>
          </p:cNvPr>
          <p:cNvPicPr>
            <a:picLocks xmlns:a="http://schemas.openxmlformats.org/drawingml/2006/main" noChangeAspect="1"/>
          </p:cNvPicPr>
          <p:nvPr/>
        </p:nvPicPr>
        <p:blipFill>
          <a:blip xmlns:r="http://schemas.openxmlformats.org/officeDocument/2006/relationships" xmlns:a="http://schemas.openxmlformats.org/drawingml/2006/main" r:embed="Rc9d717c6add542bf"/>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136CFA84-396F-4027-8C47-3A74893637BD}"/>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Sign in to GitHub</a:t>
            </a:r>
          </a:p>
        </p:txBody>
      </p:sp>
      <p:sp>
        <p:nvSpPr>
          <p:cNvPr id="3" name="open-label">
            <a:extLst xmlns:a="http://schemas.openxmlformats.org/drawingml/2006/main">
              <a:ext uri="{FF2B5EF4-FFF2-40B4-BE49-F238E27FC236}">
                <a16:creationId xmlns:a16="http://schemas.microsoft.com/office/drawing/2014/main" id="{FF0790C7-D706-4F15-815C-DE6CBF2FBF7F}"/>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CB120166-4AB4-4E4B-9C90-748B6EF93178}"/>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Sign in on GitHub.</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New users choose Sign up.</a:t>
            </a:r>
          </a:p>
        </p:txBody>
      </p:sp>
      <p:sp>
        <p:nvSpPr>
          <p:cNvPr id="5" name="action-label">
            <a:extLst xmlns:a="http://schemas.openxmlformats.org/drawingml/2006/main">
              <a:ext uri="{FF2B5EF4-FFF2-40B4-BE49-F238E27FC236}">
                <a16:creationId xmlns:a16="http://schemas.microsoft.com/office/drawing/2014/main" id="{C42B8E27-FBF5-46E3-854B-9875A5671582}"/>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F83CE43E-017B-43D4-8090-97C079890C33}"/>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Keep an existing account.</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New users verify their email.</a:t>
            </a:r>
          </a:p>
        </p:txBody>
      </p:sp>
      <p:sp>
        <p:nvSpPr>
          <p:cNvPr id="7" name="check-label">
            <a:extLst xmlns:a="http://schemas.openxmlformats.org/drawingml/2006/main">
              <a:ext uri="{FF2B5EF4-FFF2-40B4-BE49-F238E27FC236}">
                <a16:creationId xmlns:a16="http://schemas.microsoft.com/office/drawing/2014/main" id="{A8599814-B6DA-4827-8D96-3C703463479C}"/>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BD5AED22-FFE0-437E-968A-30F67E66DB61}"/>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You know your username.</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Your required email is verified.</a:t>
            </a:r>
          </a:p>
        </p:txBody>
      </p:sp>
      <p:sp>
        <p:nvSpPr>
          <p:cNvPr id="9" name="text">
            <a:extLst xmlns:a="http://schemas.openxmlformats.org/drawingml/2006/main">
              <a:ext uri="{FF2B5EF4-FFF2-40B4-BE49-F238E27FC236}">
                <a16:creationId xmlns:a16="http://schemas.microsoft.com/office/drawing/2014/main" id="{DD50280C-8891-470F-8177-2FA5D552849E}"/>
              </a:ext>
            </a:extLst>
          </p:cNvPr>
          <p:cNvSpPr>
            <a:spLocks xmlns:a="http://schemas.openxmlformats.org/drawingml/2006/main" noGrp="1"/>
          </p:cNvSpPr>
          <p:nvPr/>
        </p:nvSpPr>
        <p:spPr>
          <a:xfrm xmlns:a="http://schemas.openxmlformats.org/drawingml/2006/main">
            <a:off x="6096000" y="15811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buNone/>
              <a:defRPr sz="1950" b="0">
                <a:solidFill>
                  <a:srgbClr val="536974"/>
                </a:solidFill>
                <a:latin typeface="Meiryo"/>
                <a:ea typeface="Meiryo"/>
                <a:cs typeface="Meiryo"/>
              </a:defRPr>
            </a:pPr>
            <a:r>
              <a:rPr sz="1950" b="0">
                <a:solidFill>
                  <a:srgbClr val="536974"/>
                </a:solidFill>
                <a:latin typeface="Meiryo"/>
                <a:ea typeface="Meiryo"/>
                <a:cs typeface="Meiryo"/>
              </a:rPr>
              <a:t>Checking the operation</a:t>
            </a:r>
          </a:p>
        </p:txBody>
      </p:sp>
      <p:sp>
        <p:nvSpPr>
          <p:cNvPr id="10" name="text">
            <a:extLst xmlns:a="http://schemas.openxmlformats.org/drawingml/2006/main">
              <a:ext uri="{FF2B5EF4-FFF2-40B4-BE49-F238E27FC236}">
                <a16:creationId xmlns:a16="http://schemas.microsoft.com/office/drawing/2014/main" id="{D690A9D3-89C2-4AF7-BA65-7213C9EEA0AD}"/>
              </a:ext>
            </a:extLst>
          </p:cNvPr>
          <p:cNvSpPr>
            <a:spLocks xmlns:a="http://schemas.openxmlformats.org/drawingml/2006/main" noGrp="1"/>
          </p:cNvSpPr>
          <p:nvPr/>
        </p:nvSpPr>
        <p:spPr>
          <a:xfrm xmlns:a="http://schemas.openxmlformats.org/drawingml/2006/main">
            <a:off x="6096000" y="2190750"/>
            <a:ext cx="5467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303E"/>
                </a:solidFill>
                <a:latin typeface="Meiryo"/>
                <a:ea typeface="Meiryo"/>
                <a:cs typeface="Meiryo"/>
              </a:defRPr>
            </a:defPPr>
          </a:lstStyle>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University course page</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GitHub</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Check each sign-in separately</a:t>
            </a:r>
          </a:p>
        </p:txBody>
      </p:sp>
      <p:sp>
        <p:nvSpPr>
          <p:cNvPr id="11" name="text">
            <a:extLst xmlns:a="http://schemas.openxmlformats.org/drawingml/2006/main">
              <a:ext uri="{FF2B5EF4-FFF2-40B4-BE49-F238E27FC236}">
                <a16:creationId xmlns:a16="http://schemas.microsoft.com/office/drawing/2014/main" id="{A3ECD549-6AC5-4A0E-B6A3-C438B16C1095}"/>
              </a:ext>
            </a:extLst>
          </p:cNvPr>
          <p:cNvSpPr>
            <a:spLocks xmlns:a="http://schemas.openxmlformats.org/drawingml/2006/main" noGrp="1"/>
          </p:cNvSpPr>
          <p:nvPr/>
        </p:nvSpPr>
        <p:spPr>
          <a:xfrm xmlns:a="http://schemas.openxmlformats.org/drawingml/2006/main">
            <a:off x="6096000" y="52387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0">
                <a:solidFill>
                  <a:srgbClr val="536974"/>
                </a:solidFill>
                <a:latin typeface="Meiryo"/>
                <a:ea typeface="Meiryo"/>
                <a:cs typeface="Meiryo"/>
              </a:defRPr>
            </a:defPPr>
          </a:lstStyle>
          <a:p xmlns:a="http://schemas.openxmlformats.org/drawingml/2006/main">
            <a:pPr>
              <a:buNone/>
              <a:defRPr sz="1650" b="0">
                <a:solidFill>
                  <a:srgbClr val="536974"/>
                </a:solidFill>
                <a:latin typeface="Meiryo"/>
                <a:ea typeface="Meiryo"/>
                <a:cs typeface="Meiryo"/>
              </a:defRPr>
            </a:pPr>
            <a:r>
              <a:rPr sz="1650" b="0">
                <a:solidFill>
                  <a:srgbClr val="536974"/>
                </a:solidFill>
                <a:latin typeface="Meiryo"/>
                <a:ea typeface="Meiryo"/>
                <a:cs typeface="Meiryo"/>
              </a:rPr>
              <a:t>Check your own screen before continuing.</a:t>
            </a:r>
          </a:p>
        </p:txBody>
      </p:sp>
      <p:sp>
        <p:nvSpPr>
          <p:cNvPr id="12" name="text">
            <a:extLst xmlns:a="http://schemas.openxmlformats.org/drawingml/2006/main">
              <a:ext uri="{FF2B5EF4-FFF2-40B4-BE49-F238E27FC236}">
                <a16:creationId xmlns:a16="http://schemas.microsoft.com/office/drawing/2014/main" id="{7B0990CE-B46B-48BE-9C26-F0AD351FBBA8}"/>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3" name="text">
            <a:extLst xmlns:a="http://schemas.openxmlformats.org/drawingml/2006/main">
              <a:ext uri="{FF2B5EF4-FFF2-40B4-BE49-F238E27FC236}">
                <a16:creationId xmlns:a16="http://schemas.microsoft.com/office/drawing/2014/main" id="{3B2053F5-C5D7-4118-8D07-57FB464DE2E6}"/>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30d18f38210d49b4"/>
              </a:rPr>
              <a:t>tsuchiyatakahiro.com</a:t>
            </a:r>
          </a:p>
        </p:txBody>
      </p:sp>
      <p:sp>
        <p:nvSpPr>
          <p:cNvPr id="14" name="text">
            <a:extLst xmlns:a="http://schemas.openxmlformats.org/drawingml/2006/main">
              <a:ext uri="{FF2B5EF4-FFF2-40B4-BE49-F238E27FC236}">
                <a16:creationId xmlns:a16="http://schemas.microsoft.com/office/drawing/2014/main" id="{1F7A522D-2BA2-4175-9249-25E9091AD6A6}"/>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02 / 15</a:t>
            </a:r>
          </a:p>
        </p:txBody>
      </p:sp>
    </p:spTree>
    <p:extLst>
      <p:ext uri="{BB962C8B-B14F-4D97-AF65-F5344CB8AC3E}">
        <p14:creationId xmlns:p14="http://schemas.microsoft.com/office/powerpoint/2010/main" val="21364684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9B81EE3-858D-453F-B93E-64F66F295E2C}"/>
              </a:ext>
            </a:extLst>
          </p:cNvPr>
          <p:cNvPicPr>
            <a:picLocks xmlns:a="http://schemas.openxmlformats.org/drawingml/2006/main" noChangeAspect="1"/>
          </p:cNvPicPr>
          <p:nvPr/>
        </p:nvPicPr>
        <p:blipFill>
          <a:blip xmlns:r="http://schemas.openxmlformats.org/officeDocument/2006/relationships" xmlns:a="http://schemas.openxmlformats.org/drawingml/2006/main" r:embed="R7408ef52ebef4775"/>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2C64D76D-BF6F-4C02-AB8E-BC000A361646}"/>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Create from the template</a:t>
            </a:r>
          </a:p>
        </p:txBody>
      </p:sp>
      <p:sp>
        <p:nvSpPr>
          <p:cNvPr id="3" name="open-label">
            <a:extLst xmlns:a="http://schemas.openxmlformats.org/drawingml/2006/main">
              <a:ext uri="{FF2B5EF4-FFF2-40B4-BE49-F238E27FC236}">
                <a16:creationId xmlns:a16="http://schemas.microsoft.com/office/drawing/2014/main" id="{F8A50A84-9842-4BE0-849F-ECE1DC85440A}"/>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B6EBAAEF-7909-4F02-9687-16E5663B567F}"/>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course student template</a:t>
            </a:r>
          </a:p>
        </p:txBody>
      </p:sp>
      <p:sp>
        <p:nvSpPr>
          <p:cNvPr id="5" name="action-label">
            <a:extLst xmlns:a="http://schemas.openxmlformats.org/drawingml/2006/main">
              <a:ext uri="{FF2B5EF4-FFF2-40B4-BE49-F238E27FC236}">
                <a16:creationId xmlns:a16="http://schemas.microsoft.com/office/drawing/2014/main" id="{652ACB53-FD53-458A-9E91-EDDCA042D7DF}"/>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083F165E-1661-44BF-B9ED-7177A8B09A6A}"/>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Use this template</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Create a new repository</a:t>
            </a:r>
          </a:p>
        </p:txBody>
      </p:sp>
      <p:sp>
        <p:nvSpPr>
          <p:cNvPr id="7" name="check-label">
            <a:extLst xmlns:a="http://schemas.openxmlformats.org/drawingml/2006/main">
              <a:ext uri="{FF2B5EF4-FFF2-40B4-BE49-F238E27FC236}">
                <a16:creationId xmlns:a16="http://schemas.microsoft.com/office/drawing/2014/main" id="{F9ED4F6B-6264-4F3B-A7EF-5B5374320EE4}"/>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708F0F7C-7916-4A23-9105-5234D3A88067}"/>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creation form opens.</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Skip this if already created.</a:t>
            </a:r>
          </a:p>
        </p:txBody>
      </p:sp>
      <p:pic>
        <p:nvPicPr>
          <p:cNvPr id="9" name="">
            <a:extLst xmlns:a="http://schemas.openxmlformats.org/drawingml/2006/main">
              <a:ext uri="{FF2B5EF4-FFF2-40B4-BE49-F238E27FC236}">
                <a16:creationId xmlns:a16="http://schemas.microsoft.com/office/drawing/2014/main" id="{73F563DF-2687-41C0-8455-B144C404394A}"/>
              </a:ext>
            </a:extLst>
          </p:cNvPr>
          <p:cNvPicPr>
            <a:picLocks xmlns:a="http://schemas.openxmlformats.org/drawingml/2006/main" noChangeAspect="1"/>
          </p:cNvPicPr>
          <p:nvPr/>
        </p:nvPicPr>
        <p:blipFill>
          <a:blip xmlns:r="http://schemas.openxmlformats.org/officeDocument/2006/relationships" xmlns:a="http://schemas.openxmlformats.org/drawingml/2006/main" r:embed="Ra548a889c8174d97"/>
          <a:stretch xmlns:a="http://schemas.openxmlformats.org/drawingml/2006/main"/>
        </p:blipFill>
        <p:spPr>
          <a:xfrm xmlns:a="http://schemas.openxmlformats.org/drawingml/2006/main">
            <a:off x="6096000" y="2426422"/>
            <a:ext cx="5467350" cy="2309955"/>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58EBB3B6-7D78-4B63-9BF4-359974C3DEA1}"/>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GitHub Docs example. Values are examples.</a:t>
            </a:r>
          </a:p>
        </p:txBody>
      </p:sp>
      <p:sp>
        <p:nvSpPr>
          <p:cNvPr id="11" name="text">
            <a:extLst xmlns:a="http://schemas.openxmlformats.org/drawingml/2006/main">
              <a:ext uri="{FF2B5EF4-FFF2-40B4-BE49-F238E27FC236}">
                <a16:creationId xmlns:a16="http://schemas.microsoft.com/office/drawing/2014/main" id="{84B9CD99-2F6C-437D-B50B-357B41F3BCFB}"/>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3BCCB02B-4D72-4307-A527-1881F1D597A6}"/>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6df0918c42d1488f"/>
              </a:rPr>
              <a:t>tsuchiyatakahiro.com</a:t>
            </a:r>
          </a:p>
        </p:txBody>
      </p:sp>
      <p:sp>
        <p:nvSpPr>
          <p:cNvPr id="13" name="text">
            <a:extLst xmlns:a="http://schemas.openxmlformats.org/drawingml/2006/main">
              <a:ext uri="{FF2B5EF4-FFF2-40B4-BE49-F238E27FC236}">
                <a16:creationId xmlns:a16="http://schemas.microsoft.com/office/drawing/2014/main" id="{51EF4B34-E3E5-43A6-9FAC-FDC51CDFC529}"/>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03 / 15</a:t>
            </a:r>
          </a:p>
        </p:txBody>
      </p:sp>
    </p:spTree>
    <p:extLst>
      <p:ext uri="{BB962C8B-B14F-4D97-AF65-F5344CB8AC3E}">
        <p14:creationId xmlns:p14="http://schemas.microsoft.com/office/powerpoint/2010/main" val="498132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6DAEF90-A384-4526-AD8A-6E7112065F71}"/>
              </a:ext>
            </a:extLst>
          </p:cNvPr>
          <p:cNvPicPr>
            <a:picLocks xmlns:a="http://schemas.openxmlformats.org/drawingml/2006/main" noChangeAspect="1"/>
          </p:cNvPicPr>
          <p:nvPr/>
        </p:nvPicPr>
        <p:blipFill>
          <a:blip xmlns:r="http://schemas.openxmlformats.org/officeDocument/2006/relationships" xmlns:a="http://schemas.openxmlformats.org/drawingml/2006/main" r:embed="R79ab11100ea04b80"/>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65E04674-A545-41CF-A284-6DD0034CBA0E}"/>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Owner, name, and visibility</a:t>
            </a:r>
          </a:p>
        </p:txBody>
      </p:sp>
      <p:sp>
        <p:nvSpPr>
          <p:cNvPr id="3" name="open-label">
            <a:extLst xmlns:a="http://schemas.openxmlformats.org/drawingml/2006/main">
              <a:ext uri="{FF2B5EF4-FFF2-40B4-BE49-F238E27FC236}">
                <a16:creationId xmlns:a16="http://schemas.microsoft.com/office/drawing/2014/main" id="{349ACDEB-0476-4151-8ECF-6B339DD57D9F}"/>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475B5444-8B1B-4B29-96EB-964298E3B24F}"/>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Owner and repository name</a:t>
            </a:r>
          </a:p>
        </p:txBody>
      </p:sp>
      <p:sp>
        <p:nvSpPr>
          <p:cNvPr id="5" name="action-label">
            <a:extLst xmlns:a="http://schemas.openxmlformats.org/drawingml/2006/main">
              <a:ext uri="{FF2B5EF4-FFF2-40B4-BE49-F238E27FC236}">
                <a16:creationId xmlns:a16="http://schemas.microsoft.com/office/drawing/2014/main" id="{9466E207-BB22-4613-A2AE-B3D5311995FA}"/>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E79EAD9D-79D0-483B-A0C0-5AAEE1DCE59A}"/>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Your Owner, ai-learning.</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Choose Private and create.</a:t>
            </a:r>
          </a:p>
        </p:txBody>
      </p:sp>
      <p:sp>
        <p:nvSpPr>
          <p:cNvPr id="7" name="check-label">
            <a:extLst xmlns:a="http://schemas.openxmlformats.org/drawingml/2006/main">
              <a:ext uri="{FF2B5EF4-FFF2-40B4-BE49-F238E27FC236}">
                <a16:creationId xmlns:a16="http://schemas.microsoft.com/office/drawing/2014/main" id="{9AE94F4C-95F4-4DE2-B997-B40D0A5B5938}"/>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D3158FA6-2B45-4E84-A512-6B6D43D3951E}"/>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Your username / ai-learning</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and Private appear.</a:t>
            </a:r>
          </a:p>
        </p:txBody>
      </p:sp>
      <p:pic>
        <p:nvPicPr>
          <p:cNvPr id="9" name="">
            <a:extLst xmlns:a="http://schemas.openxmlformats.org/drawingml/2006/main">
              <a:ext uri="{FF2B5EF4-FFF2-40B4-BE49-F238E27FC236}">
                <a16:creationId xmlns:a16="http://schemas.microsoft.com/office/drawing/2014/main" id="{92632B96-25D7-46CC-A741-E4B544810F53}"/>
              </a:ext>
            </a:extLst>
          </p:cNvPr>
          <p:cNvPicPr>
            <a:picLocks xmlns:a="http://schemas.openxmlformats.org/drawingml/2006/main" noChangeAspect="1"/>
          </p:cNvPicPr>
          <p:nvPr/>
        </p:nvPicPr>
        <p:blipFill>
          <a:blip xmlns:r="http://schemas.openxmlformats.org/officeDocument/2006/relationships" xmlns:a="http://schemas.openxmlformats.org/drawingml/2006/main" r:embed="R63c42559be604403"/>
          <a:stretch xmlns:a="http://schemas.openxmlformats.org/drawingml/2006/main"/>
        </p:blipFill>
        <p:spPr>
          <a:xfrm xmlns:a="http://schemas.openxmlformats.org/drawingml/2006/main">
            <a:off x="6096000" y="2954933"/>
            <a:ext cx="5467350" cy="1252934"/>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0C14EBA0-313C-4F57-B981-87C453DB9067}"/>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GitHub Docs example. Values are examples.</a:t>
            </a:r>
          </a:p>
        </p:txBody>
      </p:sp>
      <p:sp>
        <p:nvSpPr>
          <p:cNvPr id="11" name="text">
            <a:extLst xmlns:a="http://schemas.openxmlformats.org/drawingml/2006/main">
              <a:ext uri="{FF2B5EF4-FFF2-40B4-BE49-F238E27FC236}">
                <a16:creationId xmlns:a16="http://schemas.microsoft.com/office/drawing/2014/main" id="{48E2B7DF-2915-4A6B-B015-8CCC70FEDFB6}"/>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E775D89E-12C9-443A-BF5E-4CED777498BD}"/>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9da6704f86d3421f"/>
              </a:rPr>
              <a:t>tsuchiyatakahiro.com</a:t>
            </a:r>
          </a:p>
        </p:txBody>
      </p:sp>
      <p:sp>
        <p:nvSpPr>
          <p:cNvPr id="13" name="text">
            <a:extLst xmlns:a="http://schemas.openxmlformats.org/drawingml/2006/main">
              <a:ext uri="{FF2B5EF4-FFF2-40B4-BE49-F238E27FC236}">
                <a16:creationId xmlns:a16="http://schemas.microsoft.com/office/drawing/2014/main" id="{F573921D-1A0A-42DC-A980-10FEA697FBDC}"/>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04 / 15</a:t>
            </a:r>
          </a:p>
        </p:txBody>
      </p:sp>
    </p:spTree>
    <p:extLst>
      <p:ext uri="{BB962C8B-B14F-4D97-AF65-F5344CB8AC3E}">
        <p14:creationId xmlns:p14="http://schemas.microsoft.com/office/powerpoint/2010/main" val="1713361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9B4C8FE-692F-429C-817B-7FE430FCFCF3}"/>
              </a:ext>
            </a:extLst>
          </p:cNvPr>
          <p:cNvPicPr>
            <a:picLocks xmlns:a="http://schemas.openxmlformats.org/drawingml/2006/main" noChangeAspect="1"/>
          </p:cNvPicPr>
          <p:nvPr/>
        </p:nvPicPr>
        <p:blipFill>
          <a:blip xmlns:r="http://schemas.openxmlformats.org/officeDocument/2006/relationships" xmlns:a="http://schemas.openxmlformats.org/drawingml/2006/main" r:embed="R74b869250c844ec8"/>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7AAEFAFF-68C8-4541-8BF2-FC90875910A8}"/>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Check your own repository</a:t>
            </a:r>
          </a:p>
        </p:txBody>
      </p:sp>
      <p:sp>
        <p:nvSpPr>
          <p:cNvPr id="3" name="open-label">
            <a:extLst xmlns:a="http://schemas.openxmlformats.org/drawingml/2006/main">
              <a:ext uri="{FF2B5EF4-FFF2-40B4-BE49-F238E27FC236}">
                <a16:creationId xmlns:a16="http://schemas.microsoft.com/office/drawing/2014/main" id="{553D3E03-9212-4D6B-878B-C54001A9247D}"/>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35508E80-40ED-4C75-8E59-B6C46AF55178}"/>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Code in your own ai-learning</a:t>
            </a:r>
          </a:p>
        </p:txBody>
      </p:sp>
      <p:sp>
        <p:nvSpPr>
          <p:cNvPr id="5" name="action-label">
            <a:extLst xmlns:a="http://schemas.openxmlformats.org/drawingml/2006/main">
              <a:ext uri="{FF2B5EF4-FFF2-40B4-BE49-F238E27FC236}">
                <a16:creationId xmlns:a16="http://schemas.microsoft.com/office/drawing/2014/main" id="{8AA610F9-A478-4EDA-A04F-9DEE8456166F}"/>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37FD53EE-6A44-4AD2-9999-236997587567}"/>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Find setup and week folders.</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Bookmark your repository URL.</a:t>
            </a:r>
          </a:p>
        </p:txBody>
      </p:sp>
      <p:sp>
        <p:nvSpPr>
          <p:cNvPr id="7" name="check-label">
            <a:extLst xmlns:a="http://schemas.openxmlformats.org/drawingml/2006/main">
              <a:ext uri="{FF2B5EF4-FFF2-40B4-BE49-F238E27FC236}">
                <a16:creationId xmlns:a16="http://schemas.microsoft.com/office/drawing/2014/main" id="{25396109-5D76-4FD4-A4C3-E08F2A3D43DC}"/>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C0CC442D-EB98-4624-977F-382B1E252F03}"/>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folders belong to you.</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Use this URL for registration.</a:t>
            </a:r>
          </a:p>
        </p:txBody>
      </p:sp>
      <p:sp>
        <p:nvSpPr>
          <p:cNvPr id="9" name="text">
            <a:extLst xmlns:a="http://schemas.openxmlformats.org/drawingml/2006/main">
              <a:ext uri="{FF2B5EF4-FFF2-40B4-BE49-F238E27FC236}">
                <a16:creationId xmlns:a16="http://schemas.microsoft.com/office/drawing/2014/main" id="{D948F271-C3B6-4E92-8FCA-F1EB6A43F0F9}"/>
              </a:ext>
            </a:extLst>
          </p:cNvPr>
          <p:cNvSpPr>
            <a:spLocks xmlns:a="http://schemas.openxmlformats.org/drawingml/2006/main" noGrp="1"/>
          </p:cNvSpPr>
          <p:nvPr/>
        </p:nvSpPr>
        <p:spPr>
          <a:xfrm xmlns:a="http://schemas.openxmlformats.org/drawingml/2006/main">
            <a:off x="6096000" y="15811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buNone/>
              <a:defRPr sz="1950" b="0">
                <a:solidFill>
                  <a:srgbClr val="536974"/>
                </a:solidFill>
                <a:latin typeface="Meiryo"/>
                <a:ea typeface="Meiryo"/>
                <a:cs typeface="Meiryo"/>
              </a:defRPr>
            </a:pPr>
            <a:r>
              <a:rPr sz="1950" b="0">
                <a:solidFill>
                  <a:srgbClr val="536974"/>
                </a:solidFill>
                <a:latin typeface="Meiryo"/>
                <a:ea typeface="Meiryo"/>
                <a:cs typeface="Meiryo"/>
              </a:rPr>
              <a:t>Checking the operation</a:t>
            </a:r>
          </a:p>
        </p:txBody>
      </p:sp>
      <p:sp>
        <p:nvSpPr>
          <p:cNvPr id="10" name="text">
            <a:extLst xmlns:a="http://schemas.openxmlformats.org/drawingml/2006/main">
              <a:ext uri="{FF2B5EF4-FFF2-40B4-BE49-F238E27FC236}">
                <a16:creationId xmlns:a16="http://schemas.microsoft.com/office/drawing/2014/main" id="{BE6CEB88-541A-4BFE-A360-5AA1D9A1A2FF}"/>
              </a:ext>
            </a:extLst>
          </p:cNvPr>
          <p:cNvSpPr>
            <a:spLocks xmlns:a="http://schemas.openxmlformats.org/drawingml/2006/main" noGrp="1"/>
          </p:cNvSpPr>
          <p:nvPr/>
        </p:nvSpPr>
        <p:spPr>
          <a:xfrm xmlns:a="http://schemas.openxmlformats.org/drawingml/2006/main">
            <a:off x="6096000" y="2190750"/>
            <a:ext cx="5467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303E"/>
                </a:solidFill>
                <a:latin typeface="Meiryo"/>
                <a:ea typeface="Meiryo"/>
                <a:cs typeface="Meiryo"/>
              </a:defRPr>
            </a:defPPr>
          </a:lstStyle>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Your username / ai-learning</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Private</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setup, week01, …, final</a:t>
            </a:r>
          </a:p>
        </p:txBody>
      </p:sp>
      <p:sp>
        <p:nvSpPr>
          <p:cNvPr id="11" name="text">
            <a:extLst xmlns:a="http://schemas.openxmlformats.org/drawingml/2006/main">
              <a:ext uri="{FF2B5EF4-FFF2-40B4-BE49-F238E27FC236}">
                <a16:creationId xmlns:a16="http://schemas.microsoft.com/office/drawing/2014/main" id="{306B4BFE-496D-41BF-9EFB-765C650EC968}"/>
              </a:ext>
            </a:extLst>
          </p:cNvPr>
          <p:cNvSpPr>
            <a:spLocks xmlns:a="http://schemas.openxmlformats.org/drawingml/2006/main" noGrp="1"/>
          </p:cNvSpPr>
          <p:nvPr/>
        </p:nvSpPr>
        <p:spPr>
          <a:xfrm xmlns:a="http://schemas.openxmlformats.org/drawingml/2006/main">
            <a:off x="6096000" y="52387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0">
                <a:solidFill>
                  <a:srgbClr val="536974"/>
                </a:solidFill>
                <a:latin typeface="Meiryo"/>
                <a:ea typeface="Meiryo"/>
                <a:cs typeface="Meiryo"/>
              </a:defRPr>
            </a:defPPr>
          </a:lstStyle>
          <a:p xmlns:a="http://schemas.openxmlformats.org/drawingml/2006/main">
            <a:pPr>
              <a:buNone/>
              <a:defRPr sz="1650" b="0">
                <a:solidFill>
                  <a:srgbClr val="536974"/>
                </a:solidFill>
                <a:latin typeface="Meiryo"/>
                <a:ea typeface="Meiryo"/>
                <a:cs typeface="Meiryo"/>
              </a:defRPr>
            </a:pPr>
            <a:r>
              <a:rPr sz="1650" b="0">
                <a:solidFill>
                  <a:srgbClr val="536974"/>
                </a:solidFill>
                <a:latin typeface="Meiryo"/>
                <a:ea typeface="Meiryo"/>
                <a:cs typeface="Meiryo"/>
              </a:rPr>
              <a:t>Check your own screen before continuing.</a:t>
            </a:r>
          </a:p>
        </p:txBody>
      </p:sp>
      <p:sp>
        <p:nvSpPr>
          <p:cNvPr id="12" name="text">
            <a:extLst xmlns:a="http://schemas.openxmlformats.org/drawingml/2006/main">
              <a:ext uri="{FF2B5EF4-FFF2-40B4-BE49-F238E27FC236}">
                <a16:creationId xmlns:a16="http://schemas.microsoft.com/office/drawing/2014/main" id="{B03C7AF4-8914-41E8-A355-C7EEB9A38561}"/>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3" name="text">
            <a:extLst xmlns:a="http://schemas.openxmlformats.org/drawingml/2006/main">
              <a:ext uri="{FF2B5EF4-FFF2-40B4-BE49-F238E27FC236}">
                <a16:creationId xmlns:a16="http://schemas.microsoft.com/office/drawing/2014/main" id="{B7E5CB19-D7F6-4D53-9A0E-52671380FD66}"/>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51ca0910723b4554"/>
              </a:rPr>
              <a:t>tsuchiyatakahiro.com</a:t>
            </a:r>
          </a:p>
        </p:txBody>
      </p:sp>
      <p:sp>
        <p:nvSpPr>
          <p:cNvPr id="14" name="text">
            <a:extLst xmlns:a="http://schemas.openxmlformats.org/drawingml/2006/main">
              <a:ext uri="{FF2B5EF4-FFF2-40B4-BE49-F238E27FC236}">
                <a16:creationId xmlns:a16="http://schemas.microsoft.com/office/drawing/2014/main" id="{9CED837E-70A9-41DA-B507-5B3C12462959}"/>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05 / 15</a:t>
            </a:r>
          </a:p>
        </p:txBody>
      </p:sp>
    </p:spTree>
    <p:extLst>
      <p:ext uri="{BB962C8B-B14F-4D97-AF65-F5344CB8AC3E}">
        <p14:creationId xmlns:p14="http://schemas.microsoft.com/office/powerpoint/2010/main" val="4998548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C8F0AA9-60AA-4C2E-B10F-BAA6E5223068}"/>
              </a:ext>
            </a:extLst>
          </p:cNvPr>
          <p:cNvPicPr>
            <a:picLocks xmlns:a="http://schemas.openxmlformats.org/drawingml/2006/main" noChangeAspect="1"/>
          </p:cNvPicPr>
          <p:nvPr/>
        </p:nvPicPr>
        <p:blipFill>
          <a:blip xmlns:r="http://schemas.openxmlformats.org/officeDocument/2006/relationships" xmlns:a="http://schemas.openxmlformats.org/drawingml/2006/main" r:embed="R3246c5547e284a73"/>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A85A04A0-BB81-4DF8-BBA7-2B7D65CAA63F}"/>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Open your README</a:t>
            </a:r>
          </a:p>
        </p:txBody>
      </p:sp>
      <p:sp>
        <p:nvSpPr>
          <p:cNvPr id="3" name="open-label">
            <a:extLst xmlns:a="http://schemas.openxmlformats.org/drawingml/2006/main">
              <a:ext uri="{FF2B5EF4-FFF2-40B4-BE49-F238E27FC236}">
                <a16:creationId xmlns:a16="http://schemas.microsoft.com/office/drawing/2014/main" id="{E014FF17-3C70-4B62-9F60-48D23B7631D8}"/>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FC5C53F5-561F-44A7-9F66-3F69B134DD22}"/>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Your ai-learning.</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week your instructor chose.</a:t>
            </a:r>
          </a:p>
        </p:txBody>
      </p:sp>
      <p:sp>
        <p:nvSpPr>
          <p:cNvPr id="5" name="action-label">
            <a:extLst xmlns:a="http://schemas.openxmlformats.org/drawingml/2006/main">
              <a:ext uri="{FF2B5EF4-FFF2-40B4-BE49-F238E27FC236}">
                <a16:creationId xmlns:a16="http://schemas.microsoft.com/office/drawing/2014/main" id="{4AEA515A-F842-4A3C-9A26-B8A499CE4D97}"/>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6150614E-D36D-43F0-B0FF-9E4C3004C31B}"/>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Open README.md.</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Click the pencil icon.</a:t>
            </a:r>
          </a:p>
        </p:txBody>
      </p:sp>
      <p:sp>
        <p:nvSpPr>
          <p:cNvPr id="7" name="check-label">
            <a:extLst xmlns:a="http://schemas.openxmlformats.org/drawingml/2006/main">
              <a:ext uri="{FF2B5EF4-FFF2-40B4-BE49-F238E27FC236}">
                <a16:creationId xmlns:a16="http://schemas.microsoft.com/office/drawing/2014/main" id="{85B8B026-E066-49A6-BE6D-7521CA46E427}"/>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2089A5C1-08C7-4304-8F54-9854904B2C2B}"/>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editor opens.</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repository owner is you.</a:t>
            </a:r>
          </a:p>
        </p:txBody>
      </p:sp>
      <p:pic>
        <p:nvPicPr>
          <p:cNvPr id="9" name="">
            <a:extLst xmlns:a="http://schemas.openxmlformats.org/drawingml/2006/main">
              <a:ext uri="{FF2B5EF4-FFF2-40B4-BE49-F238E27FC236}">
                <a16:creationId xmlns:a16="http://schemas.microsoft.com/office/drawing/2014/main" id="{B71B75BD-108A-40E2-A2AA-5B6AFBED7471}"/>
              </a:ext>
            </a:extLst>
          </p:cNvPr>
          <p:cNvPicPr>
            <a:picLocks xmlns:a="http://schemas.openxmlformats.org/drawingml/2006/main" noChangeAspect="1"/>
          </p:cNvPicPr>
          <p:nvPr/>
        </p:nvPicPr>
        <p:blipFill>
          <a:blip xmlns:r="http://schemas.openxmlformats.org/officeDocument/2006/relationships" xmlns:a="http://schemas.openxmlformats.org/drawingml/2006/main" r:embed="R7891f163ed604fee"/>
          <a:srcRect xmlns:a="http://schemas.openxmlformats.org/drawingml/2006/main" l="68279" t="3348" r="1138" b="74330"/>
          <a:stretch xmlns:a="http://schemas.openxmlformats.org/drawingml/2006/main"/>
        </p:blipFill>
        <p:spPr>
          <a:xfrm xmlns:a="http://schemas.openxmlformats.org/drawingml/2006/main">
            <a:off x="6096000" y="2945662"/>
            <a:ext cx="5467350" cy="1271477"/>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0790DCF-80AC-4A85-A489-547AAB8B7415}"/>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GitHub Docs example. Values are examples.</a:t>
            </a:r>
          </a:p>
        </p:txBody>
      </p:sp>
      <p:sp>
        <p:nvSpPr>
          <p:cNvPr id="11" name="text">
            <a:extLst xmlns:a="http://schemas.openxmlformats.org/drawingml/2006/main">
              <a:ext uri="{FF2B5EF4-FFF2-40B4-BE49-F238E27FC236}">
                <a16:creationId xmlns:a16="http://schemas.microsoft.com/office/drawing/2014/main" id="{AB22DE50-71EC-4664-8D5A-D6775ED964A8}"/>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3DE603D7-A9D1-46BB-B9C3-8D79C3AE44A8}"/>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04842c32720a4e03"/>
              </a:rPr>
              <a:t>tsuchiyatakahiro.com</a:t>
            </a:r>
          </a:p>
        </p:txBody>
      </p:sp>
      <p:sp>
        <p:nvSpPr>
          <p:cNvPr id="13" name="text">
            <a:extLst xmlns:a="http://schemas.openxmlformats.org/drawingml/2006/main">
              <a:ext uri="{FF2B5EF4-FFF2-40B4-BE49-F238E27FC236}">
                <a16:creationId xmlns:a16="http://schemas.microsoft.com/office/drawing/2014/main" id="{BB79B24F-3AAA-46ED-8C80-B33D5B9AF5FA}"/>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06 / 15</a:t>
            </a:r>
          </a:p>
        </p:txBody>
      </p:sp>
    </p:spTree>
    <p:extLst>
      <p:ext uri="{BB962C8B-B14F-4D97-AF65-F5344CB8AC3E}">
        <p14:creationId xmlns:p14="http://schemas.microsoft.com/office/powerpoint/2010/main" val="20756361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92D67F1-DC6F-4BE7-8F3F-7BBFBD950444}"/>
              </a:ext>
            </a:extLst>
          </p:cNvPr>
          <p:cNvPicPr>
            <a:picLocks xmlns:a="http://schemas.openxmlformats.org/drawingml/2006/main" noChangeAspect="1"/>
          </p:cNvPicPr>
          <p:nvPr/>
        </p:nvPicPr>
        <p:blipFill>
          <a:blip xmlns:r="http://schemas.openxmlformats.org/officeDocument/2006/relationships" xmlns:a="http://schemas.openxmlformats.org/drawingml/2006/main" r:embed="R7a29a2ca442d4547"/>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D894C3EE-C927-4164-A55B-EA111A8B640D}"/>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Add a short record</a:t>
            </a:r>
          </a:p>
        </p:txBody>
      </p:sp>
      <p:sp>
        <p:nvSpPr>
          <p:cNvPr id="3" name="open-label">
            <a:extLst xmlns:a="http://schemas.openxmlformats.org/drawingml/2006/main">
              <a:ext uri="{FF2B5EF4-FFF2-40B4-BE49-F238E27FC236}">
                <a16:creationId xmlns:a16="http://schemas.microsoft.com/office/drawing/2014/main" id="{EF1AFEDB-F206-4E08-86F3-A5694455C021}"/>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0816F08B-7E9C-4701-96EF-1C455F87ECDB}"/>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README editor</a:t>
            </a:r>
          </a:p>
        </p:txBody>
      </p:sp>
      <p:sp>
        <p:nvSpPr>
          <p:cNvPr id="5" name="action-label">
            <a:extLst xmlns:a="http://schemas.openxmlformats.org/drawingml/2006/main">
              <a:ext uri="{FF2B5EF4-FFF2-40B4-BE49-F238E27FC236}">
                <a16:creationId xmlns:a16="http://schemas.microsoft.com/office/drawing/2014/main" id="{06A4F3E4-DA10-4C30-AF8F-EC9597F723B5}"/>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8C03E3E1-489E-4D2C-ADEA-B9FB720D4C43}"/>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Keep the existing work.</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Add one true checking record.</a:t>
            </a:r>
          </a:p>
        </p:txBody>
      </p:sp>
      <p:sp>
        <p:nvSpPr>
          <p:cNvPr id="7" name="check-label">
            <a:extLst xmlns:a="http://schemas.openxmlformats.org/drawingml/2006/main">
              <a:ext uri="{FF2B5EF4-FFF2-40B4-BE49-F238E27FC236}">
                <a16:creationId xmlns:a16="http://schemas.microsoft.com/office/drawing/2014/main" id="{987D9922-ACC6-410D-8F8A-A916B9C42FCF}"/>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C8373248-C60F-4D42-80D0-586520AA0514}"/>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Your sentence is in the editor.</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It has not been saved yet.</a:t>
            </a:r>
          </a:p>
        </p:txBody>
      </p:sp>
      <p:sp>
        <p:nvSpPr>
          <p:cNvPr id="9" name="text">
            <a:extLst xmlns:a="http://schemas.openxmlformats.org/drawingml/2006/main">
              <a:ext uri="{FF2B5EF4-FFF2-40B4-BE49-F238E27FC236}">
                <a16:creationId xmlns:a16="http://schemas.microsoft.com/office/drawing/2014/main" id="{E259A549-8E43-4405-9FE4-17F039D5A4DD}"/>
              </a:ext>
            </a:extLst>
          </p:cNvPr>
          <p:cNvSpPr>
            <a:spLocks xmlns:a="http://schemas.openxmlformats.org/drawingml/2006/main" noGrp="1"/>
          </p:cNvSpPr>
          <p:nvPr/>
        </p:nvSpPr>
        <p:spPr>
          <a:xfrm xmlns:a="http://schemas.openxmlformats.org/drawingml/2006/main">
            <a:off x="6096000" y="15811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buNone/>
              <a:defRPr sz="1950" b="0">
                <a:solidFill>
                  <a:srgbClr val="536974"/>
                </a:solidFill>
                <a:latin typeface="Meiryo"/>
                <a:ea typeface="Meiryo"/>
                <a:cs typeface="Meiryo"/>
              </a:defRPr>
            </a:pPr>
            <a:r>
              <a:rPr sz="1950" b="0">
                <a:solidFill>
                  <a:srgbClr val="536974"/>
                </a:solidFill>
                <a:latin typeface="Meiryo"/>
                <a:ea typeface="Meiryo"/>
                <a:cs typeface="Meiryo"/>
              </a:rPr>
              <a:t>Checking the operation</a:t>
            </a:r>
          </a:p>
        </p:txBody>
      </p:sp>
      <p:sp>
        <p:nvSpPr>
          <p:cNvPr id="10" name="text">
            <a:extLst xmlns:a="http://schemas.openxmlformats.org/drawingml/2006/main">
              <a:ext uri="{FF2B5EF4-FFF2-40B4-BE49-F238E27FC236}">
                <a16:creationId xmlns:a16="http://schemas.microsoft.com/office/drawing/2014/main" id="{8F285AFB-78D7-48F5-8955-E5094125DA91}"/>
              </a:ext>
            </a:extLst>
          </p:cNvPr>
          <p:cNvSpPr>
            <a:spLocks xmlns:a="http://schemas.openxmlformats.org/drawingml/2006/main" noGrp="1"/>
          </p:cNvSpPr>
          <p:nvPr/>
        </p:nvSpPr>
        <p:spPr>
          <a:xfrm xmlns:a="http://schemas.openxmlformats.org/drawingml/2006/main">
            <a:off x="6096000" y="2190750"/>
            <a:ext cx="5467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303E"/>
                </a:solidFill>
                <a:latin typeface="Meiryo"/>
                <a:ea typeface="Meiryo"/>
                <a:cs typeface="Meiryo"/>
              </a:defRPr>
            </a:defPPr>
          </a:lstStyle>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Example checking record</a:t>
            </a:r>
          </a:p>
          <a:p xmlns:a="http://schemas.openxmlformats.org/drawingml/2006/main">
            <a:r>
              <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I reopened the file and</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checked my saved sentence.</a:t>
            </a:r>
          </a:p>
        </p:txBody>
      </p:sp>
      <p:sp>
        <p:nvSpPr>
          <p:cNvPr id="11" name="text">
            <a:extLst xmlns:a="http://schemas.openxmlformats.org/drawingml/2006/main">
              <a:ext uri="{FF2B5EF4-FFF2-40B4-BE49-F238E27FC236}">
                <a16:creationId xmlns:a16="http://schemas.microsoft.com/office/drawing/2014/main" id="{43F782DC-16F8-4FB8-8E42-495F802E4EE1}"/>
              </a:ext>
            </a:extLst>
          </p:cNvPr>
          <p:cNvSpPr>
            <a:spLocks xmlns:a="http://schemas.openxmlformats.org/drawingml/2006/main" noGrp="1"/>
          </p:cNvSpPr>
          <p:nvPr/>
        </p:nvSpPr>
        <p:spPr>
          <a:xfrm xmlns:a="http://schemas.openxmlformats.org/drawingml/2006/main">
            <a:off x="6096000" y="52387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0">
                <a:solidFill>
                  <a:srgbClr val="536974"/>
                </a:solidFill>
                <a:latin typeface="Meiryo"/>
                <a:ea typeface="Meiryo"/>
                <a:cs typeface="Meiryo"/>
              </a:defRPr>
            </a:defPPr>
          </a:lstStyle>
          <a:p xmlns:a="http://schemas.openxmlformats.org/drawingml/2006/main">
            <a:pPr>
              <a:buNone/>
              <a:defRPr sz="1650" b="0">
                <a:solidFill>
                  <a:srgbClr val="536974"/>
                </a:solidFill>
                <a:latin typeface="Meiryo"/>
                <a:ea typeface="Meiryo"/>
                <a:cs typeface="Meiryo"/>
              </a:defRPr>
            </a:pPr>
            <a:r>
              <a:rPr sz="1650" b="0">
                <a:solidFill>
                  <a:srgbClr val="536974"/>
                </a:solidFill>
                <a:latin typeface="Meiryo"/>
                <a:ea typeface="Meiryo"/>
                <a:cs typeface="Meiryo"/>
              </a:rPr>
              <a:t>Check your own screen before continuing.</a:t>
            </a:r>
          </a:p>
        </p:txBody>
      </p:sp>
      <p:sp>
        <p:nvSpPr>
          <p:cNvPr id="12" name="text">
            <a:extLst xmlns:a="http://schemas.openxmlformats.org/drawingml/2006/main">
              <a:ext uri="{FF2B5EF4-FFF2-40B4-BE49-F238E27FC236}">
                <a16:creationId xmlns:a16="http://schemas.microsoft.com/office/drawing/2014/main" id="{CD8945EE-41FC-414D-A7AD-8897EF264190}"/>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3" name="text">
            <a:extLst xmlns:a="http://schemas.openxmlformats.org/drawingml/2006/main">
              <a:ext uri="{FF2B5EF4-FFF2-40B4-BE49-F238E27FC236}">
                <a16:creationId xmlns:a16="http://schemas.microsoft.com/office/drawing/2014/main" id="{F14882C9-5989-4C96-A794-7D199F26D360}"/>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76f71f384fb846ec"/>
              </a:rPr>
              <a:t>tsuchiyatakahiro.com</a:t>
            </a:r>
          </a:p>
        </p:txBody>
      </p:sp>
      <p:sp>
        <p:nvSpPr>
          <p:cNvPr id="14" name="text">
            <a:extLst xmlns:a="http://schemas.openxmlformats.org/drawingml/2006/main">
              <a:ext uri="{FF2B5EF4-FFF2-40B4-BE49-F238E27FC236}">
                <a16:creationId xmlns:a16="http://schemas.microsoft.com/office/drawing/2014/main" id="{9BC9F14E-D50F-4A58-A287-394A79372AE4}"/>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07 / 15</a:t>
            </a:r>
          </a:p>
        </p:txBody>
      </p:sp>
    </p:spTree>
    <p:extLst>
      <p:ext uri="{BB962C8B-B14F-4D97-AF65-F5344CB8AC3E}">
        <p14:creationId xmlns:p14="http://schemas.microsoft.com/office/powerpoint/2010/main" val="10888940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28EE5D8-5E5B-4626-BB67-E5E613CC3260}"/>
              </a:ext>
            </a:extLst>
          </p:cNvPr>
          <p:cNvPicPr>
            <a:picLocks xmlns:a="http://schemas.openxmlformats.org/drawingml/2006/main" noChangeAspect="1"/>
          </p:cNvPicPr>
          <p:nvPr/>
        </p:nvPicPr>
        <p:blipFill>
          <a:blip xmlns:r="http://schemas.openxmlformats.org/officeDocument/2006/relationships" xmlns:a="http://schemas.openxmlformats.org/drawingml/2006/main" r:embed="Rff1c05b185bd459a"/>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8DE74977-9AA2-416D-B129-B84A9A1531B1}"/>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Check the Preview</a:t>
            </a:r>
          </a:p>
        </p:txBody>
      </p:sp>
      <p:sp>
        <p:nvSpPr>
          <p:cNvPr id="3" name="open-label">
            <a:extLst xmlns:a="http://schemas.openxmlformats.org/drawingml/2006/main">
              <a:ext uri="{FF2B5EF4-FFF2-40B4-BE49-F238E27FC236}">
                <a16:creationId xmlns:a16="http://schemas.microsoft.com/office/drawing/2014/main" id="{CFB4266A-953A-40B6-8E08-6D0EDDDF98D5}"/>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83725B84-C583-454D-B7AC-823A1AD6F5F4}"/>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Preview in the editor</a:t>
            </a:r>
          </a:p>
        </p:txBody>
      </p:sp>
      <p:sp>
        <p:nvSpPr>
          <p:cNvPr id="5" name="action-label">
            <a:extLst xmlns:a="http://schemas.openxmlformats.org/drawingml/2006/main">
              <a:ext uri="{FF2B5EF4-FFF2-40B4-BE49-F238E27FC236}">
                <a16:creationId xmlns:a16="http://schemas.microsoft.com/office/drawing/2014/main" id="{48285D2E-5B8D-48BB-B816-0F8B9F3B61FA}"/>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8F3D8A23-E783-4D77-89D7-36E423984940}"/>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Check the displayed text.</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Return to Edit if needed.</a:t>
            </a:r>
          </a:p>
        </p:txBody>
      </p:sp>
      <p:sp>
        <p:nvSpPr>
          <p:cNvPr id="7" name="check-label">
            <a:extLst xmlns:a="http://schemas.openxmlformats.org/drawingml/2006/main">
              <a:ext uri="{FF2B5EF4-FFF2-40B4-BE49-F238E27FC236}">
                <a16:creationId xmlns:a16="http://schemas.microsoft.com/office/drawing/2014/main" id="{A7805E4E-1BF1-46F4-BDF8-82FEEF557111}"/>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587B954D-1A87-4070-9255-D0F46AACCC50}"/>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You can read your sentence.</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Preview has not saved it.</a:t>
            </a:r>
          </a:p>
        </p:txBody>
      </p:sp>
      <p:pic>
        <p:nvPicPr>
          <p:cNvPr id="9" name="">
            <a:extLst xmlns:a="http://schemas.openxmlformats.org/drawingml/2006/main">
              <a:ext uri="{FF2B5EF4-FFF2-40B4-BE49-F238E27FC236}">
                <a16:creationId xmlns:a16="http://schemas.microsoft.com/office/drawing/2014/main" id="{F0D0529B-4803-4727-98B9-7AF8AA00F8A9}"/>
              </a:ext>
            </a:extLst>
          </p:cNvPr>
          <p:cNvPicPr>
            <a:picLocks xmlns:a="http://schemas.openxmlformats.org/drawingml/2006/main" noChangeAspect="1"/>
          </p:cNvPicPr>
          <p:nvPr/>
        </p:nvPicPr>
        <p:blipFill>
          <a:blip xmlns:r="http://schemas.openxmlformats.org/officeDocument/2006/relationships" xmlns:a="http://schemas.openxmlformats.org/drawingml/2006/main" r:embed="Ra76694fa4dfa49cd"/>
          <a:stretch xmlns:a="http://schemas.openxmlformats.org/drawingml/2006/main"/>
        </p:blipFill>
        <p:spPr>
          <a:xfrm xmlns:a="http://schemas.openxmlformats.org/drawingml/2006/main">
            <a:off x="6096000" y="3030868"/>
            <a:ext cx="5467350" cy="1101064"/>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8C99F088-6D84-4E15-96FA-BCD45CFEF731}"/>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GitHub Docs example. Values are examples.</a:t>
            </a:r>
          </a:p>
        </p:txBody>
      </p:sp>
      <p:sp>
        <p:nvSpPr>
          <p:cNvPr id="11" name="text">
            <a:extLst xmlns:a="http://schemas.openxmlformats.org/drawingml/2006/main">
              <a:ext uri="{FF2B5EF4-FFF2-40B4-BE49-F238E27FC236}">
                <a16:creationId xmlns:a16="http://schemas.microsoft.com/office/drawing/2014/main" id="{6EB26AB0-6E1C-4BD8-8E34-7CA7BCCFEE10}"/>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85F8A0CC-C62C-48B0-9D68-57F719F8C589}"/>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c3b0a506740247c3"/>
              </a:rPr>
              <a:t>tsuchiyatakahiro.com</a:t>
            </a:r>
          </a:p>
        </p:txBody>
      </p:sp>
      <p:sp>
        <p:nvSpPr>
          <p:cNvPr id="13" name="text">
            <a:extLst xmlns:a="http://schemas.openxmlformats.org/drawingml/2006/main">
              <a:ext uri="{FF2B5EF4-FFF2-40B4-BE49-F238E27FC236}">
                <a16:creationId xmlns:a16="http://schemas.microsoft.com/office/drawing/2014/main" id="{3A6B74D3-F1E4-4D59-B1EF-A6B5A1832B7C}"/>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08 / 15</a:t>
            </a:r>
          </a:p>
        </p:txBody>
      </p:sp>
    </p:spTree>
    <p:extLst>
      <p:ext uri="{BB962C8B-B14F-4D97-AF65-F5344CB8AC3E}">
        <p14:creationId xmlns:p14="http://schemas.microsoft.com/office/powerpoint/2010/main" val="19036386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1A68612-5BA2-41B4-8607-F6A0E4082BC4}"/>
              </a:ext>
            </a:extLst>
          </p:cNvPr>
          <p:cNvPicPr>
            <a:picLocks xmlns:a="http://schemas.openxmlformats.org/drawingml/2006/main" noChangeAspect="1"/>
          </p:cNvPicPr>
          <p:nvPr/>
        </p:nvPicPr>
        <p:blipFill>
          <a:blip xmlns:r="http://schemas.openxmlformats.org/officeDocument/2006/relationships" xmlns:a="http://schemas.openxmlformats.org/drawingml/2006/main" r:embed="R5f1f9c7e475243f4"/>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1EA939B4-6D7A-48C4-AC52-EB5B67B941C6}"/>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Save with Commit changes</a:t>
            </a:r>
          </a:p>
        </p:txBody>
      </p:sp>
      <p:sp>
        <p:nvSpPr>
          <p:cNvPr id="3" name="open-label">
            <a:extLst xmlns:a="http://schemas.openxmlformats.org/drawingml/2006/main">
              <a:ext uri="{FF2B5EF4-FFF2-40B4-BE49-F238E27FC236}">
                <a16:creationId xmlns:a16="http://schemas.microsoft.com/office/drawing/2014/main" id="{4FB22C2B-2E33-4EB9-9FBF-6DE79587FFAD}"/>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5AD92A43-C247-4F74-A1C6-7377C47D57C9}"/>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Commit changes… in the editor</a:t>
            </a:r>
          </a:p>
        </p:txBody>
      </p:sp>
      <p:sp>
        <p:nvSpPr>
          <p:cNvPr id="5" name="action-label">
            <a:extLst xmlns:a="http://schemas.openxmlformats.org/drawingml/2006/main">
              <a:ext uri="{FF2B5EF4-FFF2-40B4-BE49-F238E27FC236}">
                <a16:creationId xmlns:a16="http://schemas.microsoft.com/office/drawing/2014/main" id="{B96B9862-6ED3-4C95-88D8-73511A85CC33}"/>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525A64C8-495C-4929-9DDD-2E75F4B1ED74}"/>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Enter a save message.</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Commit directly to main. Confirm.</a:t>
            </a:r>
          </a:p>
        </p:txBody>
      </p:sp>
      <p:sp>
        <p:nvSpPr>
          <p:cNvPr id="7" name="check-label">
            <a:extLst xmlns:a="http://schemas.openxmlformats.org/drawingml/2006/main">
              <a:ext uri="{FF2B5EF4-FFF2-40B4-BE49-F238E27FC236}">
                <a16:creationId xmlns:a16="http://schemas.microsoft.com/office/drawing/2014/main" id="{9F9FEE82-A298-4CFE-8D67-BAD0544F9173}"/>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A3CBCDC6-021C-4A8E-B823-D394116DD761}"/>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Reopen README and find</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your saved sentence.</a:t>
            </a:r>
          </a:p>
        </p:txBody>
      </p:sp>
      <p:sp>
        <p:nvSpPr>
          <p:cNvPr id="9" name="text">
            <a:extLst xmlns:a="http://schemas.openxmlformats.org/drawingml/2006/main">
              <a:ext uri="{FF2B5EF4-FFF2-40B4-BE49-F238E27FC236}">
                <a16:creationId xmlns:a16="http://schemas.microsoft.com/office/drawing/2014/main" id="{3D9ED900-CDF9-485E-AB40-8D2AC455DB25}"/>
              </a:ext>
            </a:extLst>
          </p:cNvPr>
          <p:cNvSpPr>
            <a:spLocks xmlns:a="http://schemas.openxmlformats.org/drawingml/2006/main" noGrp="1"/>
          </p:cNvSpPr>
          <p:nvPr/>
        </p:nvSpPr>
        <p:spPr>
          <a:xfrm xmlns:a="http://schemas.openxmlformats.org/drawingml/2006/main">
            <a:off x="6096000" y="15811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buNone/>
              <a:defRPr sz="1950" b="0">
                <a:solidFill>
                  <a:srgbClr val="536974"/>
                </a:solidFill>
                <a:latin typeface="Meiryo"/>
                <a:ea typeface="Meiryo"/>
                <a:cs typeface="Meiryo"/>
              </a:defRPr>
            </a:pPr>
            <a:r>
              <a:rPr sz="1950" b="0">
                <a:solidFill>
                  <a:srgbClr val="536974"/>
                </a:solidFill>
                <a:latin typeface="Meiryo"/>
                <a:ea typeface="Meiryo"/>
                <a:cs typeface="Meiryo"/>
              </a:rPr>
              <a:t>Checking the operation</a:t>
            </a:r>
          </a:p>
        </p:txBody>
      </p:sp>
      <p:sp>
        <p:nvSpPr>
          <p:cNvPr id="10" name="text">
            <a:extLst xmlns:a="http://schemas.openxmlformats.org/drawingml/2006/main">
              <a:ext uri="{FF2B5EF4-FFF2-40B4-BE49-F238E27FC236}">
                <a16:creationId xmlns:a16="http://schemas.microsoft.com/office/drawing/2014/main" id="{FD0DE9AA-56B8-437F-AB4C-DFB5A9B74291}"/>
              </a:ext>
            </a:extLst>
          </p:cNvPr>
          <p:cNvSpPr>
            <a:spLocks xmlns:a="http://schemas.openxmlformats.org/drawingml/2006/main" noGrp="1"/>
          </p:cNvSpPr>
          <p:nvPr/>
        </p:nvSpPr>
        <p:spPr>
          <a:xfrm xmlns:a="http://schemas.openxmlformats.org/drawingml/2006/main">
            <a:off x="6096000" y="2190750"/>
            <a:ext cx="5467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303E"/>
                </a:solidFill>
                <a:latin typeface="Meiryo"/>
                <a:ea typeface="Meiryo"/>
                <a:cs typeface="Meiryo"/>
              </a:defRPr>
            </a:defPPr>
          </a:lstStyle>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1  Commit changes…</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2  Check the message and main</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3  Confirm Commit changes</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4  Reopen README</a:t>
            </a:r>
          </a:p>
        </p:txBody>
      </p:sp>
      <p:sp>
        <p:nvSpPr>
          <p:cNvPr id="11" name="text">
            <a:extLst xmlns:a="http://schemas.openxmlformats.org/drawingml/2006/main">
              <a:ext uri="{FF2B5EF4-FFF2-40B4-BE49-F238E27FC236}">
                <a16:creationId xmlns:a16="http://schemas.microsoft.com/office/drawing/2014/main" id="{1DA32265-E7C3-47B6-9D0A-4E5ABD4C07AB}"/>
              </a:ext>
            </a:extLst>
          </p:cNvPr>
          <p:cNvSpPr>
            <a:spLocks xmlns:a="http://schemas.openxmlformats.org/drawingml/2006/main" noGrp="1"/>
          </p:cNvSpPr>
          <p:nvPr/>
        </p:nvSpPr>
        <p:spPr>
          <a:xfrm xmlns:a="http://schemas.openxmlformats.org/drawingml/2006/main">
            <a:off x="6096000" y="52387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0">
                <a:solidFill>
                  <a:srgbClr val="536974"/>
                </a:solidFill>
                <a:latin typeface="Meiryo"/>
                <a:ea typeface="Meiryo"/>
                <a:cs typeface="Meiryo"/>
              </a:defRPr>
            </a:defPPr>
          </a:lstStyle>
          <a:p xmlns:a="http://schemas.openxmlformats.org/drawingml/2006/main">
            <a:pPr>
              <a:buNone/>
              <a:defRPr sz="1650" b="0">
                <a:solidFill>
                  <a:srgbClr val="536974"/>
                </a:solidFill>
                <a:latin typeface="Meiryo"/>
                <a:ea typeface="Meiryo"/>
                <a:cs typeface="Meiryo"/>
              </a:defRPr>
            </a:pPr>
            <a:r>
              <a:rPr sz="1650" b="0">
                <a:solidFill>
                  <a:srgbClr val="536974"/>
                </a:solidFill>
                <a:latin typeface="Meiryo"/>
                <a:ea typeface="Meiryo"/>
                <a:cs typeface="Meiryo"/>
              </a:rPr>
              <a:t>Check your own screen before continuing.</a:t>
            </a:r>
          </a:p>
        </p:txBody>
      </p:sp>
      <p:sp>
        <p:nvSpPr>
          <p:cNvPr id="12" name="text">
            <a:extLst xmlns:a="http://schemas.openxmlformats.org/drawingml/2006/main">
              <a:ext uri="{FF2B5EF4-FFF2-40B4-BE49-F238E27FC236}">
                <a16:creationId xmlns:a16="http://schemas.microsoft.com/office/drawing/2014/main" id="{A7A9CDA2-0A0F-424F-8D1F-796ACD93628B}"/>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3" name="text">
            <a:extLst xmlns:a="http://schemas.openxmlformats.org/drawingml/2006/main">
              <a:ext uri="{FF2B5EF4-FFF2-40B4-BE49-F238E27FC236}">
                <a16:creationId xmlns:a16="http://schemas.microsoft.com/office/drawing/2014/main" id="{D42649E1-B577-480C-980D-82B98B8D7FE1}"/>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51a35eb641ab49f1"/>
              </a:rPr>
              <a:t>tsuchiyatakahiro.com</a:t>
            </a:r>
          </a:p>
        </p:txBody>
      </p:sp>
      <p:sp>
        <p:nvSpPr>
          <p:cNvPr id="14" name="text">
            <a:extLst xmlns:a="http://schemas.openxmlformats.org/drawingml/2006/main">
              <a:ext uri="{FF2B5EF4-FFF2-40B4-BE49-F238E27FC236}">
                <a16:creationId xmlns:a16="http://schemas.microsoft.com/office/drawing/2014/main" id="{88CBE2AB-9463-48EA-AE60-DE9C71D8C3AB}"/>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09 / 15</a:t>
            </a:r>
          </a:p>
        </p:txBody>
      </p:sp>
    </p:spTree>
    <p:extLst>
      <p:ext uri="{BB962C8B-B14F-4D97-AF65-F5344CB8AC3E}">
        <p14:creationId xmlns:p14="http://schemas.microsoft.com/office/powerpoint/2010/main" val="3980022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55E886-3E6D-4C06-88A6-6AF06C2F9FD4}"/>
              </a:ext>
            </a:extLst>
          </p:cNvPr>
          <p:cNvPicPr>
            <a:picLocks xmlns:a="http://schemas.openxmlformats.org/drawingml/2006/main" noChangeAspect="1"/>
          </p:cNvPicPr>
          <p:nvPr/>
        </p:nvPicPr>
        <p:blipFill>
          <a:blip xmlns:r="http://schemas.openxmlformats.org/officeDocument/2006/relationships" xmlns:a="http://schemas.openxmlformats.org/drawingml/2006/main" r:embed="Re35cd669626945c8"/>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76B20203-518C-4603-B90A-C0432A4B3945}"/>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Invite your instructor</a:t>
            </a:r>
          </a:p>
        </p:txBody>
      </p:sp>
      <p:sp>
        <p:nvSpPr>
          <p:cNvPr id="3" name="open-label">
            <a:extLst xmlns:a="http://schemas.openxmlformats.org/drawingml/2006/main">
              <a:ext uri="{FF2B5EF4-FFF2-40B4-BE49-F238E27FC236}">
                <a16:creationId xmlns:a16="http://schemas.microsoft.com/office/drawing/2014/main" id="{BBFF67B2-2F56-4232-92CD-467E6075C0D8}"/>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0888ABA7-7302-4220-BB77-0EE65DEFA5C7}"/>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Settings in your ai-learning</a:t>
            </a:r>
          </a:p>
        </p:txBody>
      </p:sp>
      <p:sp>
        <p:nvSpPr>
          <p:cNvPr id="5" name="action-label">
            <a:extLst xmlns:a="http://schemas.openxmlformats.org/drawingml/2006/main">
              <a:ext uri="{FF2B5EF4-FFF2-40B4-BE49-F238E27FC236}">
                <a16:creationId xmlns:a16="http://schemas.microsoft.com/office/drawing/2014/main" id="{D662E5DF-5730-4559-86B0-8FD587AF266A}"/>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058D3941-DDF5-4A20-B912-E1885BDC9638}"/>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Collaborators, Add people.</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Invite the specified username.</a:t>
            </a:r>
          </a:p>
        </p:txBody>
      </p:sp>
      <p:sp>
        <p:nvSpPr>
          <p:cNvPr id="7" name="check-label">
            <a:extLst xmlns:a="http://schemas.openxmlformats.org/drawingml/2006/main">
              <a:ext uri="{FF2B5EF4-FFF2-40B4-BE49-F238E27FC236}">
                <a16:creationId xmlns:a16="http://schemas.microsoft.com/office/drawing/2014/main" id="{CC210639-FA2E-4256-998D-D004EC87FC28}"/>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BEE2DE45-1F9D-4D00-A29D-C21749F7BE4F}"/>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instructor is listed</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as pending or accepted.</a:t>
            </a:r>
          </a:p>
        </p:txBody>
      </p:sp>
      <p:pic>
        <p:nvPicPr>
          <p:cNvPr id="9" name="">
            <a:extLst xmlns:a="http://schemas.openxmlformats.org/drawingml/2006/main">
              <a:ext uri="{FF2B5EF4-FFF2-40B4-BE49-F238E27FC236}">
                <a16:creationId xmlns:a16="http://schemas.microsoft.com/office/drawing/2014/main" id="{29E7197F-9D6D-4328-AA2E-EFC061885A1A}"/>
              </a:ext>
            </a:extLst>
          </p:cNvPr>
          <p:cNvPicPr>
            <a:picLocks xmlns:a="http://schemas.openxmlformats.org/drawingml/2006/main" noChangeAspect="1"/>
          </p:cNvPicPr>
          <p:nvPr/>
        </p:nvPicPr>
        <p:blipFill>
          <a:blip xmlns:r="http://schemas.openxmlformats.org/officeDocument/2006/relationships" xmlns:a="http://schemas.openxmlformats.org/drawingml/2006/main" r:embed="R1ec24a813b644aad"/>
          <a:srcRect xmlns:a="http://schemas.openxmlformats.org/drawingml/2006/main" l="72917" t="8451" r="694" b="3521"/>
          <a:stretch xmlns:a="http://schemas.openxmlformats.org/drawingml/2006/main"/>
        </p:blipFill>
        <p:spPr>
          <a:xfrm xmlns:a="http://schemas.openxmlformats.org/drawingml/2006/main">
            <a:off x="6096000" y="2682165"/>
            <a:ext cx="5467350" cy="179847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DC6C4D75-79AF-47F7-AFE1-4933C83794E4}"/>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GitHub Docs example. Values are examples.</a:t>
            </a:r>
          </a:p>
        </p:txBody>
      </p:sp>
      <p:sp>
        <p:nvSpPr>
          <p:cNvPr id="11" name="text">
            <a:extLst xmlns:a="http://schemas.openxmlformats.org/drawingml/2006/main">
              <a:ext uri="{FF2B5EF4-FFF2-40B4-BE49-F238E27FC236}">
                <a16:creationId xmlns:a16="http://schemas.microsoft.com/office/drawing/2014/main" id="{FAC59E02-14F4-4B53-9BBD-31FBAE5E8DF3}"/>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A48AECEC-1D39-4D4A-9BB0-7142832DA0A3}"/>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60428059b7ce45d7"/>
              </a:rPr>
              <a:t>tsuchiyatakahiro.com</a:t>
            </a:r>
          </a:p>
        </p:txBody>
      </p:sp>
      <p:sp>
        <p:nvSpPr>
          <p:cNvPr id="13" name="text">
            <a:extLst xmlns:a="http://schemas.openxmlformats.org/drawingml/2006/main">
              <a:ext uri="{FF2B5EF4-FFF2-40B4-BE49-F238E27FC236}">
                <a16:creationId xmlns:a16="http://schemas.microsoft.com/office/drawing/2014/main" id="{E787F699-008C-425B-AA0A-95A6544F4AEC}"/>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10 / 15</a:t>
            </a:r>
          </a:p>
        </p:txBody>
      </p:sp>
    </p:spTree>
    <p:extLst>
      <p:ext uri="{BB962C8B-B14F-4D97-AF65-F5344CB8AC3E}">
        <p14:creationId xmlns:p14="http://schemas.microsoft.com/office/powerpoint/2010/main" val="4925974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D131552-9128-4119-8C85-4E3BDD9BCAD6}"/>
              </a:ext>
            </a:extLst>
          </p:cNvPr>
          <p:cNvPicPr>
            <a:picLocks xmlns:a="http://schemas.openxmlformats.org/drawingml/2006/main" noChangeAspect="1"/>
          </p:cNvPicPr>
          <p:nvPr/>
        </p:nvPicPr>
        <p:blipFill>
          <a:blip xmlns:r="http://schemas.openxmlformats.org/officeDocument/2006/relationships" xmlns:a="http://schemas.openxmlformats.org/drawingml/2006/main" r:embed="R3f281769b82d4d63"/>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B9FAE02D-C2FB-472E-8A4C-D42244AA215D}"/>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Find the commit history</a:t>
            </a:r>
          </a:p>
        </p:txBody>
      </p:sp>
      <p:sp>
        <p:nvSpPr>
          <p:cNvPr id="3" name="open-label">
            <a:extLst xmlns:a="http://schemas.openxmlformats.org/drawingml/2006/main">
              <a:ext uri="{FF2B5EF4-FFF2-40B4-BE49-F238E27FC236}">
                <a16:creationId xmlns:a16="http://schemas.microsoft.com/office/drawing/2014/main" id="{80B7AC89-5D36-4737-BEED-6534E66C293D}"/>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A414107E-6650-40A7-B692-D3C93C6FC7A6}"/>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Code at your repository root</a:t>
            </a:r>
          </a:p>
        </p:txBody>
      </p:sp>
      <p:sp>
        <p:nvSpPr>
          <p:cNvPr id="5" name="action-label">
            <a:extLst xmlns:a="http://schemas.openxmlformats.org/drawingml/2006/main">
              <a:ext uri="{FF2B5EF4-FFF2-40B4-BE49-F238E27FC236}">
                <a16:creationId xmlns:a16="http://schemas.microsoft.com/office/drawing/2014/main" id="{6A1C6BB4-948D-4A8A-A0BC-D5753E84897D}"/>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E2541A37-7FCC-456E-900E-D4734615527B}"/>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Use the clock icon and</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number beside Commits.</a:t>
            </a:r>
          </a:p>
        </p:txBody>
      </p:sp>
      <p:sp>
        <p:nvSpPr>
          <p:cNvPr id="7" name="check-label">
            <a:extLst xmlns:a="http://schemas.openxmlformats.org/drawingml/2006/main">
              <a:ext uri="{FF2B5EF4-FFF2-40B4-BE49-F238E27FC236}">
                <a16:creationId xmlns:a16="http://schemas.microsoft.com/office/drawing/2014/main" id="{8ABADA5E-04FF-4E37-B063-A0EED3D50EC0}"/>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15F3749C-E541-4354-BC71-2A02824F0DDD}"/>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Commits list opens</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in your own repository.</a:t>
            </a:r>
          </a:p>
        </p:txBody>
      </p:sp>
      <p:pic>
        <p:nvPicPr>
          <p:cNvPr id="9" name="">
            <a:extLst xmlns:a="http://schemas.openxmlformats.org/drawingml/2006/main">
              <a:ext uri="{FF2B5EF4-FFF2-40B4-BE49-F238E27FC236}">
                <a16:creationId xmlns:a16="http://schemas.microsoft.com/office/drawing/2014/main" id="{6A2E91BC-2311-4E3F-807F-0E1B74E33089}"/>
              </a:ext>
            </a:extLst>
          </p:cNvPr>
          <p:cNvPicPr>
            <a:picLocks xmlns:a="http://schemas.openxmlformats.org/drawingml/2006/main" noChangeAspect="1"/>
          </p:cNvPicPr>
          <p:nvPr/>
        </p:nvPicPr>
        <p:blipFill>
          <a:blip xmlns:r="http://schemas.openxmlformats.org/officeDocument/2006/relationships" xmlns:a="http://schemas.openxmlformats.org/drawingml/2006/main" r:embed="R40f66b99347c4eef"/>
          <a:stretch xmlns:a="http://schemas.openxmlformats.org/drawingml/2006/main"/>
        </p:blipFill>
        <p:spPr>
          <a:xfrm xmlns:a="http://schemas.openxmlformats.org/drawingml/2006/main">
            <a:off x="6096000" y="2105216"/>
            <a:ext cx="5467350" cy="295236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EE341DAC-4816-454C-AB83-E1577ADF096B}"/>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Public template example. Use your own repository.</a:t>
            </a:r>
          </a:p>
        </p:txBody>
      </p:sp>
      <p:sp>
        <p:nvSpPr>
          <p:cNvPr id="11" name="text">
            <a:extLst xmlns:a="http://schemas.openxmlformats.org/drawingml/2006/main">
              <a:ext uri="{FF2B5EF4-FFF2-40B4-BE49-F238E27FC236}">
                <a16:creationId xmlns:a16="http://schemas.microsoft.com/office/drawing/2014/main" id="{EFF7E0AA-333F-4C14-AA8E-E80F092BB716}"/>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6AC17722-5294-468F-AC1B-578FDD5FE5C0}"/>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47720cb94345419e"/>
              </a:rPr>
              <a:t>tsuchiyatakahiro.com</a:t>
            </a:r>
          </a:p>
        </p:txBody>
      </p:sp>
      <p:sp>
        <p:nvSpPr>
          <p:cNvPr id="13" name="text">
            <a:extLst xmlns:a="http://schemas.openxmlformats.org/drawingml/2006/main">
              <a:ext uri="{FF2B5EF4-FFF2-40B4-BE49-F238E27FC236}">
                <a16:creationId xmlns:a16="http://schemas.microsoft.com/office/drawing/2014/main" id="{3BCE579C-1FF7-41A5-B9C2-A67B1C814AC1}"/>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11 / 15</a:t>
            </a:r>
          </a:p>
        </p:txBody>
      </p:sp>
    </p:spTree>
    <p:extLst>
      <p:ext uri="{BB962C8B-B14F-4D97-AF65-F5344CB8AC3E}">
        <p14:creationId xmlns:p14="http://schemas.microsoft.com/office/powerpoint/2010/main" val="9296812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71674C-7F16-4C87-94DC-92B7B3C4C81B}"/>
              </a:ext>
            </a:extLst>
          </p:cNvPr>
          <p:cNvPicPr>
            <a:picLocks xmlns:a="http://schemas.openxmlformats.org/drawingml/2006/main" noChangeAspect="1"/>
          </p:cNvPicPr>
          <p:nvPr/>
        </p:nvPicPr>
        <p:blipFill>
          <a:blip xmlns:r="http://schemas.openxmlformats.org/officeDocument/2006/relationships" xmlns:a="http://schemas.openxmlformats.org/drawingml/2006/main" r:embed="R5937adbf18824a1c"/>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6516EFBF-454F-4790-8373-7B831F3A933C}"/>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Open the final commit</a:t>
            </a:r>
          </a:p>
        </p:txBody>
      </p:sp>
      <p:sp>
        <p:nvSpPr>
          <p:cNvPr id="3" name="open-label">
            <a:extLst xmlns:a="http://schemas.openxmlformats.org/drawingml/2006/main">
              <a:ext uri="{FF2B5EF4-FFF2-40B4-BE49-F238E27FC236}">
                <a16:creationId xmlns:a16="http://schemas.microsoft.com/office/drawing/2014/main" id="{69E745E8-AF68-4D1D-8EA2-9EDBCAFECCA7}"/>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7AC3584E-61F9-4CDE-9AD6-E59DFCFBC111}"/>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Commits list</a:t>
            </a:r>
          </a:p>
        </p:txBody>
      </p:sp>
      <p:sp>
        <p:nvSpPr>
          <p:cNvPr id="5" name="action-label">
            <a:extLst xmlns:a="http://schemas.openxmlformats.org/drawingml/2006/main">
              <a:ext uri="{FF2B5EF4-FFF2-40B4-BE49-F238E27FC236}">
                <a16:creationId xmlns:a16="http://schemas.microsoft.com/office/drawing/2014/main" id="{A841D6D3-76D1-4A2F-8102-AEBCC940ABFE}"/>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50FFB9CC-78BF-4E8E-B1D6-C00EA9D7DA18}"/>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Click the newest message</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after all your files were saved.</a:t>
            </a:r>
          </a:p>
        </p:txBody>
      </p:sp>
      <p:sp>
        <p:nvSpPr>
          <p:cNvPr id="7" name="check-label">
            <a:extLst xmlns:a="http://schemas.openxmlformats.org/drawingml/2006/main">
              <a:ext uri="{FF2B5EF4-FFF2-40B4-BE49-F238E27FC236}">
                <a16:creationId xmlns:a16="http://schemas.microsoft.com/office/drawing/2014/main" id="{A1D63EFA-A596-44C1-9E0C-798C103A7C41}"/>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20AA0EBE-60D7-4A71-86F3-226F1DED8807}"/>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URL contains /commit/</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and the commit identifier.</a:t>
            </a:r>
          </a:p>
        </p:txBody>
      </p:sp>
      <p:pic>
        <p:nvPicPr>
          <p:cNvPr id="9" name="">
            <a:extLst xmlns:a="http://schemas.openxmlformats.org/drawingml/2006/main">
              <a:ext uri="{FF2B5EF4-FFF2-40B4-BE49-F238E27FC236}">
                <a16:creationId xmlns:a16="http://schemas.microsoft.com/office/drawing/2014/main" id="{F0E6244D-9542-4D65-9249-A3B64E498DDD}"/>
              </a:ext>
            </a:extLst>
          </p:cNvPr>
          <p:cNvPicPr>
            <a:picLocks xmlns:a="http://schemas.openxmlformats.org/drawingml/2006/main" noChangeAspect="1"/>
          </p:cNvPicPr>
          <p:nvPr/>
        </p:nvPicPr>
        <p:blipFill>
          <a:blip xmlns:r="http://schemas.openxmlformats.org/officeDocument/2006/relationships" xmlns:a="http://schemas.openxmlformats.org/drawingml/2006/main" r:embed="R7d0c037ac102499b"/>
          <a:srcRect xmlns:a="http://schemas.openxmlformats.org/drawingml/2006/main" l="5138" t="46348" r="39526" b="42416"/>
          <a:stretch xmlns:a="http://schemas.openxmlformats.org/drawingml/2006/main"/>
        </p:blipFill>
        <p:spPr>
          <a:xfrm xmlns:a="http://schemas.openxmlformats.org/drawingml/2006/main">
            <a:off x="6096000" y="3268980"/>
            <a:ext cx="5467350" cy="62484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46F8CCC2-B371-4AB0-ACB3-1622EBA702F1}"/>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Public template example. Use your own repository.</a:t>
            </a:r>
          </a:p>
        </p:txBody>
      </p:sp>
      <p:sp>
        <p:nvSpPr>
          <p:cNvPr id="11" name="text">
            <a:extLst xmlns:a="http://schemas.openxmlformats.org/drawingml/2006/main">
              <a:ext uri="{FF2B5EF4-FFF2-40B4-BE49-F238E27FC236}">
                <a16:creationId xmlns:a16="http://schemas.microsoft.com/office/drawing/2014/main" id="{6B4B0BDA-528E-470B-80BE-8E8013469857}"/>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4DFAECD8-9C04-48BB-BB1D-7AFC6315EED6}"/>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bdac578b82ff4491"/>
              </a:rPr>
              <a:t>tsuchiyatakahiro.com</a:t>
            </a:r>
          </a:p>
        </p:txBody>
      </p:sp>
      <p:sp>
        <p:nvSpPr>
          <p:cNvPr id="13" name="text">
            <a:extLst xmlns:a="http://schemas.openxmlformats.org/drawingml/2006/main">
              <a:ext uri="{FF2B5EF4-FFF2-40B4-BE49-F238E27FC236}">
                <a16:creationId xmlns:a16="http://schemas.microsoft.com/office/drawing/2014/main" id="{C984C13E-4E4B-4D3B-ACC7-F0A3E46AE435}"/>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12 / 15</a:t>
            </a:r>
          </a:p>
        </p:txBody>
      </p:sp>
    </p:spTree>
    <p:extLst>
      <p:ext uri="{BB962C8B-B14F-4D97-AF65-F5344CB8AC3E}">
        <p14:creationId xmlns:p14="http://schemas.microsoft.com/office/powerpoint/2010/main" val="1742572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78CE104-922E-4E50-938B-E003B6797761}"/>
              </a:ext>
            </a:extLst>
          </p:cNvPr>
          <p:cNvPicPr>
            <a:picLocks xmlns:a="http://schemas.openxmlformats.org/drawingml/2006/main" noChangeAspect="1"/>
          </p:cNvPicPr>
          <p:nvPr/>
        </p:nvPicPr>
        <p:blipFill>
          <a:blip xmlns:r="http://schemas.openxmlformats.org/officeDocument/2006/relationships" xmlns:a="http://schemas.openxmlformats.org/drawingml/2006/main" r:embed="R32773dbec59d4cc6"/>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20F56F81-3DC6-4BA2-96CA-EB1BB4C88374}"/>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Check the submitted version</a:t>
            </a:r>
          </a:p>
        </p:txBody>
      </p:sp>
      <p:sp>
        <p:nvSpPr>
          <p:cNvPr id="3" name="open-label">
            <a:extLst xmlns:a="http://schemas.openxmlformats.org/drawingml/2006/main">
              <a:ext uri="{FF2B5EF4-FFF2-40B4-BE49-F238E27FC236}">
                <a16:creationId xmlns:a16="http://schemas.microsoft.com/office/drawing/2014/main" id="{DB9F6DA7-4B58-4B58-8F87-C86755E1A877}"/>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9363D1DC-ECFC-41A7-B3EC-7E6B1C050097}"/>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Browse files on the commit page</a:t>
            </a:r>
          </a:p>
        </p:txBody>
      </p:sp>
      <p:sp>
        <p:nvSpPr>
          <p:cNvPr id="5" name="action-label">
            <a:extLst xmlns:a="http://schemas.openxmlformats.org/drawingml/2006/main">
              <a:ext uri="{FF2B5EF4-FFF2-40B4-BE49-F238E27FC236}">
                <a16:creationId xmlns:a16="http://schemas.microsoft.com/office/drawing/2014/main" id="{EEF93459-3438-4F8D-97CB-DF55F732D1F4}"/>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C77D153A-8848-4EFB-A430-B43C9A39BCB7}"/>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Open that version of weekXX.</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Check README and artifacts.</a:t>
            </a:r>
          </a:p>
        </p:txBody>
      </p:sp>
      <p:sp>
        <p:nvSpPr>
          <p:cNvPr id="7" name="check-label">
            <a:extLst xmlns:a="http://schemas.openxmlformats.org/drawingml/2006/main">
              <a:ext uri="{FF2B5EF4-FFF2-40B4-BE49-F238E27FC236}">
                <a16:creationId xmlns:a16="http://schemas.microsoft.com/office/drawing/2014/main" id="{E2FF5294-28AD-45F0-B55D-89C6F24A8C7F}"/>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74832B93-E78F-4AB7-A5A6-2D87F17D1AA8}"/>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All required files are there.</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Use a newer commit if corrected.</a:t>
            </a:r>
          </a:p>
        </p:txBody>
      </p:sp>
      <p:pic>
        <p:nvPicPr>
          <p:cNvPr id="9" name="">
            <a:extLst xmlns:a="http://schemas.openxmlformats.org/drawingml/2006/main">
              <a:ext uri="{FF2B5EF4-FFF2-40B4-BE49-F238E27FC236}">
                <a16:creationId xmlns:a16="http://schemas.microsoft.com/office/drawing/2014/main" id="{734583C4-72DA-4FAD-A274-AAD43142A654}"/>
              </a:ext>
            </a:extLst>
          </p:cNvPr>
          <p:cNvPicPr>
            <a:picLocks xmlns:a="http://schemas.openxmlformats.org/drawingml/2006/main" noChangeAspect="1"/>
          </p:cNvPicPr>
          <p:nvPr/>
        </p:nvPicPr>
        <p:blipFill>
          <a:blip xmlns:r="http://schemas.openxmlformats.org/officeDocument/2006/relationships" xmlns:a="http://schemas.openxmlformats.org/drawingml/2006/main" r:embed="Rf2cf8cd4f8474034"/>
          <a:stretch xmlns:a="http://schemas.openxmlformats.org/drawingml/2006/main"/>
        </p:blipFill>
        <p:spPr>
          <a:xfrm xmlns:a="http://schemas.openxmlformats.org/drawingml/2006/main">
            <a:off x="6096000" y="2401396"/>
            <a:ext cx="5467350" cy="2360007"/>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B5EA1891-0506-4A6C-9BB5-072BB6F09844}"/>
              </a:ext>
            </a:extLst>
          </p:cNvPr>
          <p:cNvSpPr>
            <a:spLocks xmlns:a="http://schemas.openxmlformats.org/drawingml/2006/main" noGrp="1"/>
          </p:cNvSpPr>
          <p:nvPr/>
        </p:nvSpPr>
        <p:spPr>
          <a:xfrm xmlns:a="http://schemas.openxmlformats.org/drawingml/2006/main">
            <a:off x="6096000" y="5238750"/>
            <a:ext cx="546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536974"/>
                </a:solidFill>
                <a:latin typeface="Meiryo"/>
                <a:ea typeface="Meiryo"/>
                <a:cs typeface="Meiryo"/>
              </a:defRPr>
            </a:defPPr>
          </a:lstStyle>
          <a:p xmlns:a="http://schemas.openxmlformats.org/drawingml/2006/main">
            <a:pPr>
              <a:buNone/>
              <a:defRPr sz="1575" b="0">
                <a:solidFill>
                  <a:srgbClr val="536974"/>
                </a:solidFill>
                <a:latin typeface="Meiryo"/>
                <a:ea typeface="Meiryo"/>
                <a:cs typeface="Meiryo"/>
              </a:defRPr>
            </a:pPr>
            <a:r>
              <a:rPr sz="1575" b="0">
                <a:solidFill>
                  <a:srgbClr val="536974"/>
                </a:solidFill>
                <a:latin typeface="Meiryo"/>
                <a:ea typeface="Meiryo"/>
                <a:cs typeface="Meiryo"/>
              </a:rPr>
              <a:t>Public template example. Use your own repository.</a:t>
            </a:r>
          </a:p>
        </p:txBody>
      </p:sp>
      <p:sp>
        <p:nvSpPr>
          <p:cNvPr id="11" name="text">
            <a:extLst xmlns:a="http://schemas.openxmlformats.org/drawingml/2006/main">
              <a:ext uri="{FF2B5EF4-FFF2-40B4-BE49-F238E27FC236}">
                <a16:creationId xmlns:a16="http://schemas.microsoft.com/office/drawing/2014/main" id="{8D0DD22F-9C46-44C6-ABF4-3472F90D8AB2}"/>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2" name="text">
            <a:extLst xmlns:a="http://schemas.openxmlformats.org/drawingml/2006/main">
              <a:ext uri="{FF2B5EF4-FFF2-40B4-BE49-F238E27FC236}">
                <a16:creationId xmlns:a16="http://schemas.microsoft.com/office/drawing/2014/main" id="{26138CF5-55F7-43D6-AA7B-0FB891EBF524}"/>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143190e48ac848cc"/>
              </a:rPr>
              <a:t>tsuchiyatakahiro.com</a:t>
            </a:r>
          </a:p>
        </p:txBody>
      </p:sp>
      <p:sp>
        <p:nvSpPr>
          <p:cNvPr id="13" name="text">
            <a:extLst xmlns:a="http://schemas.openxmlformats.org/drawingml/2006/main">
              <a:ext uri="{FF2B5EF4-FFF2-40B4-BE49-F238E27FC236}">
                <a16:creationId xmlns:a16="http://schemas.microsoft.com/office/drawing/2014/main" id="{F44E7E3F-B905-40E4-8694-54101B6377EA}"/>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13 / 15</a:t>
            </a:r>
          </a:p>
        </p:txBody>
      </p:sp>
    </p:spTree>
    <p:extLst>
      <p:ext uri="{BB962C8B-B14F-4D97-AF65-F5344CB8AC3E}">
        <p14:creationId xmlns:p14="http://schemas.microsoft.com/office/powerpoint/2010/main" val="1324709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FE867CD-B368-44C8-A473-325538E8D6AF}"/>
              </a:ext>
            </a:extLst>
          </p:cNvPr>
          <p:cNvPicPr>
            <a:picLocks xmlns:a="http://schemas.openxmlformats.org/drawingml/2006/main" noChangeAspect="1"/>
          </p:cNvPicPr>
          <p:nvPr/>
        </p:nvPicPr>
        <p:blipFill>
          <a:blip xmlns:r="http://schemas.openxmlformats.org/officeDocument/2006/relationships" xmlns:a="http://schemas.openxmlformats.org/drawingml/2006/main" r:embed="Rd21af0cda61741ac"/>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B93D83-C5CB-40CE-A3B4-1CFC1013D508}"/>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Submit through the course form</a:t>
            </a:r>
          </a:p>
        </p:txBody>
      </p:sp>
      <p:sp>
        <p:nvSpPr>
          <p:cNvPr id="3" name="open-label">
            <a:extLst xmlns:a="http://schemas.openxmlformats.org/drawingml/2006/main">
              <a:ext uri="{FF2B5EF4-FFF2-40B4-BE49-F238E27FC236}">
                <a16:creationId xmlns:a16="http://schemas.microsoft.com/office/drawing/2014/main" id="{00EE9D63-973E-4623-B263-19E165D00A7C}"/>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4ECA3AD6-7256-4ABF-9FB2-A867F7E99C8F}"/>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The checked commit page.</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Your weekly course form.</a:t>
            </a:r>
          </a:p>
        </p:txBody>
      </p:sp>
      <p:sp>
        <p:nvSpPr>
          <p:cNvPr id="5" name="action-label">
            <a:extLst xmlns:a="http://schemas.openxmlformats.org/drawingml/2006/main">
              <a:ext uri="{FF2B5EF4-FFF2-40B4-BE49-F238E27FC236}">
                <a16:creationId xmlns:a16="http://schemas.microsoft.com/office/drawing/2014/main" id="{54FF3D4C-AC93-41D7-AA73-63B644E2C72D}"/>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D883D739-6DDC-48E5-B896-BA6FA2634ABE}"/>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Copy the full address bar URL.</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Choose the week and submit.</a:t>
            </a:r>
          </a:p>
        </p:txBody>
      </p:sp>
      <p:sp>
        <p:nvSpPr>
          <p:cNvPr id="7" name="check-label">
            <a:extLst xmlns:a="http://schemas.openxmlformats.org/drawingml/2006/main">
              <a:ext uri="{FF2B5EF4-FFF2-40B4-BE49-F238E27FC236}">
                <a16:creationId xmlns:a16="http://schemas.microsoft.com/office/drawing/2014/main" id="{ACC0DD54-8059-4FAC-B7ED-31709179A47D}"/>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546566DC-0106-486C-A0E0-53AD0647AB46}"/>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The form confirms receipt.</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This is separate from saving.</a:t>
            </a:r>
          </a:p>
        </p:txBody>
      </p:sp>
      <p:sp>
        <p:nvSpPr>
          <p:cNvPr id="9" name="text">
            <a:extLst xmlns:a="http://schemas.openxmlformats.org/drawingml/2006/main">
              <a:ext uri="{FF2B5EF4-FFF2-40B4-BE49-F238E27FC236}">
                <a16:creationId xmlns:a16="http://schemas.microsoft.com/office/drawing/2014/main" id="{382A6668-F462-4A4A-B9FA-D29C859ED59D}"/>
              </a:ext>
            </a:extLst>
          </p:cNvPr>
          <p:cNvSpPr>
            <a:spLocks xmlns:a="http://schemas.openxmlformats.org/drawingml/2006/main" noGrp="1"/>
          </p:cNvSpPr>
          <p:nvPr/>
        </p:nvSpPr>
        <p:spPr>
          <a:xfrm xmlns:a="http://schemas.openxmlformats.org/drawingml/2006/main">
            <a:off x="6096000" y="15811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buNone/>
              <a:defRPr sz="1950" b="0">
                <a:solidFill>
                  <a:srgbClr val="536974"/>
                </a:solidFill>
                <a:latin typeface="Meiryo"/>
                <a:ea typeface="Meiryo"/>
                <a:cs typeface="Meiryo"/>
              </a:defRPr>
            </a:pPr>
            <a:r>
              <a:rPr sz="1950" b="0">
                <a:solidFill>
                  <a:srgbClr val="536974"/>
                </a:solidFill>
                <a:latin typeface="Meiryo"/>
                <a:ea typeface="Meiryo"/>
                <a:cs typeface="Meiryo"/>
              </a:rPr>
              <a:t>Checking the operation</a:t>
            </a:r>
          </a:p>
        </p:txBody>
      </p:sp>
      <p:sp>
        <p:nvSpPr>
          <p:cNvPr id="10" name="text">
            <a:extLst xmlns:a="http://schemas.openxmlformats.org/drawingml/2006/main">
              <a:ext uri="{FF2B5EF4-FFF2-40B4-BE49-F238E27FC236}">
                <a16:creationId xmlns:a16="http://schemas.microsoft.com/office/drawing/2014/main" id="{633D9C89-017E-4005-870C-38F2E90E52A2}"/>
              </a:ext>
            </a:extLst>
          </p:cNvPr>
          <p:cNvSpPr>
            <a:spLocks xmlns:a="http://schemas.openxmlformats.org/drawingml/2006/main" noGrp="1"/>
          </p:cNvSpPr>
          <p:nvPr/>
        </p:nvSpPr>
        <p:spPr>
          <a:xfrm xmlns:a="http://schemas.openxmlformats.org/drawingml/2006/main">
            <a:off x="6096000" y="2190750"/>
            <a:ext cx="5467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303E"/>
                </a:solidFill>
                <a:latin typeface="Meiryo"/>
                <a:ea typeface="Meiryo"/>
                <a:cs typeface="Meiryo"/>
              </a:defRPr>
            </a:defPPr>
          </a:lstStyle>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Initial registration</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Repository URL</a:t>
            </a:r>
          </a:p>
          <a:p xmlns:a="http://schemas.openxmlformats.org/drawingml/2006/main">
            <a:r>
              <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Weekly and final work</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A URL containing /commit/</a:t>
            </a:r>
          </a:p>
        </p:txBody>
      </p:sp>
      <p:sp>
        <p:nvSpPr>
          <p:cNvPr id="11" name="text">
            <a:extLst xmlns:a="http://schemas.openxmlformats.org/drawingml/2006/main">
              <a:ext uri="{FF2B5EF4-FFF2-40B4-BE49-F238E27FC236}">
                <a16:creationId xmlns:a16="http://schemas.microsoft.com/office/drawing/2014/main" id="{27C2A6E8-7553-4B7F-AD03-E109BE439440}"/>
              </a:ext>
            </a:extLst>
          </p:cNvPr>
          <p:cNvSpPr>
            <a:spLocks xmlns:a="http://schemas.openxmlformats.org/drawingml/2006/main" noGrp="1"/>
          </p:cNvSpPr>
          <p:nvPr/>
        </p:nvSpPr>
        <p:spPr>
          <a:xfrm xmlns:a="http://schemas.openxmlformats.org/drawingml/2006/main">
            <a:off x="6096000" y="52387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0">
                <a:solidFill>
                  <a:srgbClr val="536974"/>
                </a:solidFill>
                <a:latin typeface="Meiryo"/>
                <a:ea typeface="Meiryo"/>
                <a:cs typeface="Meiryo"/>
              </a:defRPr>
            </a:defPPr>
          </a:lstStyle>
          <a:p xmlns:a="http://schemas.openxmlformats.org/drawingml/2006/main">
            <a:pPr>
              <a:buNone/>
              <a:defRPr sz="1650" b="0">
                <a:solidFill>
                  <a:srgbClr val="536974"/>
                </a:solidFill>
                <a:latin typeface="Meiryo"/>
                <a:ea typeface="Meiryo"/>
                <a:cs typeface="Meiryo"/>
              </a:defRPr>
            </a:pPr>
            <a:r>
              <a:rPr sz="1650" b="0">
                <a:solidFill>
                  <a:srgbClr val="536974"/>
                </a:solidFill>
                <a:latin typeface="Meiryo"/>
                <a:ea typeface="Meiryo"/>
                <a:cs typeface="Meiryo"/>
              </a:rPr>
              <a:t>Check your own screen before continuing.</a:t>
            </a:r>
          </a:p>
        </p:txBody>
      </p:sp>
      <p:sp>
        <p:nvSpPr>
          <p:cNvPr id="12" name="text">
            <a:extLst xmlns:a="http://schemas.openxmlformats.org/drawingml/2006/main">
              <a:ext uri="{FF2B5EF4-FFF2-40B4-BE49-F238E27FC236}">
                <a16:creationId xmlns:a16="http://schemas.microsoft.com/office/drawing/2014/main" id="{02DAFBAE-1EA9-4239-BD57-02A7574B7FDD}"/>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3" name="text">
            <a:extLst xmlns:a="http://schemas.openxmlformats.org/drawingml/2006/main">
              <a:ext uri="{FF2B5EF4-FFF2-40B4-BE49-F238E27FC236}">
                <a16:creationId xmlns:a16="http://schemas.microsoft.com/office/drawing/2014/main" id="{532160E5-FF19-4363-9923-FD9B927F0436}"/>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a9b9f0df620f4f92"/>
              </a:rPr>
              <a:t>tsuchiyatakahiro.com</a:t>
            </a:r>
          </a:p>
        </p:txBody>
      </p:sp>
      <p:sp>
        <p:nvSpPr>
          <p:cNvPr id="14" name="text">
            <a:extLst xmlns:a="http://schemas.openxmlformats.org/drawingml/2006/main">
              <a:ext uri="{FF2B5EF4-FFF2-40B4-BE49-F238E27FC236}">
                <a16:creationId xmlns:a16="http://schemas.microsoft.com/office/drawing/2014/main" id="{DA122F57-2A6B-4E9D-948E-03210F4D2050}"/>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14 / 15</a:t>
            </a:r>
          </a:p>
        </p:txBody>
      </p:sp>
    </p:spTree>
    <p:extLst>
      <p:ext uri="{BB962C8B-B14F-4D97-AF65-F5344CB8AC3E}">
        <p14:creationId xmlns:p14="http://schemas.microsoft.com/office/powerpoint/2010/main" val="3317839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D651B11-0247-4694-93E8-CED5387E0A23}"/>
              </a:ext>
            </a:extLst>
          </p:cNvPr>
          <p:cNvPicPr>
            <a:picLocks xmlns:a="http://schemas.openxmlformats.org/drawingml/2006/main" noChangeAspect="1"/>
          </p:cNvPicPr>
          <p:nvPr/>
        </p:nvPicPr>
        <p:blipFill>
          <a:blip xmlns:r="http://schemas.openxmlformats.org/officeDocument/2006/relationships" xmlns:a="http://schemas.openxmlformats.org/drawingml/2006/main" r:embed="R2e9128e8d78f4ba5"/>
          <a:stretch xmlns:a="http://schemas.openxmlformats.org/drawingml/2006/main"/>
        </p:blipFill>
        <p:spPr>
          <a:xfrm xmlns:a="http://schemas.openxmlformats.org/drawingml/2006/main">
            <a:off x="685800" y="147270"/>
            <a:ext cx="1790700" cy="219811"/>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F5834FBF-B050-436E-9B5A-38D3B336EACB}"/>
              </a:ext>
            </a:extLst>
          </p:cNvPr>
          <p:cNvSpPr>
            <a:spLocks xmlns:a="http://schemas.openxmlformats.org/drawingml/2006/main" noGrp="1"/>
          </p:cNvSpPr>
          <p:nvPr/>
        </p:nvSpPr>
        <p:spPr>
          <a:xfrm xmlns:a="http://schemas.openxmlformats.org/drawingml/2006/main">
            <a:off x="628650" y="5810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303E"/>
                </a:solidFill>
                <a:latin typeface="Meiryo"/>
                <a:ea typeface="Meiryo"/>
                <a:cs typeface="Meiryo"/>
              </a:defRPr>
            </a:defPPr>
          </a:lstStyle>
          <a:p xmlns:a="http://schemas.openxmlformats.org/drawingml/2006/main">
            <a:pPr>
              <a:buNone/>
              <a:defRPr sz="3450" b="1">
                <a:solidFill>
                  <a:srgbClr val="17303E"/>
                </a:solidFill>
                <a:latin typeface="Meiryo"/>
                <a:ea typeface="Meiryo"/>
                <a:cs typeface="Meiryo"/>
              </a:defRPr>
            </a:pPr>
            <a:r>
              <a:rPr sz="3450" b="1">
                <a:solidFill>
                  <a:srgbClr val="17303E"/>
                </a:solidFill>
                <a:latin typeface="Meiryo"/>
                <a:ea typeface="Meiryo"/>
                <a:cs typeface="Meiryo"/>
              </a:rPr>
              <a:t>Check each completion state</a:t>
            </a:r>
          </a:p>
        </p:txBody>
      </p:sp>
      <p:sp>
        <p:nvSpPr>
          <p:cNvPr id="3" name="open-label">
            <a:extLst xmlns:a="http://schemas.openxmlformats.org/drawingml/2006/main">
              <a:ext uri="{FF2B5EF4-FFF2-40B4-BE49-F238E27FC236}">
                <a16:creationId xmlns:a16="http://schemas.microsoft.com/office/drawing/2014/main" id="{CAF70954-273A-4B79-AC8F-99B67E729150}"/>
              </a:ext>
            </a:extLst>
          </p:cNvPr>
          <p:cNvSpPr>
            <a:spLocks xmlns:a="http://schemas.openxmlformats.org/drawingml/2006/main" noGrp="1"/>
          </p:cNvSpPr>
          <p:nvPr/>
        </p:nvSpPr>
        <p:spPr>
          <a:xfrm xmlns:a="http://schemas.openxmlformats.org/drawingml/2006/main">
            <a:off x="685800" y="14954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Open</a:t>
            </a:r>
          </a:p>
        </p:txBody>
      </p:sp>
      <p:sp>
        <p:nvSpPr>
          <p:cNvPr id="4" name="text">
            <a:extLst xmlns:a="http://schemas.openxmlformats.org/drawingml/2006/main">
              <a:ext uri="{FF2B5EF4-FFF2-40B4-BE49-F238E27FC236}">
                <a16:creationId xmlns:a16="http://schemas.microsoft.com/office/drawing/2014/main" id="{C24F3A9F-7932-41FE-A258-5F904C850BAC}"/>
              </a:ext>
            </a:extLst>
          </p:cNvPr>
          <p:cNvSpPr>
            <a:spLocks xmlns:a="http://schemas.openxmlformats.org/drawingml/2006/main" noGrp="1"/>
          </p:cNvSpPr>
          <p:nvPr/>
        </p:nvSpPr>
        <p:spPr>
          <a:xfrm xmlns:a="http://schemas.openxmlformats.org/drawingml/2006/main">
            <a:off x="685800" y="18859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Your repository and receipt</a:t>
            </a:r>
          </a:p>
        </p:txBody>
      </p:sp>
      <p:sp>
        <p:nvSpPr>
          <p:cNvPr id="5" name="action-label">
            <a:extLst xmlns:a="http://schemas.openxmlformats.org/drawingml/2006/main">
              <a:ext uri="{FF2B5EF4-FFF2-40B4-BE49-F238E27FC236}">
                <a16:creationId xmlns:a16="http://schemas.microsoft.com/office/drawing/2014/main" id="{CD8FEA8F-0FAF-4F41-88A4-42511FB1BB00}"/>
              </a:ext>
            </a:extLst>
          </p:cNvPr>
          <p:cNvSpPr>
            <a:spLocks xmlns:a="http://schemas.openxmlformats.org/drawingml/2006/main" noGrp="1"/>
          </p:cNvSpPr>
          <p:nvPr/>
        </p:nvSpPr>
        <p:spPr>
          <a:xfrm xmlns:a="http://schemas.openxmlformats.org/drawingml/2006/main">
            <a:off x="685800" y="30575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536974"/>
                </a:solidFill>
                <a:latin typeface="Meiryo"/>
                <a:ea typeface="Meiryo"/>
                <a:cs typeface="Meiryo"/>
              </a:defRPr>
            </a:defPPr>
          </a:lstStyle>
          <a:p xmlns:a="http://schemas.openxmlformats.org/drawingml/2006/main">
            <a:pPr>
              <a:buNone/>
              <a:defRPr sz="1800" b="1">
                <a:solidFill>
                  <a:srgbClr val="536974"/>
                </a:solidFill>
                <a:latin typeface="Meiryo"/>
                <a:ea typeface="Meiryo"/>
                <a:cs typeface="Meiryo"/>
              </a:defRPr>
            </a:pPr>
            <a:r>
              <a:rPr sz="1800" b="1">
                <a:solidFill>
                  <a:srgbClr val="536974"/>
                </a:solidFill>
                <a:latin typeface="Meiryo"/>
                <a:ea typeface="Meiryo"/>
                <a:cs typeface="Meiryo"/>
              </a:rPr>
              <a:t>Do this now</a:t>
            </a:r>
          </a:p>
        </p:txBody>
      </p:sp>
      <p:sp>
        <p:nvSpPr>
          <p:cNvPr id="6" name="text">
            <a:extLst xmlns:a="http://schemas.openxmlformats.org/drawingml/2006/main">
              <a:ext uri="{FF2B5EF4-FFF2-40B4-BE49-F238E27FC236}">
                <a16:creationId xmlns:a16="http://schemas.microsoft.com/office/drawing/2014/main" id="{1B287634-7A01-4C86-A5CD-17A19E3D5FAE}"/>
              </a:ext>
            </a:extLst>
          </p:cNvPr>
          <p:cNvSpPr>
            <a:spLocks xmlns:a="http://schemas.openxmlformats.org/drawingml/2006/main" noGrp="1"/>
          </p:cNvSpPr>
          <p:nvPr/>
        </p:nvSpPr>
        <p:spPr>
          <a:xfrm xmlns:a="http://schemas.openxmlformats.org/drawingml/2006/main">
            <a:off x="685800" y="34671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303E"/>
                </a:solidFill>
                <a:latin typeface="Meiryo"/>
                <a:ea typeface="Meiryo"/>
                <a:cs typeface="Meiryo"/>
              </a:defRPr>
            </a:defPPr>
          </a:lstStyle>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Check ownership, saved files,</a:t>
            </a:r>
          </a:p>
          <a:p xmlns:a="http://schemas.openxmlformats.org/drawingml/2006/main">
            <a:pPr>
              <a:buNone/>
              <a:defRPr sz="2400" b="0">
                <a:solidFill>
                  <a:srgbClr val="17303E"/>
                </a:solidFill>
                <a:latin typeface="Meiryo"/>
                <a:ea typeface="Meiryo"/>
                <a:cs typeface="Meiryo"/>
              </a:defRPr>
            </a:pPr>
            <a:r>
              <a:rPr sz="2400" b="0">
                <a:solidFill>
                  <a:srgbClr val="17303E"/>
                </a:solidFill>
                <a:latin typeface="Meiryo"/>
                <a:ea typeface="Meiryo"/>
                <a:cs typeface="Meiryo"/>
              </a:rPr>
              <a:t>instructor invite, and form receipt.</a:t>
            </a:r>
          </a:p>
        </p:txBody>
      </p:sp>
      <p:sp>
        <p:nvSpPr>
          <p:cNvPr id="7" name="check-label">
            <a:extLst xmlns:a="http://schemas.openxmlformats.org/drawingml/2006/main">
              <a:ext uri="{FF2B5EF4-FFF2-40B4-BE49-F238E27FC236}">
                <a16:creationId xmlns:a16="http://schemas.microsoft.com/office/drawing/2014/main" id="{4F3AFA2D-E46F-41A1-B50E-438D45053BE7}"/>
              </a:ext>
            </a:extLst>
          </p:cNvPr>
          <p:cNvSpPr>
            <a:spLocks xmlns:a="http://schemas.openxmlformats.org/drawingml/2006/main" noGrp="1"/>
          </p:cNvSpPr>
          <p:nvPr/>
        </p:nvSpPr>
        <p:spPr>
          <a:xfrm xmlns:a="http://schemas.openxmlformats.org/drawingml/2006/main">
            <a:off x="685800" y="46101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1">
                <a:solidFill>
                  <a:srgbClr val="00858A"/>
                </a:solidFill>
                <a:latin typeface="Meiryo"/>
                <a:ea typeface="Meiryo"/>
                <a:cs typeface="Meiryo"/>
              </a:defRPr>
            </a:defPPr>
          </a:lstStyle>
          <a:p xmlns:a="http://schemas.openxmlformats.org/drawingml/2006/main">
            <a:pPr>
              <a:buNone/>
              <a:defRPr sz="1800" b="1">
                <a:solidFill>
                  <a:srgbClr val="00858A"/>
                </a:solidFill>
                <a:latin typeface="Meiryo"/>
                <a:ea typeface="Meiryo"/>
                <a:cs typeface="Meiryo"/>
              </a:defRPr>
            </a:pPr>
            <a:r>
              <a:rPr sz="1800" b="1">
                <a:solidFill>
                  <a:srgbClr val="00858A"/>
                </a:solidFill>
                <a:latin typeface="Meiryo"/>
                <a:ea typeface="Meiryo"/>
                <a:cs typeface="Meiryo"/>
              </a:rPr>
              <a:t>Check before continuing</a:t>
            </a:r>
          </a:p>
        </p:txBody>
      </p:sp>
      <p:sp>
        <p:nvSpPr>
          <p:cNvPr id="8" name="text">
            <a:extLst xmlns:a="http://schemas.openxmlformats.org/drawingml/2006/main">
              <a:ext uri="{FF2B5EF4-FFF2-40B4-BE49-F238E27FC236}">
                <a16:creationId xmlns:a16="http://schemas.microsoft.com/office/drawing/2014/main" id="{BECD6FFB-0D8D-499A-9452-EF59F43563D6}"/>
              </a:ext>
            </a:extLst>
          </p:cNvPr>
          <p:cNvSpPr>
            <a:spLocks xmlns:a="http://schemas.openxmlformats.org/drawingml/2006/main" noGrp="1"/>
          </p:cNvSpPr>
          <p:nvPr/>
        </p:nvSpPr>
        <p:spPr>
          <a:xfrm xmlns:a="http://schemas.openxmlformats.org/drawingml/2006/main">
            <a:off x="685800" y="5010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1">
                <a:solidFill>
                  <a:srgbClr val="17303E"/>
                </a:solidFill>
                <a:latin typeface="Meiryo"/>
                <a:ea typeface="Meiryo"/>
                <a:cs typeface="Meiryo"/>
              </a:defRPr>
            </a:defPPr>
          </a:lstStyle>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Explain setup, saving, invitation,</a:t>
            </a:r>
          </a:p>
          <a:p xmlns:a="http://schemas.openxmlformats.org/drawingml/2006/main">
            <a:pPr>
              <a:buNone/>
              <a:defRPr sz="2250" b="1">
                <a:solidFill>
                  <a:srgbClr val="17303E"/>
                </a:solidFill>
                <a:latin typeface="Meiryo"/>
                <a:ea typeface="Meiryo"/>
                <a:cs typeface="Meiryo"/>
              </a:defRPr>
            </a:pPr>
            <a:r>
              <a:rPr sz="2250" b="1">
                <a:solidFill>
                  <a:srgbClr val="17303E"/>
                </a:solidFill>
                <a:latin typeface="Meiryo"/>
                <a:ea typeface="Meiryo"/>
                <a:cs typeface="Meiryo"/>
              </a:rPr>
              <a:t>and submission separately.</a:t>
            </a:r>
          </a:p>
        </p:txBody>
      </p:sp>
      <p:sp>
        <p:nvSpPr>
          <p:cNvPr id="9" name="text">
            <a:extLst xmlns:a="http://schemas.openxmlformats.org/drawingml/2006/main">
              <a:ext uri="{FF2B5EF4-FFF2-40B4-BE49-F238E27FC236}">
                <a16:creationId xmlns:a16="http://schemas.microsoft.com/office/drawing/2014/main" id="{495DF8B2-AE0D-4207-B39C-DED923D05FE8}"/>
              </a:ext>
            </a:extLst>
          </p:cNvPr>
          <p:cNvSpPr>
            <a:spLocks xmlns:a="http://schemas.openxmlformats.org/drawingml/2006/main" noGrp="1"/>
          </p:cNvSpPr>
          <p:nvPr/>
        </p:nvSpPr>
        <p:spPr>
          <a:xfrm xmlns:a="http://schemas.openxmlformats.org/drawingml/2006/main">
            <a:off x="6096000" y="15811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buNone/>
              <a:defRPr sz="1950" b="0">
                <a:solidFill>
                  <a:srgbClr val="536974"/>
                </a:solidFill>
                <a:latin typeface="Meiryo"/>
                <a:ea typeface="Meiryo"/>
                <a:cs typeface="Meiryo"/>
              </a:defRPr>
            </a:pPr>
            <a:r>
              <a:rPr sz="1950" b="0">
                <a:solidFill>
                  <a:srgbClr val="536974"/>
                </a:solidFill>
                <a:latin typeface="Meiryo"/>
                <a:ea typeface="Meiryo"/>
                <a:cs typeface="Meiryo"/>
              </a:rPr>
              <a:t>Checking the operation</a:t>
            </a:r>
          </a:p>
        </p:txBody>
      </p:sp>
      <p:sp>
        <p:nvSpPr>
          <p:cNvPr id="10" name="text">
            <a:extLst xmlns:a="http://schemas.openxmlformats.org/drawingml/2006/main">
              <a:ext uri="{FF2B5EF4-FFF2-40B4-BE49-F238E27FC236}">
                <a16:creationId xmlns:a16="http://schemas.microsoft.com/office/drawing/2014/main" id="{32DDC8F0-3CF7-4157-8A91-6D1EAACD8959}"/>
              </a:ext>
            </a:extLst>
          </p:cNvPr>
          <p:cNvSpPr>
            <a:spLocks xmlns:a="http://schemas.openxmlformats.org/drawingml/2006/main" noGrp="1"/>
          </p:cNvSpPr>
          <p:nvPr/>
        </p:nvSpPr>
        <p:spPr>
          <a:xfrm xmlns:a="http://schemas.openxmlformats.org/drawingml/2006/main">
            <a:off x="6096000" y="2190750"/>
            <a:ext cx="5467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303E"/>
                </a:solidFill>
                <a:latin typeface="Meiryo"/>
                <a:ea typeface="Meiryo"/>
                <a:cs typeface="Meiryo"/>
              </a:defRPr>
            </a:defPPr>
          </a:lstStyle>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Your Private repository</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Saved files you can reopen</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Instructor invitation sent</a:t>
            </a:r>
          </a:p>
          <a:p xmlns:a="http://schemas.openxmlformats.org/drawingml/2006/main">
            <a:pPr>
              <a:buNone/>
              <a:defRPr sz="2325" b="0">
                <a:solidFill>
                  <a:srgbClr val="17303E"/>
                </a:solidFill>
                <a:latin typeface="Meiryo"/>
                <a:ea typeface="Meiryo"/>
                <a:cs typeface="Meiryo"/>
              </a:defRPr>
            </a:pPr>
            <a:r>
              <a:rPr sz="2325" b="0">
                <a:solidFill>
                  <a:srgbClr val="17303E"/>
                </a:solidFill>
                <a:latin typeface="Meiryo"/>
                <a:ea typeface="Meiryo"/>
                <a:cs typeface="Meiryo"/>
              </a:rPr>
              <a:t>Course form receipt</a:t>
            </a:r>
          </a:p>
        </p:txBody>
      </p:sp>
      <p:sp>
        <p:nvSpPr>
          <p:cNvPr id="11" name="text">
            <a:extLst xmlns:a="http://schemas.openxmlformats.org/drawingml/2006/main">
              <a:ext uri="{FF2B5EF4-FFF2-40B4-BE49-F238E27FC236}">
                <a16:creationId xmlns:a16="http://schemas.microsoft.com/office/drawing/2014/main" id="{56CB0538-5F4D-43EA-885E-3136788F680D}"/>
              </a:ext>
            </a:extLst>
          </p:cNvPr>
          <p:cNvSpPr>
            <a:spLocks xmlns:a="http://schemas.openxmlformats.org/drawingml/2006/main" noGrp="1"/>
          </p:cNvSpPr>
          <p:nvPr/>
        </p:nvSpPr>
        <p:spPr>
          <a:xfrm xmlns:a="http://schemas.openxmlformats.org/drawingml/2006/main">
            <a:off x="6096000" y="52387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650" b="0">
                <a:solidFill>
                  <a:srgbClr val="536974"/>
                </a:solidFill>
                <a:latin typeface="Meiryo"/>
                <a:ea typeface="Meiryo"/>
                <a:cs typeface="Meiryo"/>
              </a:defRPr>
            </a:defPPr>
          </a:lstStyle>
          <a:p xmlns:a="http://schemas.openxmlformats.org/drawingml/2006/main">
            <a:pPr>
              <a:buNone/>
              <a:defRPr sz="1650" b="0">
                <a:solidFill>
                  <a:srgbClr val="536974"/>
                </a:solidFill>
                <a:latin typeface="Meiryo"/>
                <a:ea typeface="Meiryo"/>
                <a:cs typeface="Meiryo"/>
              </a:defRPr>
            </a:pPr>
            <a:r>
              <a:rPr sz="1650" b="0">
                <a:solidFill>
                  <a:srgbClr val="536974"/>
                </a:solidFill>
                <a:latin typeface="Meiryo"/>
                <a:ea typeface="Meiryo"/>
                <a:cs typeface="Meiryo"/>
              </a:rPr>
              <a:t>Check your own screen before continuing.</a:t>
            </a:r>
          </a:p>
        </p:txBody>
      </p:sp>
      <p:sp>
        <p:nvSpPr>
          <p:cNvPr id="12" name="text">
            <a:extLst xmlns:a="http://schemas.openxmlformats.org/drawingml/2006/main">
              <a:ext uri="{FF2B5EF4-FFF2-40B4-BE49-F238E27FC236}">
                <a16:creationId xmlns:a16="http://schemas.microsoft.com/office/drawing/2014/main" id="{339B0576-44E7-41F6-A6C1-2E47137897DE}"/>
              </a:ext>
            </a:extLst>
          </p:cNvPr>
          <p:cNvSpPr>
            <a:spLocks xmlns:a="http://schemas.openxmlformats.org/drawingml/2006/main" noGrp="1"/>
          </p:cNvSpPr>
          <p:nvPr/>
        </p:nvSpPr>
        <p:spPr>
          <a:xfrm xmlns:a="http://schemas.openxmlformats.org/drawingml/2006/main">
            <a:off x="685800" y="65341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GitHub hands-on clinic</a:t>
            </a:r>
          </a:p>
        </p:txBody>
      </p:sp>
      <p:sp>
        <p:nvSpPr>
          <p:cNvPr id="13" name="text">
            <a:extLst xmlns:a="http://schemas.openxmlformats.org/drawingml/2006/main">
              <a:ext uri="{FF2B5EF4-FFF2-40B4-BE49-F238E27FC236}">
                <a16:creationId xmlns:a16="http://schemas.microsoft.com/office/drawing/2014/main" id="{FA3EE18F-7714-4BF7-B4F8-CD20221FA9FF}"/>
              </a:ext>
            </a:extLst>
          </p:cNvPr>
          <p:cNvSpPr>
            <a:spLocks xmlns:a="http://schemas.openxmlformats.org/drawingml/2006/main" noGrp="1"/>
          </p:cNvSpPr>
          <p:nvPr/>
        </p:nvSpPr>
        <p:spPr>
          <a:xfrm xmlns:a="http://schemas.openxmlformats.org/drawingml/2006/main">
            <a:off x="6115050" y="6534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a:hlinkClick xmlns:r="http://schemas.openxmlformats.org/officeDocument/2006/relationships" r:id="R9fd5538a6e1e48d9"/>
              </a:rPr>
              <a:t>tsuchiyatakahiro.com</a:t>
            </a:r>
          </a:p>
        </p:txBody>
      </p:sp>
      <p:sp>
        <p:nvSpPr>
          <p:cNvPr id="14" name="text">
            <a:extLst xmlns:a="http://schemas.openxmlformats.org/drawingml/2006/main">
              <a:ext uri="{FF2B5EF4-FFF2-40B4-BE49-F238E27FC236}">
                <a16:creationId xmlns:a16="http://schemas.microsoft.com/office/drawing/2014/main" id="{25102338-756A-4682-8744-7682A910B03B}"/>
              </a:ext>
            </a:extLst>
          </p:cNvPr>
          <p:cNvSpPr>
            <a:spLocks xmlns:a="http://schemas.openxmlformats.org/drawingml/2006/main" noGrp="1"/>
          </p:cNvSpPr>
          <p:nvPr/>
        </p:nvSpPr>
        <p:spPr>
          <a:xfrm xmlns:a="http://schemas.openxmlformats.org/drawingml/2006/main">
            <a:off x="10477500" y="653415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536974"/>
                </a:solidFill>
                <a:latin typeface="Meiryo"/>
                <a:ea typeface="Meiryo"/>
                <a:cs typeface="Meiryo"/>
              </a:defRPr>
            </a:defPPr>
          </a:lstStyle>
          <a:p xmlns:a="http://schemas.openxmlformats.org/drawingml/2006/main">
            <a:pPr>
              <a:buNone/>
              <a:defRPr sz="1425" b="0">
                <a:solidFill>
                  <a:srgbClr val="536974"/>
                </a:solidFill>
                <a:latin typeface="Meiryo"/>
                <a:ea typeface="Meiryo"/>
                <a:cs typeface="Meiryo"/>
              </a:defRPr>
            </a:pPr>
            <a:r>
              <a:rPr sz="1425" b="0">
                <a:solidFill>
                  <a:srgbClr val="536974"/>
                </a:solidFill>
                <a:latin typeface="Meiryo"/>
                <a:ea typeface="Meiryo"/>
                <a:cs typeface="Meiryo"/>
              </a:rPr>
              <a:t>15 / 15</a:t>
            </a:r>
          </a:p>
        </p:txBody>
      </p:sp>
    </p:spTree>
    <p:extLst>
      <p:ext uri="{BB962C8B-B14F-4D97-AF65-F5344CB8AC3E}">
        <p14:creationId xmlns:p14="http://schemas.microsoft.com/office/powerpoint/2010/main" val="11011772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6F41AB4-295F-4545-8B62-978E28A1492C}"/>
              </a:ext>
            </a:extLst>
          </p:cNvPr>
          <p:cNvPicPr>
            <a:picLocks xmlns:a="http://schemas.openxmlformats.org/drawingml/2006/main" noChangeAspect="1"/>
          </p:cNvPicPr>
          <p:nvPr/>
        </p:nvPicPr>
        <p:blipFill>
          <a:blip xmlns:r="http://schemas.openxmlformats.org/officeDocument/2006/relationships" xmlns:a="http://schemas.openxmlformats.org/drawingml/2006/main" r:embed="R13b44dfe98a14e7e"/>
          <a:stretch xmlns:a="http://schemas.openxmlformats.org/drawingml/2006/main"/>
        </p:blipFill>
        <p:spPr>
          <a:xfrm xmlns:a="http://schemas.openxmlformats.org/drawingml/2006/main">
            <a:off x="685800" y="240695"/>
            <a:ext cx="2286000" cy="280610"/>
          </a:xfrm>
          <a:prstGeom xmlns:a="http://schemas.openxmlformats.org/drawingml/2006/main" prst="rect">
            <a:avLst/>
          </a:prstGeom>
        </p:spPr>
      </p:pic>
      <p:sp>
        <p:nvSpPr>
          <p:cNvPr id="2" name="check-title">
            <a:extLst xmlns:a="http://schemas.openxmlformats.org/drawingml/2006/main">
              <a:ext uri="{FF2B5EF4-FFF2-40B4-BE49-F238E27FC236}">
                <a16:creationId xmlns:a16="http://schemas.microsoft.com/office/drawing/2014/main" id="{221A2814-9054-4882-A221-386563F422B5}"/>
              </a:ext>
            </a:extLst>
          </p:cNvPr>
          <p:cNvSpPr>
            <a:spLocks xmlns:a="http://schemas.openxmlformats.org/drawingml/2006/main" noGrp="1"/>
          </p:cNvSpPr>
          <p:nvPr/>
        </p:nvSpPr>
        <p:spPr>
          <a:xfrm xmlns:a="http://schemas.openxmlformats.org/drawingml/2006/main">
            <a:off x="628650" y="7715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000" b="1">
                <a:solidFill>
                  <a:srgbClr val="17303E"/>
                </a:solidFill>
                <a:latin typeface="Meiryo"/>
                <a:ea typeface="Meiryo"/>
                <a:cs typeface="Meiryo"/>
              </a:defRPr>
            </a:defPPr>
          </a:lstStyle>
          <a:p xmlns:a="http://schemas.openxmlformats.org/drawingml/2006/main">
            <a:pPr>
              <a:defRPr sz="3000" b="1">
                <a:solidFill>
                  <a:srgbClr val="17303E"/>
                </a:solidFill>
                <a:latin typeface="Meiryo"/>
                <a:ea typeface="Meiryo"/>
                <a:cs typeface="Meiryo"/>
              </a:defRPr>
            </a:pPr>
            <a:r>
              <a:rPr sz="3000" b="1">
                <a:solidFill>
                  <a:srgbClr val="17303E"/>
                </a:solidFill>
                <a:latin typeface="Meiryo"/>
                <a:ea typeface="Meiryo"/>
                <a:cs typeface="Meiryo"/>
              </a:rPr>
              <a:t>Self-check 1: Account and setup</a:t>
            </a:r>
          </a:p>
        </p:txBody>
      </p:sp>
      <p:sp>
        <p:nvSpPr>
          <p:cNvPr id="3" name="text">
            <a:extLst xmlns:a="http://schemas.openxmlformats.org/drawingml/2006/main">
              <a:ext uri="{FF2B5EF4-FFF2-40B4-BE49-F238E27FC236}">
                <a16:creationId xmlns:a16="http://schemas.microsoft.com/office/drawing/2014/main" id="{34F48D20-28C2-43F9-A95D-DEEDEE2558AE}"/>
              </a:ext>
            </a:extLst>
          </p:cNvPr>
          <p:cNvSpPr>
            <a:spLocks xmlns:a="http://schemas.openxmlformats.org/drawingml/2006/main" noGrp="1"/>
          </p:cNvSpPr>
          <p:nvPr/>
        </p:nvSpPr>
        <p:spPr>
          <a:xfrm xmlns:a="http://schemas.openxmlformats.org/drawingml/2006/main">
            <a:off x="685800" y="15621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defRPr sz="1950" b="0">
                <a:solidFill>
                  <a:srgbClr val="536974"/>
                </a:solidFill>
                <a:latin typeface="Meiryo"/>
                <a:ea typeface="Meiryo"/>
                <a:cs typeface="Meiryo"/>
              </a:defRPr>
            </a:pPr>
            <a:r>
              <a:rPr sz="1950" b="0">
                <a:solidFill>
                  <a:srgbClr val="536974"/>
                </a:solidFill>
                <a:latin typeface="Meiryo"/>
                <a:ea typeface="Meiryo"/>
                <a:cs typeface="Meiryo"/>
              </a:rPr>
              <a:t>Open each screen in order → check it → mark completed items.</a:t>
            </a:r>
          </a:p>
        </p:txBody>
      </p:sp>
      <p:sp>
        <p:nvSpPr>
          <p:cNvPr id="4" name="check-1">
            <a:extLst xmlns:a="http://schemas.openxmlformats.org/drawingml/2006/main">
              <a:ext uri="{FF2B5EF4-FFF2-40B4-BE49-F238E27FC236}">
                <a16:creationId xmlns:a16="http://schemas.microsoft.com/office/drawing/2014/main" id="{08AE76EB-C710-4FB2-A2BD-0763642CE0A5}"/>
              </a:ext>
            </a:extLst>
          </p:cNvPr>
          <p:cNvSpPr>
            <a:spLocks xmlns:a="http://schemas.openxmlformats.org/drawingml/2006/main" noGrp="1"/>
          </p:cNvSpPr>
          <p:nvPr/>
        </p:nvSpPr>
        <p:spPr>
          <a:xfrm xmlns:a="http://schemas.openxmlformats.org/drawingml/2006/main">
            <a:off x="685800" y="21621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01  Sign-in and username</a:t>
            </a:r>
          </a:p>
        </p:txBody>
      </p:sp>
      <p:sp>
        <p:nvSpPr>
          <p:cNvPr id="5" name="text">
            <a:extLst xmlns:a="http://schemas.openxmlformats.org/drawingml/2006/main">
              <a:ext uri="{FF2B5EF4-FFF2-40B4-BE49-F238E27FC236}">
                <a16:creationId xmlns:a16="http://schemas.microsoft.com/office/drawing/2014/main" id="{305B8352-B3F6-495E-AAE9-E1F201190C08}"/>
              </a:ext>
            </a:extLst>
          </p:cNvPr>
          <p:cNvSpPr>
            <a:spLocks xmlns:a="http://schemas.openxmlformats.org/drawingml/2006/main" noGrp="1"/>
          </p:cNvSpPr>
          <p:nvPr/>
        </p:nvSpPr>
        <p:spPr>
          <a:xfrm xmlns:a="http://schemas.openxmlformats.org/drawingml/2006/main">
            <a:off x="685800" y="25050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Open Profile and read the username in its URL.</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You can name your username. If incomplete: step 02</a:t>
            </a:r>
          </a:p>
        </p:txBody>
      </p:sp>
      <p:sp>
        <p:nvSpPr>
          <p:cNvPr id="6" name="check-2">
            <a:extLst xmlns:a="http://schemas.openxmlformats.org/drawingml/2006/main">
              <a:ext uri="{FF2B5EF4-FFF2-40B4-BE49-F238E27FC236}">
                <a16:creationId xmlns:a16="http://schemas.microsoft.com/office/drawing/2014/main" id="{D676F594-420E-467E-B48F-9D93AF798073}"/>
              </a:ext>
            </a:extLst>
          </p:cNvPr>
          <p:cNvSpPr>
            <a:spLocks xmlns:a="http://schemas.openxmlformats.org/drawingml/2006/main" noGrp="1"/>
          </p:cNvSpPr>
          <p:nvPr/>
        </p:nvSpPr>
        <p:spPr>
          <a:xfrm xmlns:a="http://schemas.openxmlformats.org/drawingml/2006/main">
            <a:off x="685800" y="30765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02  Your Private repository</a:t>
            </a:r>
          </a:p>
        </p:txBody>
      </p:sp>
      <p:sp>
        <p:nvSpPr>
          <p:cNvPr id="7" name="text">
            <a:extLst xmlns:a="http://schemas.openxmlformats.org/drawingml/2006/main">
              <a:ext uri="{FF2B5EF4-FFF2-40B4-BE49-F238E27FC236}">
                <a16:creationId xmlns:a16="http://schemas.microsoft.com/office/drawing/2014/main" id="{320E67C2-C669-48E8-B842-2D46C15EE5AF}"/>
              </a:ext>
            </a:extLst>
          </p:cNvPr>
          <p:cNvSpPr>
            <a:spLocks xmlns:a="http://schemas.openxmlformats.org/drawingml/2006/main" noGrp="1"/>
          </p:cNvSpPr>
          <p:nvPr/>
        </p:nvSpPr>
        <p:spPr>
          <a:xfrm xmlns:a="http://schemas.openxmlformats.org/drawingml/2006/main">
            <a:off x="685800" y="34194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Open Code in your own ai-learning repository.</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Own Owner, Private, folders present. If incomplete: steps 03–05</a:t>
            </a:r>
          </a:p>
        </p:txBody>
      </p:sp>
      <p:sp>
        <p:nvSpPr>
          <p:cNvPr id="8" name="check-3">
            <a:extLst xmlns:a="http://schemas.openxmlformats.org/drawingml/2006/main">
              <a:ext uri="{FF2B5EF4-FFF2-40B4-BE49-F238E27FC236}">
                <a16:creationId xmlns:a16="http://schemas.microsoft.com/office/drawing/2014/main" id="{9FE667CE-E77C-43E4-99D7-75050B272BED}"/>
              </a:ext>
            </a:extLst>
          </p:cNvPr>
          <p:cNvSpPr>
            <a:spLocks xmlns:a="http://schemas.openxmlformats.org/drawingml/2006/main" noGrp="1"/>
          </p:cNvSpPr>
          <p:nvPr/>
        </p:nvSpPr>
        <p:spPr>
          <a:xfrm xmlns:a="http://schemas.openxmlformats.org/drawingml/2006/main">
            <a:off x="685800" y="39909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03  Setup image and short record</a:t>
            </a:r>
          </a:p>
        </p:txBody>
      </p:sp>
      <p:sp>
        <p:nvSpPr>
          <p:cNvPr id="9" name="text">
            <a:extLst xmlns:a="http://schemas.openxmlformats.org/drawingml/2006/main">
              <a:ext uri="{FF2B5EF4-FFF2-40B4-BE49-F238E27FC236}">
                <a16:creationId xmlns:a16="http://schemas.microsoft.com/office/drawing/2014/main" id="{754031A3-D8D2-40EF-BCA8-B74D252B4A3A}"/>
              </a:ext>
            </a:extLst>
          </p:cNvPr>
          <p:cNvSpPr>
            <a:spLocks xmlns:a="http://schemas.openxmlformats.org/drawingml/2006/main" noGrp="1"/>
          </p:cNvSpPr>
          <p:nvPr/>
        </p:nvSpPr>
        <p:spPr>
          <a:xfrm xmlns:a="http://schemas.openxmlformats.org/drawingml/2006/main">
            <a:off x="685800" y="43338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Open the setup image and setup/README.md separately.</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The image opens and your record is readable. Use the setup guide.</a:t>
            </a:r>
          </a:p>
        </p:txBody>
      </p:sp>
      <p:sp>
        <p:nvSpPr>
          <p:cNvPr id="10" name="check-4">
            <a:extLst xmlns:a="http://schemas.openxmlformats.org/drawingml/2006/main">
              <a:ext uri="{FF2B5EF4-FFF2-40B4-BE49-F238E27FC236}">
                <a16:creationId xmlns:a16="http://schemas.microsoft.com/office/drawing/2014/main" id="{463DF16D-5739-4E3A-8B09-F94E28D3B9E3}"/>
              </a:ext>
            </a:extLst>
          </p:cNvPr>
          <p:cNvSpPr>
            <a:spLocks xmlns:a="http://schemas.openxmlformats.org/drawingml/2006/main" noGrp="1"/>
          </p:cNvSpPr>
          <p:nvPr/>
        </p:nvSpPr>
        <p:spPr>
          <a:xfrm xmlns:a="http://schemas.openxmlformats.org/drawingml/2006/main">
            <a:off x="685800" y="4905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04  Instructor invitation</a:t>
            </a:r>
          </a:p>
        </p:txBody>
      </p:sp>
      <p:sp>
        <p:nvSpPr>
          <p:cNvPr id="11" name="text">
            <a:extLst xmlns:a="http://schemas.openxmlformats.org/drawingml/2006/main">
              <a:ext uri="{FF2B5EF4-FFF2-40B4-BE49-F238E27FC236}">
                <a16:creationId xmlns:a16="http://schemas.microsoft.com/office/drawing/2014/main" id="{F605D2F4-F397-4693-9215-B79BAF2A633A}"/>
              </a:ext>
            </a:extLst>
          </p:cNvPr>
          <p:cNvSpPr>
            <a:spLocks xmlns:a="http://schemas.openxmlformats.org/drawingml/2006/main" noGrp="1"/>
          </p:cNvSpPr>
          <p:nvPr/>
        </p:nvSpPr>
        <p:spPr>
          <a:xfrm xmlns:a="http://schemas.openxmlformats.org/drawingml/2006/main">
            <a:off x="685800" y="52482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Settings → Collaborators: check the specified instructor.</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Describe pending or accepted. If incomplete: step 10</a:t>
            </a:r>
          </a:p>
        </p:txBody>
      </p:sp>
      <p:sp>
        <p:nvSpPr>
          <p:cNvPr id="12" name="text">
            <a:extLst xmlns:a="http://schemas.openxmlformats.org/drawingml/2006/main">
              <a:ext uri="{FF2B5EF4-FFF2-40B4-BE49-F238E27FC236}">
                <a16:creationId xmlns:a16="http://schemas.microsoft.com/office/drawing/2014/main" id="{A799574B-76AC-47AC-A9F4-255EB50476E2}"/>
              </a:ext>
            </a:extLst>
          </p:cNvPr>
          <p:cNvSpPr>
            <a:spLocks xmlns:a="http://schemas.openxmlformats.org/drawingml/2006/main" noGrp="1"/>
          </p:cNvSpPr>
          <p:nvPr/>
        </p:nvSpPr>
        <p:spPr>
          <a:xfrm xmlns:a="http://schemas.openxmlformats.org/drawingml/2006/main">
            <a:off x="685800" y="61722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00858A"/>
                </a:solidFill>
                <a:latin typeface="Meiryo"/>
                <a:ea typeface="Meiryo"/>
                <a:cs typeface="Meiryo"/>
              </a:defRPr>
            </a:defPPr>
          </a:lstStyle>
          <a:p xmlns:a="http://schemas.openxmlformats.org/drawingml/2006/main">
            <a:pPr>
              <a:defRPr sz="1575" b="0">
                <a:solidFill>
                  <a:srgbClr val="00858A"/>
                </a:solidFill>
                <a:latin typeface="Meiryo"/>
                <a:ea typeface="Meiryo"/>
                <a:cs typeface="Meiryo"/>
              </a:defRPr>
            </a:pPr>
            <a:r>
              <a:rPr sz="1575" b="0">
                <a:solidFill>
                  <a:srgbClr val="00858A"/>
                </a:solidFill>
                <a:latin typeface="Meiryo"/>
                <a:ea typeface="Meiryo"/>
                <a:cs typeface="Meiryo"/>
              </a:rPr>
              <a:t>Return to the indicated step. If unsure, tell the instructor the item and screen message.</a:t>
            </a:r>
          </a:p>
        </p:txBody>
      </p:sp>
      <p:sp>
        <p:nvSpPr>
          <p:cNvPr id="13" name="text">
            <a:extLst xmlns:a="http://schemas.openxmlformats.org/drawingml/2006/main">
              <a:ext uri="{FF2B5EF4-FFF2-40B4-BE49-F238E27FC236}">
                <a16:creationId xmlns:a16="http://schemas.microsoft.com/office/drawing/2014/main" id="{0BB7AA91-34F9-4CF6-8FB1-171F33B4CE0F}"/>
              </a:ext>
            </a:extLst>
          </p:cNvPr>
          <p:cNvSpPr>
            <a:spLocks xmlns:a="http://schemas.openxmlformats.org/drawingml/2006/main" noGrp="1"/>
          </p:cNvSpPr>
          <p:nvPr/>
        </p:nvSpPr>
        <p:spPr>
          <a:xfrm xmlns:a="http://schemas.openxmlformats.org/drawingml/2006/main">
            <a:off x="685800" y="65436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350" b="0">
                <a:solidFill>
                  <a:srgbClr val="536974"/>
                </a:solidFill>
                <a:latin typeface="Meiryo"/>
                <a:ea typeface="Meiryo"/>
                <a:cs typeface="Meiryo"/>
              </a:defRPr>
            </a:defPPr>
          </a:lstStyle>
          <a:p xmlns:a="http://schemas.openxmlformats.org/drawingml/2006/main">
            <a:pPr>
              <a:defRPr sz="1350" b="0">
                <a:solidFill>
                  <a:srgbClr val="536974"/>
                </a:solidFill>
                <a:latin typeface="Meiryo"/>
                <a:ea typeface="Meiryo"/>
                <a:cs typeface="Meiryo"/>
              </a:defRPr>
            </a:pPr>
            <a:r>
              <a:rPr sz="1350" b="0">
                <a:solidFill>
                  <a:srgbClr val="536974"/>
                </a:solidFill>
                <a:latin typeface="Meiryo"/>
                <a:ea typeface="Meiryo"/>
                <a:cs typeface="Meiryo"/>
              </a:rPr>
              <a:t>tsuchiyatakahiro.com</a:t>
            </a:r>
          </a:p>
        </p:txBody>
      </p:sp>
      <p:sp>
        <p:nvSpPr>
          <p:cNvPr id="14" name="text">
            <a:extLst xmlns:a="http://schemas.openxmlformats.org/drawingml/2006/main">
              <a:ext uri="{FF2B5EF4-FFF2-40B4-BE49-F238E27FC236}">
                <a16:creationId xmlns:a16="http://schemas.microsoft.com/office/drawing/2014/main" id="{26252DAA-62F3-4900-8DF1-FA71C23EBC88}"/>
              </a:ext>
            </a:extLst>
          </p:cNvPr>
          <p:cNvSpPr>
            <a:spLocks xmlns:a="http://schemas.openxmlformats.org/drawingml/2006/main" noGrp="1"/>
          </p:cNvSpPr>
          <p:nvPr/>
        </p:nvSpPr>
        <p:spPr>
          <a:xfrm xmlns:a="http://schemas.openxmlformats.org/drawingml/2006/main">
            <a:off x="9410700" y="6543675"/>
            <a:ext cx="2143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350" b="0">
                <a:solidFill>
                  <a:srgbClr val="536974"/>
                </a:solidFill>
                <a:latin typeface="Meiryo"/>
                <a:ea typeface="Meiryo"/>
                <a:cs typeface="Meiryo"/>
              </a:defRPr>
            </a:defPPr>
          </a:lstStyle>
          <a:p xmlns:a="http://schemas.openxmlformats.org/drawingml/2006/main">
            <a:pPr>
              <a:defRPr sz="1350" b="0">
                <a:solidFill>
                  <a:srgbClr val="536974"/>
                </a:solidFill>
                <a:latin typeface="Meiryo"/>
                <a:ea typeface="Meiryo"/>
                <a:cs typeface="Meiryo"/>
              </a:defRPr>
            </a:pPr>
            <a:r>
              <a:rPr sz="1350" b="0">
                <a:solidFill>
                  <a:srgbClr val="536974"/>
                </a:solidFill>
                <a:latin typeface="Meiryo"/>
                <a:ea typeface="Meiryo"/>
                <a:cs typeface="Meiryo"/>
              </a:rPr>
              <a:t>Self-check 1 / 2</a:t>
            </a:r>
          </a:p>
        </p:txBody>
      </p:sp>
    </p:spTree>
    <p:extLst>
      <p:ext uri="{BB962C8B-B14F-4D97-AF65-F5344CB8AC3E}">
        <p14:creationId xmlns:p14="http://schemas.microsoft.com/office/powerpoint/2010/main" val="17155918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09ACB80-926D-4FAD-8AC0-6444443C27CE}"/>
              </a:ext>
            </a:extLst>
          </p:cNvPr>
          <p:cNvPicPr>
            <a:picLocks xmlns:a="http://schemas.openxmlformats.org/drawingml/2006/main" noChangeAspect="1"/>
          </p:cNvPicPr>
          <p:nvPr/>
        </p:nvPicPr>
        <p:blipFill>
          <a:blip xmlns:r="http://schemas.openxmlformats.org/officeDocument/2006/relationships" xmlns:a="http://schemas.openxmlformats.org/drawingml/2006/main" r:embed="R1c1e49dc2f6e4db0"/>
          <a:stretch xmlns:a="http://schemas.openxmlformats.org/drawingml/2006/main"/>
        </p:blipFill>
        <p:spPr>
          <a:xfrm xmlns:a="http://schemas.openxmlformats.org/drawingml/2006/main">
            <a:off x="685800" y="240695"/>
            <a:ext cx="2286000" cy="280610"/>
          </a:xfrm>
          <a:prstGeom xmlns:a="http://schemas.openxmlformats.org/drawingml/2006/main" prst="rect">
            <a:avLst/>
          </a:prstGeom>
        </p:spPr>
      </p:pic>
      <p:sp>
        <p:nvSpPr>
          <p:cNvPr id="2" name="check-title">
            <a:extLst xmlns:a="http://schemas.openxmlformats.org/drawingml/2006/main">
              <a:ext uri="{FF2B5EF4-FFF2-40B4-BE49-F238E27FC236}">
                <a16:creationId xmlns:a16="http://schemas.microsoft.com/office/drawing/2014/main" id="{3B13BA1F-B47B-445A-A2B0-EED07D82A286}"/>
              </a:ext>
            </a:extLst>
          </p:cNvPr>
          <p:cNvSpPr>
            <a:spLocks xmlns:a="http://schemas.openxmlformats.org/drawingml/2006/main" noGrp="1"/>
          </p:cNvSpPr>
          <p:nvPr/>
        </p:nvSpPr>
        <p:spPr>
          <a:xfrm xmlns:a="http://schemas.openxmlformats.org/drawingml/2006/main">
            <a:off x="628650" y="7715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000" b="1">
                <a:solidFill>
                  <a:srgbClr val="17303E"/>
                </a:solidFill>
                <a:latin typeface="Meiryo"/>
                <a:ea typeface="Meiryo"/>
                <a:cs typeface="Meiryo"/>
              </a:defRPr>
            </a:defPPr>
          </a:lstStyle>
          <a:p xmlns:a="http://schemas.openxmlformats.org/drawingml/2006/main">
            <a:pPr>
              <a:defRPr sz="3000" b="1">
                <a:solidFill>
                  <a:srgbClr val="17303E"/>
                </a:solidFill>
                <a:latin typeface="Meiryo"/>
                <a:ea typeface="Meiryo"/>
                <a:cs typeface="Meiryo"/>
              </a:defRPr>
            </a:pPr>
            <a:r>
              <a:rPr sz="3000" b="1">
                <a:solidFill>
                  <a:srgbClr val="17303E"/>
                </a:solidFill>
                <a:latin typeface="Meiryo"/>
                <a:ea typeface="Meiryo"/>
                <a:cs typeface="Meiryo"/>
              </a:rPr>
              <a:t>Self-check 2: Saved work and submission</a:t>
            </a:r>
          </a:p>
        </p:txBody>
      </p:sp>
      <p:sp>
        <p:nvSpPr>
          <p:cNvPr id="3" name="text">
            <a:extLst xmlns:a="http://schemas.openxmlformats.org/drawingml/2006/main">
              <a:ext uri="{FF2B5EF4-FFF2-40B4-BE49-F238E27FC236}">
                <a16:creationId xmlns:a16="http://schemas.microsoft.com/office/drawing/2014/main" id="{20AD1F59-0B31-4253-9DF1-B1F9EFC8CA1A}"/>
              </a:ext>
            </a:extLst>
          </p:cNvPr>
          <p:cNvSpPr>
            <a:spLocks xmlns:a="http://schemas.openxmlformats.org/drawingml/2006/main" noGrp="1"/>
          </p:cNvSpPr>
          <p:nvPr/>
        </p:nvSpPr>
        <p:spPr>
          <a:xfrm xmlns:a="http://schemas.openxmlformats.org/drawingml/2006/main">
            <a:off x="685800" y="15621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536974"/>
                </a:solidFill>
                <a:latin typeface="Meiryo"/>
                <a:ea typeface="Meiryo"/>
                <a:cs typeface="Meiryo"/>
              </a:defRPr>
            </a:defPPr>
          </a:lstStyle>
          <a:p xmlns:a="http://schemas.openxmlformats.org/drawingml/2006/main">
            <a:pPr>
              <a:defRPr sz="1950" b="0">
                <a:solidFill>
                  <a:srgbClr val="536974"/>
                </a:solidFill>
                <a:latin typeface="Meiryo"/>
                <a:ea typeface="Meiryo"/>
                <a:cs typeface="Meiryo"/>
              </a:defRPr>
            </a:pPr>
            <a:r>
              <a:rPr sz="1950" b="0">
                <a:solidFill>
                  <a:srgbClr val="536974"/>
                </a:solidFill>
                <a:latin typeface="Meiryo"/>
                <a:ea typeface="Meiryo"/>
                <a:cs typeface="Meiryo"/>
              </a:rPr>
              <a:t>Open each screen in order → check it → mark completed items.</a:t>
            </a:r>
          </a:p>
        </p:txBody>
      </p:sp>
      <p:sp>
        <p:nvSpPr>
          <p:cNvPr id="4" name="check-5">
            <a:extLst xmlns:a="http://schemas.openxmlformats.org/drawingml/2006/main">
              <a:ext uri="{FF2B5EF4-FFF2-40B4-BE49-F238E27FC236}">
                <a16:creationId xmlns:a16="http://schemas.microsoft.com/office/drawing/2014/main" id="{1FD2021A-E3D2-45DD-874E-EAD3AD49D5EE}"/>
              </a:ext>
            </a:extLst>
          </p:cNvPr>
          <p:cNvSpPr>
            <a:spLocks xmlns:a="http://schemas.openxmlformats.org/drawingml/2006/main" noGrp="1"/>
          </p:cNvSpPr>
          <p:nvPr/>
        </p:nvSpPr>
        <p:spPr>
          <a:xfrm xmlns:a="http://schemas.openxmlformats.org/drawingml/2006/main">
            <a:off x="685800" y="21621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05  Saved README</a:t>
            </a:r>
          </a:p>
        </p:txBody>
      </p:sp>
      <p:sp>
        <p:nvSpPr>
          <p:cNvPr id="5" name="text">
            <a:extLst xmlns:a="http://schemas.openxmlformats.org/drawingml/2006/main">
              <a:ext uri="{FF2B5EF4-FFF2-40B4-BE49-F238E27FC236}">
                <a16:creationId xmlns:a16="http://schemas.microsoft.com/office/drawing/2014/main" id="{F233596E-5F89-4470-97CC-50C5F4781562}"/>
              </a:ext>
            </a:extLst>
          </p:cNvPr>
          <p:cNvSpPr>
            <a:spLocks xmlns:a="http://schemas.openxmlformats.org/drawingml/2006/main" noGrp="1"/>
          </p:cNvSpPr>
          <p:nvPr/>
        </p:nvSpPr>
        <p:spPr>
          <a:xfrm xmlns:a="http://schemas.openxmlformats.org/drawingml/2006/main">
            <a:off x="685800" y="25050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Reopen this week’s README.md and read your added text.</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Your text remains outside the editor. If incomplete: steps 06–09</a:t>
            </a:r>
          </a:p>
        </p:txBody>
      </p:sp>
      <p:sp>
        <p:nvSpPr>
          <p:cNvPr id="6" name="check-6">
            <a:extLst xmlns:a="http://schemas.openxmlformats.org/drawingml/2006/main">
              <a:ext uri="{FF2B5EF4-FFF2-40B4-BE49-F238E27FC236}">
                <a16:creationId xmlns:a16="http://schemas.microsoft.com/office/drawing/2014/main" id="{10B24917-DEEC-4DA8-B248-10ED45FF920B}"/>
              </a:ext>
            </a:extLst>
          </p:cNvPr>
          <p:cNvSpPr>
            <a:spLocks xmlns:a="http://schemas.openxmlformats.org/drawingml/2006/main" noGrp="1"/>
          </p:cNvSpPr>
          <p:nvPr/>
        </p:nvSpPr>
        <p:spPr>
          <a:xfrm xmlns:a="http://schemas.openxmlformats.org/drawingml/2006/main">
            <a:off x="685800" y="30765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06  Files in the submitted version</a:t>
            </a:r>
          </a:p>
        </p:txBody>
      </p:sp>
      <p:sp>
        <p:nvSpPr>
          <p:cNvPr id="7" name="text">
            <a:extLst xmlns:a="http://schemas.openxmlformats.org/drawingml/2006/main">
              <a:ext uri="{FF2B5EF4-FFF2-40B4-BE49-F238E27FC236}">
                <a16:creationId xmlns:a16="http://schemas.microsoft.com/office/drawing/2014/main" id="{250150E7-7900-46EB-A833-DF7F47DB6B21}"/>
              </a:ext>
            </a:extLst>
          </p:cNvPr>
          <p:cNvSpPr>
            <a:spLocks xmlns:a="http://schemas.openxmlformats.org/drawingml/2006/main" noGrp="1"/>
          </p:cNvSpPr>
          <p:nvPr/>
        </p:nvSpPr>
        <p:spPr>
          <a:xfrm xmlns:a="http://schemas.openxmlformats.org/drawingml/2006/main">
            <a:off x="685800" y="34194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Latest commit → Browse files: open all required weekly files.</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All required files are present. If incomplete: steps 11–13</a:t>
            </a:r>
          </a:p>
        </p:txBody>
      </p:sp>
      <p:sp>
        <p:nvSpPr>
          <p:cNvPr id="8" name="check-7">
            <a:extLst xmlns:a="http://schemas.openxmlformats.org/drawingml/2006/main">
              <a:ext uri="{FF2B5EF4-FFF2-40B4-BE49-F238E27FC236}">
                <a16:creationId xmlns:a16="http://schemas.microsoft.com/office/drawing/2014/main" id="{24BEF63F-71B6-4324-80DA-08D863CC8BE9}"/>
              </a:ext>
            </a:extLst>
          </p:cNvPr>
          <p:cNvSpPr>
            <a:spLocks xmlns:a="http://schemas.openxmlformats.org/drawingml/2006/main" noGrp="1"/>
          </p:cNvSpPr>
          <p:nvPr/>
        </p:nvSpPr>
        <p:spPr>
          <a:xfrm xmlns:a="http://schemas.openxmlformats.org/drawingml/2006/main">
            <a:off x="685800" y="39909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07  Initial registration receipt</a:t>
            </a:r>
          </a:p>
        </p:txBody>
      </p:sp>
      <p:sp>
        <p:nvSpPr>
          <p:cNvPr id="9" name="text">
            <a:extLst xmlns:a="http://schemas.openxmlformats.org/drawingml/2006/main">
              <a:ext uri="{FF2B5EF4-FFF2-40B4-BE49-F238E27FC236}">
                <a16:creationId xmlns:a16="http://schemas.microsoft.com/office/drawing/2014/main" id="{3D2A4B57-816A-4C7C-883E-BF2E1C85FD6D}"/>
              </a:ext>
            </a:extLst>
          </p:cNvPr>
          <p:cNvSpPr>
            <a:spLocks xmlns:a="http://schemas.openxmlformats.org/drawingml/2006/main" noGrp="1"/>
          </p:cNvSpPr>
          <p:nvPr/>
        </p:nvSpPr>
        <p:spPr>
          <a:xfrm xmlns:a="http://schemas.openxmlformats.org/drawingml/2006/main">
            <a:off x="685800" y="43338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Check your repository URL and initial form confirmation.</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Receipt confirmed. If uncertain, ask your instructor: guide C2</a:t>
            </a:r>
          </a:p>
        </p:txBody>
      </p:sp>
      <p:sp>
        <p:nvSpPr>
          <p:cNvPr id="10" name="check-8">
            <a:extLst xmlns:a="http://schemas.openxmlformats.org/drawingml/2006/main">
              <a:ext uri="{FF2B5EF4-FFF2-40B4-BE49-F238E27FC236}">
                <a16:creationId xmlns:a16="http://schemas.microsoft.com/office/drawing/2014/main" id="{305822E7-29B6-438A-AC9E-B9706EE4396D}"/>
              </a:ext>
            </a:extLst>
          </p:cNvPr>
          <p:cNvSpPr>
            <a:spLocks xmlns:a="http://schemas.openxmlformats.org/drawingml/2006/main" noGrp="1"/>
          </p:cNvSpPr>
          <p:nvPr/>
        </p:nvSpPr>
        <p:spPr>
          <a:xfrm xmlns:a="http://schemas.openxmlformats.org/drawingml/2006/main">
            <a:off x="685800" y="4905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1">
                <a:solidFill>
                  <a:srgbClr val="17303E"/>
                </a:solidFill>
                <a:latin typeface="Meiryo"/>
                <a:ea typeface="Meiryo"/>
                <a:cs typeface="Meiryo"/>
              </a:defRPr>
            </a:defPPr>
          </a:lstStyle>
          <a:p xmlns:a="http://schemas.openxmlformats.org/drawingml/2006/main">
            <a:pPr>
              <a:defRPr sz="2100" b="1">
                <a:solidFill>
                  <a:srgbClr val="17303E"/>
                </a:solidFill>
                <a:latin typeface="Meiryo"/>
                <a:ea typeface="Meiryo"/>
                <a:cs typeface="Meiryo"/>
              </a:defRPr>
            </a:pPr>
            <a:r>
              <a:rPr sz="2100" b="1">
                <a:solidFill>
                  <a:srgbClr val="17303E"/>
                </a:solidFill>
                <a:latin typeface="Meiryo"/>
                <a:ea typeface="Meiryo"/>
                <a:cs typeface="Meiryo"/>
              </a:rPr>
              <a:t>08  Weekly submission receipt</a:t>
            </a:r>
          </a:p>
        </p:txBody>
      </p:sp>
      <p:sp>
        <p:nvSpPr>
          <p:cNvPr id="11" name="text">
            <a:extLst xmlns:a="http://schemas.openxmlformats.org/drawingml/2006/main">
              <a:ext uri="{FF2B5EF4-FFF2-40B4-BE49-F238E27FC236}">
                <a16:creationId xmlns:a16="http://schemas.microsoft.com/office/drawing/2014/main" id="{D4E1E044-6257-4DB8-A646-D6A0FE3051CC}"/>
              </a:ext>
            </a:extLst>
          </p:cNvPr>
          <p:cNvSpPr>
            <a:spLocks xmlns:a="http://schemas.openxmlformats.org/drawingml/2006/main" noGrp="1"/>
          </p:cNvSpPr>
          <p:nvPr/>
        </p:nvSpPr>
        <p:spPr>
          <a:xfrm xmlns:a="http://schemas.openxmlformats.org/drawingml/2006/main">
            <a:off x="685800" y="52482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00" b="0">
                <a:solidFill>
                  <a:srgbClr val="536974"/>
                </a:solidFill>
                <a:latin typeface="Meiryo"/>
                <a:ea typeface="Meiryo"/>
                <a:cs typeface="Meiryo"/>
              </a:defRPr>
            </a:defPPr>
          </a:lstStyle>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Check the full /commit/ URL and weekly form confirmation.</a:t>
            </a:r>
          </a:p>
          <a:p xmlns:a="http://schemas.openxmlformats.org/drawingml/2006/main">
            <a:pPr>
              <a:defRPr sz="1800" b="0">
                <a:solidFill>
                  <a:srgbClr val="536974"/>
                </a:solidFill>
                <a:latin typeface="Meiryo"/>
                <a:ea typeface="Meiryo"/>
                <a:cs typeface="Meiryo"/>
              </a:defRPr>
            </a:pPr>
            <a:r>
              <a:rPr sz="1800" b="0">
                <a:solidFill>
                  <a:srgbClr val="536974"/>
                </a:solidFill>
                <a:latin typeface="Meiryo"/>
                <a:ea typeface="Meiryo"/>
                <a:cs typeface="Meiryo"/>
              </a:rPr>
              <a:t>Correct week and receipt confirmed. If incomplete: step 14</a:t>
            </a:r>
          </a:p>
        </p:txBody>
      </p:sp>
      <p:sp>
        <p:nvSpPr>
          <p:cNvPr id="12" name="text">
            <a:extLst xmlns:a="http://schemas.openxmlformats.org/drawingml/2006/main">
              <a:ext uri="{FF2B5EF4-FFF2-40B4-BE49-F238E27FC236}">
                <a16:creationId xmlns:a16="http://schemas.microsoft.com/office/drawing/2014/main" id="{43C06C41-0F2D-4D77-ABBB-D7969986681A}"/>
              </a:ext>
            </a:extLst>
          </p:cNvPr>
          <p:cNvSpPr>
            <a:spLocks xmlns:a="http://schemas.openxmlformats.org/drawingml/2006/main" noGrp="1"/>
          </p:cNvSpPr>
          <p:nvPr/>
        </p:nvSpPr>
        <p:spPr>
          <a:xfrm xmlns:a="http://schemas.openxmlformats.org/drawingml/2006/main">
            <a:off x="685800" y="61722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75" b="0">
                <a:solidFill>
                  <a:srgbClr val="00858A"/>
                </a:solidFill>
                <a:latin typeface="Meiryo"/>
                <a:ea typeface="Meiryo"/>
                <a:cs typeface="Meiryo"/>
              </a:defRPr>
            </a:defPPr>
          </a:lstStyle>
          <a:p xmlns:a="http://schemas.openxmlformats.org/drawingml/2006/main">
            <a:pPr>
              <a:defRPr sz="1575" b="0">
                <a:solidFill>
                  <a:srgbClr val="00858A"/>
                </a:solidFill>
                <a:latin typeface="Meiryo"/>
                <a:ea typeface="Meiryo"/>
                <a:cs typeface="Meiryo"/>
              </a:defRPr>
            </a:pPr>
            <a:r>
              <a:rPr sz="1575" b="0">
                <a:solidFill>
                  <a:srgbClr val="00858A"/>
                </a:solidFill>
                <a:latin typeface="Meiryo"/>
                <a:ea typeface="Meiryo"/>
                <a:cs typeface="Meiryo"/>
              </a:rPr>
              <a:t>Return to the indicated step. If unsure, tell the instructor the item and screen message.</a:t>
            </a:r>
          </a:p>
        </p:txBody>
      </p:sp>
      <p:sp>
        <p:nvSpPr>
          <p:cNvPr id="13" name="text">
            <a:extLst xmlns:a="http://schemas.openxmlformats.org/drawingml/2006/main">
              <a:ext uri="{FF2B5EF4-FFF2-40B4-BE49-F238E27FC236}">
                <a16:creationId xmlns:a16="http://schemas.microsoft.com/office/drawing/2014/main" id="{153D06DB-3C2D-49C9-B283-701C8F55ACF6}"/>
              </a:ext>
            </a:extLst>
          </p:cNvPr>
          <p:cNvSpPr>
            <a:spLocks xmlns:a="http://schemas.openxmlformats.org/drawingml/2006/main" noGrp="1"/>
          </p:cNvSpPr>
          <p:nvPr/>
        </p:nvSpPr>
        <p:spPr>
          <a:xfrm xmlns:a="http://schemas.openxmlformats.org/drawingml/2006/main">
            <a:off x="685800" y="65436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350" b="0">
                <a:solidFill>
                  <a:srgbClr val="536974"/>
                </a:solidFill>
                <a:latin typeface="Meiryo"/>
                <a:ea typeface="Meiryo"/>
                <a:cs typeface="Meiryo"/>
              </a:defRPr>
            </a:defPPr>
          </a:lstStyle>
          <a:p xmlns:a="http://schemas.openxmlformats.org/drawingml/2006/main">
            <a:pPr>
              <a:defRPr sz="1350" b="0">
                <a:solidFill>
                  <a:srgbClr val="536974"/>
                </a:solidFill>
                <a:latin typeface="Meiryo"/>
                <a:ea typeface="Meiryo"/>
                <a:cs typeface="Meiryo"/>
              </a:defRPr>
            </a:pPr>
            <a:r>
              <a:rPr sz="1350" b="0">
                <a:solidFill>
                  <a:srgbClr val="536974"/>
                </a:solidFill>
                <a:latin typeface="Meiryo"/>
                <a:ea typeface="Meiryo"/>
                <a:cs typeface="Meiryo"/>
              </a:rPr>
              <a:t>tsuchiyatakahiro.com</a:t>
            </a:r>
          </a:p>
        </p:txBody>
      </p:sp>
      <p:sp>
        <p:nvSpPr>
          <p:cNvPr id="14" name="text">
            <a:extLst xmlns:a="http://schemas.openxmlformats.org/drawingml/2006/main">
              <a:ext uri="{FF2B5EF4-FFF2-40B4-BE49-F238E27FC236}">
                <a16:creationId xmlns:a16="http://schemas.microsoft.com/office/drawing/2014/main" id="{2FC8DEDA-C090-4DBD-936F-4EBA9D6FE691}"/>
              </a:ext>
            </a:extLst>
          </p:cNvPr>
          <p:cNvSpPr>
            <a:spLocks xmlns:a="http://schemas.openxmlformats.org/drawingml/2006/main" noGrp="1"/>
          </p:cNvSpPr>
          <p:nvPr/>
        </p:nvSpPr>
        <p:spPr>
          <a:xfrm xmlns:a="http://schemas.openxmlformats.org/drawingml/2006/main">
            <a:off x="9410700" y="6543675"/>
            <a:ext cx="2143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350" b="0">
                <a:solidFill>
                  <a:srgbClr val="536974"/>
                </a:solidFill>
                <a:latin typeface="Meiryo"/>
                <a:ea typeface="Meiryo"/>
                <a:cs typeface="Meiryo"/>
              </a:defRPr>
            </a:defPPr>
          </a:lstStyle>
          <a:p xmlns:a="http://schemas.openxmlformats.org/drawingml/2006/main">
            <a:pPr>
              <a:defRPr sz="1350" b="0">
                <a:solidFill>
                  <a:srgbClr val="536974"/>
                </a:solidFill>
                <a:latin typeface="Meiryo"/>
                <a:ea typeface="Meiryo"/>
                <a:cs typeface="Meiryo"/>
              </a:defRPr>
            </a:pPr>
            <a:r>
              <a:rPr sz="1350" b="0">
                <a:solidFill>
                  <a:srgbClr val="536974"/>
                </a:solidFill>
                <a:latin typeface="Meiryo"/>
                <a:ea typeface="Meiryo"/>
                <a:cs typeface="Meiryo"/>
              </a:rPr>
              <a:t>Self-check 2 / 2</a:t>
            </a:r>
          </a:p>
        </p:txBody>
      </p:sp>
    </p:spTree>
    <p:extLst>
      <p:ext uri="{BB962C8B-B14F-4D97-AF65-F5344CB8AC3E}">
        <p14:creationId xmlns:p14="http://schemas.microsoft.com/office/powerpoint/2010/main" val="1610447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2026-10-14T04:13:27.8310000Z</dcterms:created>
  <dcterms:modified xsi:type="dcterms:W3CDTF">2026-10-14T04:13:27.8310000Z</dcterms:modified>
</coreProperties>
</file>