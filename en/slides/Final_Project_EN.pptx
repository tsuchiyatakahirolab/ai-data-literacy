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Final project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Final project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Checked evidence,&#10;your own finished work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Checked evidence,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your own finished work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Final project: Check work made with AI&#10;and explain it to a new reader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Final project: Check work made with AI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and explain it to a new reader.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ompleting one ques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Completing one question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Use sources to answer the question from Week 14.&#10;Record what you delegated to AI and checked yourself.&#10;&#10;Marks depend on the connection between&#10;the question, evidence and finished work.&#10;An expensive tool is unnecessary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sources to answer the question from Week 14.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Record what you delegated to AI and checked yourself.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Marks depend on the connection between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question, evidence and finished work.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 expensive tool is unnecessary.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Final project  02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Final project  02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ree possible approache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Three possible approaches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:A: Document reading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88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88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A: Document reading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Explain the document's&#10;content for your&#10;intended reader.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 the document's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content for your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intended reader.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:B: Source checking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38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38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B: Source checking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1" name="Text 7:Compare sources and&#10;report what you verified.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Compare sources and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report what you verified.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chart-colum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:C: Data analysis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C: Data analysis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Verify the summary.&#10;Explain results and limits.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Verify the summary.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 results and limits.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Final project  03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Final project  03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format that suits your explan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format that suits your explanation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An 800-1,200 character explanation, or&#10;a one-page guide, table or chart with equivalent content.&#10;&#10;Include an explanation of what the figures show&#10;and what they cannot establish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 800-1,200 character explanation, or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one-page guide, table or chart with equivalent content.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Include an explanation of what the figures show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what they cannot establish.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Check your course page for the deadline, language-specific length and submission form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your course page for the deadline, language-specific length and submission form.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9" name="Text 6:Final project  04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Final project  04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ree checks before comple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Three checks before completion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Does it answer your question?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Does it answer your question?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at it has not drifted to another topic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it has not drifted to another topic.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Are claims and numbers supported?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Are claims and numbers supported?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an you identify the source passage you checked?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Can you identify the source passage you checked?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Can a new reader understand it?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Can a new reader understand it?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Check the connection between terms, figures and sources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connection between terms, figures and sources.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Final project  05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Final project  05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its evidence log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its evidence log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1546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Claim or number"/>
          <p:cNvSpPr txBox="1"/>
          <p:nvPr/>
        </p:nvSpPr>
        <p:spPr>
          <a:xfrm>
            <a:off x="786384" y="1709928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Claim or number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94760" y="1554480"/>
            <a:ext cx="365760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:Supporting source"/>
          <p:cNvSpPr txBox="1"/>
          <p:nvPr/>
        </p:nvSpPr>
        <p:spPr>
          <a:xfrm>
            <a:off x="3941064" y="170992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Supporting source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52360" y="1554480"/>
            <a:ext cx="4096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:Your own check"/>
          <p:cNvSpPr txBox="1"/>
          <p:nvPr/>
        </p:nvSpPr>
        <p:spPr>
          <a:xfrm>
            <a:off x="7598664" y="1709928"/>
            <a:ext cx="3803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Your own check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1546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:Content used in your work"/>
          <p:cNvSpPr txBox="1"/>
          <p:nvPr/>
        </p:nvSpPr>
        <p:spPr>
          <a:xfrm>
            <a:off x="786384" y="2386584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6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86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Content used in your work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94760" y="2258568"/>
            <a:ext cx="36576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:URL or filename"/>
          <p:cNvSpPr txBox="1"/>
          <p:nvPr/>
        </p:nvSpPr>
        <p:spPr>
          <a:xfrm>
            <a:off x="3941064" y="2386584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URL or filename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52360" y="2258568"/>
            <a:ext cx="4096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:Passage, value or date"/>
          <p:cNvSpPr txBox="1"/>
          <p:nvPr/>
        </p:nvSpPr>
        <p:spPr>
          <a:xfrm>
            <a:off x="7598664" y="2386584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Passage, value or date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1546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:A mismatch found"/>
          <p:cNvSpPr txBox="1"/>
          <p:nvPr/>
        </p:nvSpPr>
        <p:spPr>
          <a:xfrm>
            <a:off x="786384" y="3145536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mismatch found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94760" y="3017520"/>
            <a:ext cx="36576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:Sources compared"/>
          <p:cNvSpPr txBox="1"/>
          <p:nvPr/>
        </p:nvSpPr>
        <p:spPr>
          <a:xfrm>
            <a:off x="3941064" y="3145536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Sources compared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52360" y="3017520"/>
            <a:ext cx="4096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:What you corrected"/>
          <p:cNvSpPr txBox="1"/>
          <p:nvPr/>
        </p:nvSpPr>
        <p:spPr>
          <a:xfrm>
            <a:off x="7598664" y="3145536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you corrected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1546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:Unverified content"/>
          <p:cNvSpPr txBox="1"/>
          <p:nvPr/>
        </p:nvSpPr>
        <p:spPr>
          <a:xfrm>
            <a:off x="786384" y="3904488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Unverified content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4760" y="3776472"/>
            <a:ext cx="36576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:Source still needed"/>
          <p:cNvSpPr txBox="1"/>
          <p:nvPr/>
        </p:nvSpPr>
        <p:spPr>
          <a:xfrm>
            <a:off x="3941064" y="3904488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Source still needed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52360" y="3776472"/>
            <a:ext cx="4096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:Decision to leave it unasserted"/>
          <p:cNvSpPr txBox="1"/>
          <p:nvPr/>
        </p:nvSpPr>
        <p:spPr>
          <a:xfrm>
            <a:off x="7598664" y="3904488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9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9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Decision to leave it unasserted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2" name="Text 30:Final project  06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Final project  06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short AI-use record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short AI-use record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Unnecessary to submit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Unnecessary to submit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at sharing links.&#10;Full conversations.&#10;Proof of a paid plan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Chat sharing links.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Full conversations.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Proof of a paid plan.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What to record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What to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AI used and purpose.&#10;Tasks delegated to AI.&#10;Your own checks and revisions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AI used and purpose.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Tasks delegated to AI.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own checks and revisions.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Final project  07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Final project  07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Four assessment criteria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Four assessment criteria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27048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0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50％</a:t>
            </a:r>
            <a:endParaRPr lang="ja-JP" sz="30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Finished work"/>
          <p:cNvSpPr txBox="1"/>
          <p:nvPr/>
        </p:nvSpPr>
        <p:spPr>
          <a:xfrm>
            <a:off x="2761488" y="1527048"/>
            <a:ext cx="3246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Finished work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Is the answer clear?"/>
          <p:cNvSpPr txBox="1"/>
          <p:nvPr/>
        </p:nvSpPr>
        <p:spPr>
          <a:xfrm>
            <a:off x="6400800" y="1527048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Is the answer clear?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0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25％</a:t>
            </a:r>
            <a:endParaRPr lang="ja-JP" sz="30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6:Evidence checks and revisions"/>
          <p:cNvSpPr txBox="1"/>
          <p:nvPr/>
        </p:nvSpPr>
        <p:spPr>
          <a:xfrm>
            <a:off x="2761488" y="2514600"/>
            <a:ext cx="3246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962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962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Evidence checks and revisions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Was it compared with sources?"/>
          <p:cNvSpPr txBox="1"/>
          <p:nvPr/>
        </p:nvSpPr>
        <p:spPr>
          <a:xfrm>
            <a:off x="6400800" y="251460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Was it compared with sources?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3502152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0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15％</a:t>
            </a:r>
            <a:endParaRPr lang="ja-JP" sz="30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:AI-use record"/>
          <p:cNvSpPr txBox="1"/>
          <p:nvPr/>
        </p:nvSpPr>
        <p:spPr>
          <a:xfrm>
            <a:off x="2761488" y="3502152"/>
            <a:ext cx="3246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AI-use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10:Is the delegated work explained?"/>
          <p:cNvSpPr txBox="1"/>
          <p:nvPr/>
        </p:nvSpPr>
        <p:spPr>
          <a:xfrm>
            <a:off x="6400800" y="3502152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Is the delegated work explained?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2960" y="4489704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0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10％</a:t>
            </a:r>
            <a:endParaRPr lang="ja-JP" sz="30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:GitHub submission"/>
          <p:cNvSpPr txBox="1"/>
          <p:nvPr/>
        </p:nvSpPr>
        <p:spPr>
          <a:xfrm>
            <a:off x="2761488" y="4489704"/>
            <a:ext cx="3246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GitHub submission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Is the required version identified?"/>
          <p:cNvSpPr txBox="1"/>
          <p:nvPr/>
        </p:nvSpPr>
        <p:spPr>
          <a:xfrm>
            <a:off x="6400800" y="4489704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Is the required version identified?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Marks do not depend on memorization, service names, paid plans or prompt length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Marks do not depend on memorization, service names, paid plans or prompt length.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8" name="Text 16:Final project  08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Final project  08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aving everything in final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Saving everything in final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final/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Question and AI-use record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Question and AI-use record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Finished work: text, guide, table, etc."/>
          <p:cNvSpPr txBox="1"/>
          <p:nvPr/>
        </p:nvSpPr>
        <p:spPr>
          <a:xfrm>
            <a:off x="950976" y="348386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Finished work: text, guide, table, etc.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9" name="Text 6:evidence_log.md: evidence record"/>
          <p:cNvSpPr txBox="1"/>
          <p:nvPr/>
        </p:nvSpPr>
        <p:spPr>
          <a:xfrm>
            <a:off x="950976" y="430682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evidence_log.md: evidence record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7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1" name="Text 8:The evidence log can also&#10;be in the README.&#10;Link to images and CSVs&#10;so readers can open them.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evidence log can also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 in the README.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Link to images and CSVs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so readers can open them.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Text 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10:Final project  09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Final project  09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e final-project submis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final-project submission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all files in final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all files in final.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Browser commits are already saved on GitHub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025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Browser commits are already saved on GitHub.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your finished work at that commit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your finished work at that commit.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figures, images and evidence log are present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figures, images and evidence log are present.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final-project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final-project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to submit the commit URL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to submit the commit URL.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The Week 14 submission does not replace the final-project submission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The Week 14 submission does not replace the final-project submission.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Final project  10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Final project  10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Opening the actual files before submitting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Opening the actual files before submitting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The question, answer and evidence log correspond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question, answer and evidence log correspond.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checked numbers, dates and names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checked numbers, dates and names.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included no personal details or private documents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included no personal details or private documents.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opened the submitted commit and checked all files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opened the submitted commit and checked all files.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Final project  11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Final project  11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Explaining your own decision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Explaining your own decisions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Which work did you delegate to AI?&#10;What did you check in its output?&#10;What did you keep, and what did you revise?&#10;&#10;Make these decisions clear in your finished work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Which work did you delegate to AI?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did you check in its output?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did you keep, and what did you revise?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Make these decisions clear in your finished work.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Final project  12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Final project  12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Checked evidence, your own finished work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