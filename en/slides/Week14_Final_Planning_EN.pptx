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14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14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Your question, evidence&#10;and explanation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Your question, evidence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and explanation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14: Choose a final-project question&#10;and sources, then make a first draft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14: Choose a final-project question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sources, then make a first draft.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plan you can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plan you can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Write your question in one sentence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your question in one sentence.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Limit it to what available sources can answer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Limit it to what available sources can answer.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Choose sources and a checking method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sources and a checking method.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Decide what information would support an answer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Decide what information would support an answer.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Try a small draft, then revise the plan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Try a small draft, then revise the plan.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Make an outline and start an evidence record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Make an outline and start an evidence record.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14  02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02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oosing an approach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Choosing an approach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A: Read a document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A: Read a document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Explain the relevant&#10;information from&#10;one document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the relevant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information from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one document.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B: Check sources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25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B: Check sources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Open and compare&#10;at least two sources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and compare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at least two sources.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hart-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C: Analyze data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C: Analyze data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Summarize the supplied CSV&#10;and explain the results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Summarize the supplied CSV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explain the results.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 harder topic or paid capability does not automatically earn a higher mark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harder topic or paid capability does not automatically earn a higher mark.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8" name="Text 13:Week 14  03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03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question you can chec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question you can check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Too broad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Too broad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How will AI change society?&#10;&#10;The sources and scope&#10;can grow without limit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How will AI change society?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sources and scope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can grow without limit.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Manageable for this project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Manageable for this project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What should a new AI user&#10;prepare for the workshop?&#10;Check the supplied document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should a new AI user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prepare for the workshop?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supplied document.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14  04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04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Pairing a source with a chec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Pairing a source with a check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Project choice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Project choice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Source to use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to use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Item to check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Item to check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A: Event notice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A: Event notice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:Supplied PDF or text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Supplied PDF or text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Date and items to bring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Date and items to bring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B: Registration steps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B: Registration steps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:At least two official pages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2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2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At least two official pages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Steps and conditions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Steps and conditions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:C: Data summary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C: Data summary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:Supplied CSV and dictionary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Supplied CSV and dictionary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:Columns, counts and means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Columns, counts and means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2" name="Text 30:Week 14  05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05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sking AI to check the scop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Asking AI to check the scope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Can the sources I have answer this question?&#10;Separate what these sources establish&#10;from what needs additional sources.&#10;If the question is too broad, narrow it to one question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Can the sources I have answer this question?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Separate what these sources establish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from what needs additional sources.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If the question is too broad, narrow it to one question.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Give AI the question and sources. A suggestion alone does not add evidence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Give AI the question and sources. A suggestion alone does not add evidence.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4  06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06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first row of your evidence log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first row of your evidence log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Claim to explain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Claim to explain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Source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Your own check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Your own check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Required items to bring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Required items to bring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:Workshop notice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Workshop notice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Matches the Bring field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Matches the Bring field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Example row only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Example row only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:Use your own source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your own source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Record the passage you checked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6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86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the passage you checked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Text 22:Record how the claim and evidence connect. Long quotations are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Record how the claim and evidence connect. Long quotations are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5" name="Text 2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6" name="Text 24:Week 14  07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07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rying a small part of the pla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Trying a small part of the plan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Draft an opening paragraph or one table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Draft an opening paragraph or one table.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You do not need the full final version yet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You do not need the full final version yet.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Return to a source and check one detail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Return to a source and check one detail.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whether it supports the answer you need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whether it supports the answer you need.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Revise the plan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Revise the plan.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If evidence is insufficient, narrow the question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evidence is insufficient, narrow the question.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14  08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08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eek 14 and final: separate submiss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Week 14 and final: separate submissions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Week 14: Question, sources, checking method and outline.&#10;&#10;Final project: Completed work and evidence log.&#10;Submit it separately through the final-project form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Week 14: Question, sources, checking method and outline.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Final project: Completed work and evidence log.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it separately through the final-project form.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14  09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09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week14/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Plan, outline and one evidence row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Plan, outline and one evidence row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14  10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10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14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14.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14  11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11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wrote a one-sentence question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wrote a one-sentence question.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specified sources and a checking method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specified sources and a checking method.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chose the format for my final project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chose the format for my final project.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14  12 /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14  12 / 12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Your question, evidence and explanation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