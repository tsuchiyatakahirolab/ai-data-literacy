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https://help.openai.com/en/articles/9260256-chatgpt-capabilities-overview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https://support.google.com/gemini/answer/14903178?co=GENIE.Platform%3DDesktop&amp;hl=en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https://docs.github.com/en/account-and-profile/how-tos/account-management/creating-an-account-on-github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https://docs.github.com/en/account-and-profile/how-tos/email-preferences/setting-your-commit-email-address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Record the relevant location and a short summary; extensive reproduction of the source is unnecessary.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07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07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Does the source&#10;support the answer?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Does the source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support the answer?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7: Check information AI gives you&#10;on the original page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7: Check information AI gives you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on the original page.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Where did the information come from?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Where did the information come from?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36776"/>
            <a:ext cx="5362956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92808"/>
            <a:ext cx="429768" cy="429768"/>
          </a:xfrm>
          <a:prstGeom prst="rect">
            <a:avLst/>
          </a:prstGeom>
        </p:spPr>
      </p:pic>
      <p:sp>
        <p:nvSpPr>
          <p:cNvPr id="6" name="Text 3:Model training"/>
          <p:cNvSpPr txBox="1"/>
          <p:nvPr/>
        </p:nvSpPr>
        <p:spPr>
          <a:xfrm>
            <a:off x="868680" y="2542032"/>
            <a:ext cx="49057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Model training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85916" y="1636776"/>
            <a:ext cx="5362956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8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16" y="1892808"/>
            <a:ext cx="429768" cy="429768"/>
          </a:xfrm>
          <a:prstGeom prst="rect">
            <a:avLst/>
          </a:prstGeom>
        </p:spPr>
      </p:pic>
      <p:sp>
        <p:nvSpPr>
          <p:cNvPr id="9" name="Text 5:Material you supplied"/>
          <p:cNvSpPr txBox="1"/>
          <p:nvPr/>
        </p:nvSpPr>
        <p:spPr>
          <a:xfrm>
            <a:off x="6414516" y="2542032"/>
            <a:ext cx="49057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Material you supplied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0080" y="3657600"/>
            <a:ext cx="5362956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1" name="Image 2" descr="Lucide 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13632"/>
            <a:ext cx="429768" cy="429768"/>
          </a:xfrm>
          <a:prstGeom prst="rect">
            <a:avLst/>
          </a:prstGeom>
        </p:spPr>
      </p:pic>
      <p:sp>
        <p:nvSpPr>
          <p:cNvPr id="12" name="Text 7:Web search"/>
          <p:cNvSpPr txBox="1"/>
          <p:nvPr/>
        </p:nvSpPr>
        <p:spPr>
          <a:xfrm>
            <a:off x="868680" y="4562856"/>
            <a:ext cx="49057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Web search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185916" y="3657600"/>
            <a:ext cx="5362956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4" name="Image 3" descr="Lucide t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516" y="3913632"/>
            <a:ext cx="429768" cy="429768"/>
          </a:xfrm>
          <a:prstGeom prst="rect">
            <a:avLst/>
          </a:prstGeom>
        </p:spPr>
      </p:pic>
      <p:sp>
        <p:nvSpPr>
          <p:cNvPr id="15" name="Text 9:Connected data"/>
          <p:cNvSpPr txBox="1"/>
          <p:nvPr/>
        </p:nvSpPr>
        <p:spPr>
          <a:xfrm>
            <a:off x="6414516" y="4562856"/>
            <a:ext cx="49057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Connected data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16" name="Text 10:The same chat interface can use different sources of information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The same chat interface can use different sources of information.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1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8" name="Text 12:Week 07  02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02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hecking two pieces of inform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Checking two pieces of information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hoose the questions to check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Choose the questions to check.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oose specific information that could change over time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Choose specific information that could change over time.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Use AI to help find sources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AI to help find sources.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Search the web yourself if needed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Search the web yourself if needed.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Open the original pages and compare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the original pages and compare.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Record the publisher, date and supporting passage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Record the publisher, date and supporting passage.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07  03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03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Practice topic: GitHub registr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Practice topic: GitHub registration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git-bra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Question 1: How do you verify&#10;a registered email address?&#10;&#10;Question 2: Can you add another&#10;email to an existing account?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Question 1: How do you verify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registered email address?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Question 2: Can you add another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email to an existing account?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Product details change. Record the official page and the date you checked it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Product details change. Record the official page and the date you checked it.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9" name="Text 6:Week 07  04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04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1. Asking AI to find inform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1. Asking AI to find information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Use official GitHub documentation to find&#10;how to verify an email and add another email.&#10;For each item, show the page&#10;that supports your answer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official GitHub documentation to find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how to verify an email and add another email.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For each item, show the page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that supports your answer.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Without AI web search, find official pages yourself and give AI the relevant text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Without AI web search, find official pages yourself and give AI the relevant text.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7  05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05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2. Opening the source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2. Opening the sources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Actually open the links in the answer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Actually open the links in the answer.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A page title alone is not a completed check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page title alone is not a completed check.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Check who published the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who published the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Distinguish official GitHub Docs from someone's personal explanation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113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113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Distinguish official GitHub Docs from someone's personal explanation.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Find the passage supporting the answer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Find the passage supporting the answer.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page search and read the surrounding explanation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page search and read the surrounding explanation.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07  06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06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URL and supporting evidenc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URL and supporting evidence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Still unchecked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Still unchecked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It included a link.&#10;It named an official site.&#10;AI said it was correct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 included a link.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 named an official site.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AI said it was correct.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An actual check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An actual check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I read the relevant paragraph.&#10;The email addition steps&#10;matched AI's explanation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read the relevant paragraph.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email addition steps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matched AI's explanation.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07  07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07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Four items in your source record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Four items in your source record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Item"/>
          <p:cNvSpPr txBox="1"/>
          <p:nvPr/>
        </p:nvSpPr>
        <p:spPr>
          <a:xfrm>
            <a:off x="786384" y="1709928"/>
            <a:ext cx="3090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Item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3360" y="1554480"/>
            <a:ext cx="7525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:What to record"/>
          <p:cNvSpPr txBox="1"/>
          <p:nvPr/>
        </p:nvSpPr>
        <p:spPr>
          <a:xfrm>
            <a:off x="4169664" y="1709928"/>
            <a:ext cx="7232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What to record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33832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9" name="Text 7:Information checked"/>
          <p:cNvSpPr txBox="1"/>
          <p:nvPr/>
        </p:nvSpPr>
        <p:spPr>
          <a:xfrm>
            <a:off x="786384" y="2386584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Information checked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0" y="2258568"/>
            <a:ext cx="7525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:What you investigated"/>
          <p:cNvSpPr txBox="1"/>
          <p:nvPr/>
        </p:nvSpPr>
        <p:spPr>
          <a:xfrm>
            <a:off x="4169664" y="2386584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you investigated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017520"/>
            <a:ext cx="33832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:Source and publisher"/>
          <p:cNvSpPr txBox="1"/>
          <p:nvPr/>
        </p:nvSpPr>
        <p:spPr>
          <a:xfrm>
            <a:off x="786384" y="3145536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Source and publisher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23360" y="3017520"/>
            <a:ext cx="7525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:Page URL and publishing organization"/>
          <p:cNvSpPr txBox="1"/>
          <p:nvPr/>
        </p:nvSpPr>
        <p:spPr>
          <a:xfrm>
            <a:off x="4169664" y="3145536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Page URL and publishing organization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76472"/>
            <a:ext cx="33832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:Date"/>
          <p:cNvSpPr txBox="1"/>
          <p:nvPr/>
        </p:nvSpPr>
        <p:spPr>
          <a:xfrm>
            <a:off x="786384" y="3904488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Date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23360" y="3776472"/>
            <a:ext cx="7525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9:Date checked and update date, if known"/>
          <p:cNvSpPr txBox="1"/>
          <p:nvPr/>
        </p:nvSpPr>
        <p:spPr>
          <a:xfrm>
            <a:off x="4169664" y="3904488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Date checked and update date, if known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535424"/>
            <a:ext cx="33832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:Comparison result"/>
          <p:cNvSpPr txBox="1"/>
          <p:nvPr/>
        </p:nvSpPr>
        <p:spPr>
          <a:xfrm>
            <a:off x="786384" y="4663440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Comparison result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23360" y="4535424"/>
            <a:ext cx="7525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:Match, mismatch or unable to verify"/>
          <p:cNvSpPr txBox="1"/>
          <p:nvPr/>
        </p:nvSpPr>
        <p:spPr>
          <a:xfrm>
            <a:off x="4169664" y="4663440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Match, mismatch or unable to verify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529437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8" name="Text 2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29" name="Text 27:Week 07  08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08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When a source cannot be read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When a source cannot be read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triangle-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A broken link, restricted access or mismatched content.&#10;&#10;Find another official source, or record&#10;that this source did not let you verify the claim.&#10;Keep unverified URLs out of your evidence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broken link, restricted access or mismatched content.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Find another official source, or record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that this source did not let you verify the claim.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Keep unverified URLs out of your evidence.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Week 07  09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09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3. Correcting a mismatch with evidenc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3. Correcting a mismatch with evidence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This passage in the official documentation&#10;does not match your earlier explanation.&#10;Correct that part and separate what the source&#10;confirms from what remains unknown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This passage in the official documentation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does not match your earlier explanation.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Correct that part and separate what the source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confirms from what remains unknown.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Paste only the relevant source passage after this request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Paste only the relevant source passage after this request.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7  10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10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onclusions for both question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Conclusions for both questions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actually opened at least two source pages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actually opened at least two source pages.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connected each claim to the passage supporting it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connected each claim to the passage supporting it.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recorded the date I checked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recorded the date I checked.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reported mismatches and anything still unverified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reported mismatches and anything still unverified.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7  11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11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week07/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Questions, answers and source checks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9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9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19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9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Questions, answers and source checks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6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8:Week 07  12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12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07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07.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7  13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13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checked two pieces of information on the original pages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checked two pieces of information on the original pages.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recorded check results as well as URLs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recorded check results as well as URLs.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f search was unavailable, I recorded my alternative method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If search was unavailable, I recorded my alternative method.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7  14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07  14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Does the source support the answer?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