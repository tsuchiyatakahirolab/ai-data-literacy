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06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06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A notice readers&#10;can act on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 notice readers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can act on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6: Use an AI draft to create&#10;a guide to AI use in this course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6: Use an AI draft to create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 guide to AI use in this course.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reader: a new studen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reader: a new student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They have asked questions in an AI chat.&#10;They have not checked sources&#10;or saved a record on GitHub.&#10;&#10;Explain the first action they should take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They have asked questions in an AI chat.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They have not checked sources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or saved a record on GitHub.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the first action they should take.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Week 06  02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02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ree things your notice need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Three things your notice needs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:AI use is allowed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 use is allowed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sk for explanations.&#10;Organize information.&#10;Draft a text.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17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Ask for explanations.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17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Organize information.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175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Draft a text.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:Check the result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the result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1" name="Text 7:Check AI's output&#10;before submitting it.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AI's output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submitting it.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f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:Keep a short record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25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Keep a short record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15" name="Text 10:Save what you delegated&#10;and checked on GitHub.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Save what you delegated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checked on GitHub.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6" name="Text 11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2:Week 06  03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03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Asking for a draf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Asking for a draft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Write a 300-500 character notice for new students&#10;about AI use in this course. Include that AI is allowed,&#10;that students must check the result,&#10;and that they keep a short AI-use record on GitHub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Write a 300-500 character notice for new students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about AI use in this course. Include that AI is allowed,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that students must check the result,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and that they keep a short AI-use record on GitHub.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Paste the supplied brief below. Ask AI to use only supplied course URLs and facts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Paste the supplied brief below. Ask AI to use only supplied course URLs and facts.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6  04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04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Writing actions a reader can follow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Writing actions a reader can follow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Abstract instructions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Abstract instructions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Use AI effectively.&#10;Verify it appropriately.&#10;Create high-quality work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AI effectively.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Verify it appropriately.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Create high-quality work.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A concrete action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A concrete action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If AI's answer has a number,&#10;find it in the original source.&#10;Record where you checked it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If AI's answer has a number,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find it in the original source.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where you checked it.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06  05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05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Editing the draft yourself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Editing the draft yourself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Break up long explanations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Break up long explanations.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Order the text by the actions your reader takes first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Order the text by the actions your reader takes first.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Replace vague verbs with specific actions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Replace vague verbs with specific actions.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For example, replace verify with compare the numbers in the source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113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113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For example, replace verify with compare the numbers in the source.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Read it from your reader's perspective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 it from your reader's perspective.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Will they know what to open and what to check?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Will they know what to open and what to check?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6  06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06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one-page guid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one-page guide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Use one heading.&#10;Put the required actions in order.&#10;Shorten the text if the letters get too small.&#10;&#10;Use your usual document or slide software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one heading.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Put the required actions in order.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Shorten the text if the letters get too small.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your usual document or slide software.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 text-only submission is fine. A separate design-tool account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text-only submission is fine. A separate design-tool account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6:Week 06  07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07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n optional illustration with a purpos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 optional illustration with a purpose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Create an illustration for this notice.&#10;Show someone opening a document to check it.&#10;Use no real students or university logos.&#10;Leave space for the notice text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Create an illustration for this notice.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Show someone opening a document to check it.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no real students or university logos.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Leave space for the notice text.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Image generation is optional. Text and simple shapes are enough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Image generation is optional. Text and simple shapes are enough.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6  08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08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ecking an illustr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Checking an illustration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heck that it supports the notice's meaning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that it supports the notice's meaning.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Does it help readers understand the required action?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Does it help readers understand the required action?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Check any text and small details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 any text and small details.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Look for spelling errors, unwanted logos and misleading details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63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63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Look for spelling errors, unwanted logos and misleading details.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Request a correction only where needed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Request a correction only where needed.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Add a description so the meaning is available to people who cannot see it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963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963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Add a description so the meaning is available to people who cannot see it.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6  09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09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30-second reader check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30-second reader check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Did the reader understand the purpose of the notice?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Did the reader understand the purpose of the notice?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Did they understand the first action to take?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Did they understand the first action to take?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Did they understand what to record?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Did they understand what to record?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Did they identify one unfamiliar word?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Did they identify one unfamiliar word?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If no other reader is available, take a break and read it again yourself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If no other reader is available, take a break and read it again yourself.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4" name="Text 8:Week 06  10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10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week06/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Purpose and verification record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Purpose and verification record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Notice text or a one-page guide"/>
          <p:cNvSpPr txBox="1"/>
          <p:nvPr/>
        </p:nvSpPr>
        <p:spPr>
          <a:xfrm>
            <a:off x="950976" y="348386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Notice text or a one-page guide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9" name="Text 6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0" name="Text 7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1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2" name="Text 9:Week 06  11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11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06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06.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6  12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12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created a 300-500 character notice or a one-page guide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created a 300-500 character notice or a one-page guide.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described concrete actions the reader can take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described concrete actions the reader can take.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checked how well it communicates, with or without an image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checked how well it communicates, with or without an image.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6  13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06  13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A notice readers can act on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