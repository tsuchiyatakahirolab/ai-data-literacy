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1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01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What can you&#10;ask AI to do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What can you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ask AI to do?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1: Try explanations, rewriting&#10;and organizing tasks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1: Try explanations, rewriting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organizing tasks.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hat you will take away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you will take away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Three uses of AI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uses of AI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Try three tasks&#10;with the same AI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Try three tasks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with the same AI.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Your own check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own check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Record one thing&#10;you verified yourself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one thing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 verified yourself.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Your first submission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first submission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Save a short record&#10;on GitHub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Save a short record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 GitHub.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1  0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I capabiliti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capabilities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429768" cy="429768"/>
          </a:xfrm>
          <a:prstGeom prst="rect">
            <a:avLst/>
          </a:prstGeom>
        </p:spPr>
      </p:pic>
      <p:sp>
        <p:nvSpPr>
          <p:cNvPr id="6" name="Text 3:Talk and explain"/>
          <p:cNvSpPr txBox="1"/>
          <p:nvPr/>
        </p:nvSpPr>
        <p:spPr>
          <a:xfrm>
            <a:off x="868680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Talk and explain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37304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8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904" y="1892808"/>
            <a:ext cx="429768" cy="429768"/>
          </a:xfrm>
          <a:prstGeom prst="rect">
            <a:avLst/>
          </a:prstGeom>
        </p:spPr>
      </p:pic>
      <p:sp>
        <p:nvSpPr>
          <p:cNvPr id="9" name="Text 5:Read documents"/>
          <p:cNvSpPr txBox="1"/>
          <p:nvPr/>
        </p:nvSpPr>
        <p:spPr>
          <a:xfrm>
            <a:off x="4565904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documents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034528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1" name="Image 2" descr="Lucide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128" y="1892808"/>
            <a:ext cx="429768" cy="429768"/>
          </a:xfrm>
          <a:prstGeom prst="rect">
            <a:avLst/>
          </a:prstGeom>
        </p:spPr>
      </p:pic>
      <p:sp>
        <p:nvSpPr>
          <p:cNvPr id="12" name="Text 7:Research information"/>
          <p:cNvSpPr txBox="1"/>
          <p:nvPr/>
        </p:nvSpPr>
        <p:spPr>
          <a:xfrm>
            <a:off x="8263128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Research information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4" name="Image 3" descr="Lucide chart-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13632"/>
            <a:ext cx="429768" cy="429768"/>
          </a:xfrm>
          <a:prstGeom prst="rect">
            <a:avLst/>
          </a:prstGeom>
        </p:spPr>
      </p:pic>
      <p:sp>
        <p:nvSpPr>
          <p:cNvPr id="15" name="Text 9:Work with numbers"/>
          <p:cNvSpPr txBox="1"/>
          <p:nvPr/>
        </p:nvSpPr>
        <p:spPr>
          <a:xfrm>
            <a:off x="868680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Work with numbers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337304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7" name="Image 4" descr="Lucide i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904" y="3913632"/>
            <a:ext cx="429768" cy="429768"/>
          </a:xfrm>
          <a:prstGeom prst="rect">
            <a:avLst/>
          </a:prstGeom>
        </p:spPr>
      </p:pic>
      <p:sp>
        <p:nvSpPr>
          <p:cNvPr id="18" name="Text 11:Create images"/>
          <p:cNvSpPr txBox="1"/>
          <p:nvPr/>
        </p:nvSpPr>
        <p:spPr>
          <a:xfrm>
            <a:off x="4565904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Create images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8034528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20" name="Image 5" descr="Lucide list-che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128" y="3913632"/>
            <a:ext cx="429768" cy="429768"/>
          </a:xfrm>
          <a:prstGeom prst="rect">
            <a:avLst/>
          </a:prstGeom>
        </p:spPr>
      </p:pic>
      <p:sp>
        <p:nvSpPr>
          <p:cNvPr id="21" name="Text 13:Plan a task"/>
          <p:cNvSpPr txBox="1"/>
          <p:nvPr/>
        </p:nvSpPr>
        <p:spPr>
          <a:xfrm>
            <a:off x="8263128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Plan a task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22" name="Text 14:One AI may offer several capabilities. Availability depends on your account and environment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One AI may offer several capabilities. Availability depends on your account and environment.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3" name="Text 1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4" name="Text 16:Week 01  0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ervices and capabiliti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Services and capabilities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Choose a service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a service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Open an AI you can use,&#10;such as Gemini or ChatGPT.&#10;One service is enough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an AI you can use,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such as Gemini or ChatGPT.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One service is enough.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Choose a useful capability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Choose a useful capability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Ask for an explanation.&#10;Rewrite the same text.&#10;Organize steps or constraints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 for an explanation.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Rewrite the same text.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Organize steps or constraints.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1  0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Preparing for the exercis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Preparing for the exercise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Open your AI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your AI.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Use an AI available for your course or one you already use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an AI available for your course or one you already use.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Start a new conversation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Start a new conversation.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Keep names, student IDs and friends' personal details out of the prompt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63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963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Keep names, student IDs and friends' personal details out of the prompt.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Open the handout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the handout.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opy the prompts from en/handouts/week01.md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Copy the prompts from en/handouts/week01.md.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1  05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05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sking for an explan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Asking for an explanation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I am a first-year university student.&#10;Explain what a mean is using an everyday example&#10;in about 150 characters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am a first-year university student.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what a mean is using an everyday example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about 150 characters.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whether you can explain the example in your own words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whether you can explain the example in your own words.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1  06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06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Rewriting the same explan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Rewriting the same explanation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Rewrite that explanation for a primary-school student.&#10;Keep the meaning of the numbers unchanged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Rewrite that explanation for a primary-school student.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the meaning of the numbers unchanged.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ompare what changed and what stayed the same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Compare what changed and what stayed the same.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1  07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07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3. Planning the tim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3. Planning the time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I have 30 minutes for an assignment.&#10;Divide the time between reading the material,&#10;organizing the main points and checking my work.&#10;The total must be 30 minutes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have 30 minutes for an assignment.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Divide the time between reading the material,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organizing the main points and checking my work.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total must be 30 minutes.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Add the times yourself and check that they total 30 minutes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Add the times yourself and check that they total 30 minutes.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1  08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08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record of what you checke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record of what you checked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Too little detail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Too little detail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It was easy to understand.&#10;It was useful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was easy to understand.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was useful.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Describe your actual check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Describe your actual check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I added the suggested times.&#10;10 + 15 + 5 = 30 minutes.&#10;No change was needed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added the suggested times.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10 + 15 + 5 = 30 minutes.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No change was needed.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1  09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09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fter AI answer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after AI answers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Can you explain the idea yourself?&#10;Does the plan meet the constraints?&#10;&#10;Today, check at least one part&#10;of the result yourself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Can you explain the idea yourself?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the plan meet the constraints?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Today, check at least one part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of the result yourself.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01  10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10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orking with available capabiliti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Working with available capabilities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No voice input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No voice input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Send the same request&#10;as text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Send the same request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 text.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No attachments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No attachments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Use a short text&#10;conversation for the task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a short text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conversation for the task.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riangle-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Usage limit reached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Usage limit reached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Check the result you have.&#10;Record the limitation&#10;in your notes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result you have.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1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the limitation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1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your notes.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1  11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11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week01/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Three AI uses you tried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AI uses you tried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1  1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12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1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01.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1  1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13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described the results of three AI capabilities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described the results of three AI capabilities.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recorded what I checked and what I found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what I checked and what I found.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kept personal details out of the prompts and saved work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kept personal details out of the prompts and saved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1  1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01  14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What can you ask AI to do?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