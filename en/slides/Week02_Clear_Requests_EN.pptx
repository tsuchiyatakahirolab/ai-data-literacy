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A suitable response that asks about missing information is a good outcome. Do not imply that AI must always make an error.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Do not require full chat logs, shared-chat links, or arbitrary retry counts. If no change was needed, record what was checked and the result.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The browser route saves directly to GitHub. Students who independently use Desktop must Push origin and confirm the result on GitHub. Check the form’s submission confirmation. Instructor access is a separate requirement.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self-check with files and screens available, not a memorization test.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:Week 0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B1D6D5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B1D6D5"/>
                </a:solidFill>
                <a:latin typeface="Meiryo"/>
                <a:ea typeface="Meiryo"/>
                <a:cs typeface="Meiryo"/>
              </a:rPr>
              <a:t>Week 02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5" name="Text 3:How should you&#10;ask for the same task?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How should you</a:t>
            </a:r>
            <a:endParaRPr sz="4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ask for the same task?</a:t>
            </a:r>
            <a:endParaRPr sz="4200">
              <a:latin typeface="Meiryo"/>
              <a:ea typeface="Meiryo"/>
              <a:cs typeface="Meiryo"/>
            </a:endParaRPr>
          </a:p>
        </p:txBody>
      </p:sp>
      <p:sp>
        <p:nvSpPr>
          <p:cNvPr id="6" name="Text 4:Week 2: Add the necessary conditions&#10;and compare the responses.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Week 2: Add the necessary conditions</a:t>
            </a:r>
            <a:endParaRPr sz="26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and compare the responses.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:AI and Data Literacy for University Students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AI and Data Literacy for University Students</a:t>
            </a:r>
            <a:endParaRPr sz="180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omparing two request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Comparing two requests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Send a short request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Send a short request.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Look at the details AI adds on its own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Look at the details AI adds on its own.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Add conditions and ask again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Add conditions and ask again.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State the audience, source material and required output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State the audience, source material and required output.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Compare the results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Compare the results.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Record which conditions are met and what is still missing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Record which conditions are met and what is still missing.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Week 02  02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02  02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n event notice for participant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 event notice for participants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Fictional event for this exercise&#10;&#10;Date: October 15, 2026, 13:30-15:00&#10;Place: Room 402, Building 4    Capacity: 40&#10;Fee: Free    Registration deadline: October 10&#10;Bring: Laptop and university account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Fictional event for this exercise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Date: October 15, 2026, 13:30-15:00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Place: Room 402, Building 4    Capacity: 40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Fee: Free    Registration deadline: October 10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Bring: Laptop and university account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Source: en/assets/week04/sample_event_notice.md (fictional)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Source: en/assets/week04/sample_event_notice.md (fictional)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9" name="Text 6:Week 02  03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02  03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1. A short reques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1. A short request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Write a notice for a university AI workshop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Write a notice for a university AI workshop.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Check whether AI invented the date, location or fee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whether AI invented the date, location or fee.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2  04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02  04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Details AI may not know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Details AI may not know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Missing from the request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Missing from the request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Who should read it?&#10;When and where is it?&#10;What should they bring?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Who should read it?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When and where is it?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should they bring?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Material to add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Material to add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The audience is new students.&#10;Use the supplied information.&#10;Aim for about 180 characters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audience is new students.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the supplied information.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Aim for about 180 characters.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Week 02  05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02  05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2. A source and clear condition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2. A source and clear conditions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Use the supplied material to write a notice&#10;for new students in about 180 characters.&#10;Include the date, venue, items to bring and deadline.&#10;Add no information absent from the source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the supplied material to write a notice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for new students in about 180 characters.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Include the date, venue, items to bring and deadline.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Add no information absent from the source.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Paste the supplied source text after this request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Paste the supplied source text after this request.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2  06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02  06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onditions that matter for this task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Conditions that matter for this task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:Purpose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Purpose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Who is the text for?&#10;What should it communicate?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Who is the text for?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should it communicate?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fil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:Source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Source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hich material should AI use?&#10;Which facts must stay fixed?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Which material should AI use?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Which facts must stay fixed?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list-chec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:Output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Output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5" name="Text 10:Length, required details&#10;and completion criteria.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Length, required details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completion criteria.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1:Choose the conditions your task needs. A long fixed prompt template is unnecessary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Choose the conditions your task needs. A long fixed prompt template is unnecessary.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2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8" name="Text 13:Week 02  07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02  07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omparing the same item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Comparing the same items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:Item to check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Item to check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:Short request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Short request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:With conditions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With conditions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:Correct date and venue?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975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975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Correct date and venue?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:Fill in yourself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Fill in yourself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:Fill in yourself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Fill in yourself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:Items to bring included?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05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05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Items to bring included?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:Fill in yourself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Fill in yourself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:Fill in yourself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Fill in yourself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:Any invented information?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9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9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Any invented information?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:Fill in yourself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Fill in yourself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:Fill in yourself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Fill in yourself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:Record what worked as well. There is no need to manufacture a bad result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Record what worked as well. There is no need to manufacture a bad result.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32" name="Text 30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33" name="Text 31:Week 02  08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02  08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 focused correc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focused correction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Keep the date and venue unchanged.&#10;Add university account to the items to bring.&#10;Keep all other information unchanged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Keep the date and venue unchanged.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Add university account to the items to bring.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Keep all other information unchanged.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If the first result meets the conditions, additional attempts are unnecessary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If the first result meets the conditions, additional attempts are unnecessary.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2  09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02  09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Useful material in your reques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Useful material in your request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Hard to evaluate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Hard to evaluate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Write a perfect notice.&#10;Make it professional and brilliant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Write a perfect notice.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Make it professional and brilliant.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A request you can check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A request you can check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For new students, 180 characters.&#10;Include date, venue and items.&#10;Use only the source information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For new students, 180 characters.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Include date, venue and items.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only the source information.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Week 02  10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02  10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hoosing a resul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Choosing a result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The date matches the supplied source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date matches the supplied source.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All required details are present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All required details are present.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The intended students can understand the wording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intended students can understand the wording.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can explain my choice in one or two sentences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can explain my choice in one or two sentences.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02  11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02  11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work and your check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work and your checks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week02/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:README.md:&#10;Two requests, comparison and choice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9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9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README.md:</a:t>
            </a:r>
            <a:endParaRPr sz="2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19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9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Two requests, comparison and choice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Text 5:Your README record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README record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6:What I delegated to AI&#10;What I checked myself&#10;What I could not verify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delegated to AI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checked myself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could not verify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8:Week 02  12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02  12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ubmitting the saved vers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Submitting the saved version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Commit your changes on GitHub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Commit your changes on GitHub.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he updated files and commit them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updated files and commit them.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that commit's page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that commit's page.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that the URL contains /commit/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the URL contains /commit/.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Submit the course form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the course form.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Use the specified course account and choose Week 02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the specified course account and choose Week 02.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 browser commit saves to GitHub. A separate push is unnecessary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browser commit saves to GitHub. A separate push is unnecessary.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02  13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02  13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Before you sub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you submit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showed both requests and the differences in their results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showed both requests and the differences in their results.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recorded which details I checked against the source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recorded which details I checked against the source.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avoided unnecessary repeat attempts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avoided unnecessary repeat attempts.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submitted the commit URL containing my work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submitted the commit URL containing my work.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02  14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02  14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How should you ask for the same task?</dc:title>
  <dc:subject>AI and Data Literacy — English teaching edition</dc:subject>
  <dc:creator>Takahiro Tsuchiya</dc:creator>
  <ns0:lastModifiedBy>Takahiro Tsuchiya</ns0:lastModifiedBy>
  <ns0:revision>1</ns0:revision>
  <ns2:created xsi:type="dcterms:W3CDTF">2026-09-17T11:31:39Z</ns2:created>
  <ns2:modified xsi:type="dcterms:W3CDTF">2026-09-17T11:31:39Z</ns2:modified>
  <dc:description>English slides and teaching notes with hands-on activities.</dc:description>
  <ns0:keywords>AI, GitHub, data literacy, English, university teaching</ns0:keywords>
</ns0:coreProperties>
</file>