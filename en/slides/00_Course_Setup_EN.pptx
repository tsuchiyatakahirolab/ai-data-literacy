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eiryo"/>
        <a:ea typeface="Meiryo"/>
        <a:cs typeface="Meiryo"/>
      </a:defRPr>
    </a:lvl1pPr>
    <a:lvl2pPr marL="457200" algn="l" defTabSz="457200" rtl="0" eaLnBrk="1" latinLnBrk="0" hangingPunct="1">
      <a:defRPr sz="1800" kern="1200">
        <a:solidFill>
          <a:schemeClr val="tx1"/>
        </a:solidFill>
        <a:latin typeface="Meiryo"/>
        <a:ea typeface="Meiryo"/>
        <a:cs typeface="Meiryo"/>
      </a:defRPr>
    </a:lvl2pPr>
    <a:lvl3pPr marL="914400" algn="l" defTabSz="457200" rtl="0" eaLnBrk="1" latinLnBrk="0" hangingPunct="1">
      <a:defRPr sz="1800" kern="1200">
        <a:solidFill>
          <a:schemeClr val="tx1"/>
        </a:solidFill>
        <a:latin typeface="Meiryo"/>
        <a:ea typeface="Meiryo"/>
        <a:cs typeface="Meiryo"/>
      </a:defRPr>
    </a:lvl3pPr>
    <a:lvl4pPr marL="1371600" algn="l" defTabSz="457200" rtl="0" eaLnBrk="1" latinLnBrk="0" hangingPunct="1">
      <a:defRPr sz="1800" kern="1200">
        <a:solidFill>
          <a:schemeClr val="tx1"/>
        </a:solidFill>
        <a:latin typeface="Meiryo"/>
        <a:ea typeface="Meiryo"/>
        <a:cs typeface="Meiryo"/>
      </a:defRPr>
    </a:lvl4pPr>
    <a:lvl5pPr marL="1828800" algn="l" defTabSz="457200" rtl="0" eaLnBrk="1" latinLnBrk="0" hangingPunct="1">
      <a:defRPr sz="1800" kern="1200">
        <a:solidFill>
          <a:schemeClr val="tx1"/>
        </a:solidFill>
        <a:latin typeface="Meiryo"/>
        <a:ea typeface="Meiryo"/>
        <a:cs typeface="Meiryo"/>
      </a:defRPr>
    </a:lvl5pPr>
    <a:lvl6pPr marL="2286000" algn="l" defTabSz="457200" rtl="0" eaLnBrk="1" latinLnBrk="0" hangingPunct="1">
      <a:defRPr sz="1800" kern="1200">
        <a:solidFill>
          <a:schemeClr val="tx1"/>
        </a:solidFill>
        <a:latin typeface="Meiryo"/>
        <a:ea typeface="Meiryo"/>
        <a:cs typeface="Meiryo"/>
      </a:defRPr>
    </a:lvl6pPr>
    <a:lvl7pPr marL="2743200" algn="l" defTabSz="457200" rtl="0" eaLnBrk="1" latinLnBrk="0" hangingPunct="1">
      <a:defRPr sz="1800" kern="1200">
        <a:solidFill>
          <a:schemeClr val="tx1"/>
        </a:solidFill>
        <a:latin typeface="Meiryo"/>
        <a:ea typeface="Meiryo"/>
        <a:cs typeface="Meiryo"/>
      </a:defRPr>
    </a:lvl7pPr>
    <a:lvl8pPr marL="3200400" algn="l" defTabSz="457200" rtl="0" eaLnBrk="1" latinLnBrk="0" hangingPunct="1">
      <a:defRPr sz="1800" kern="1200">
        <a:solidFill>
          <a:schemeClr val="tx1"/>
        </a:solidFill>
        <a:latin typeface="Meiryo"/>
        <a:ea typeface="Meiryo"/>
        <a:cs typeface="Meiryo"/>
      </a:defRPr>
    </a:lvl8pPr>
    <a:lvl9pPr marL="3657600" algn="l" defTabSz="457200" rtl="0" eaLnBrk="1" latinLnBrk="0" hangingPunct="1">
      <a:defRPr sz="1800" kern="1200">
        <a:solidFill>
          <a:schemeClr val="tx1"/>
        </a:solidFill>
        <a:latin typeface="Meiryo"/>
        <a:ea typeface="Meiryo"/>
        <a:cs typeface="Meiryo"/>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eiryo"/>
        <a:ea typeface="Meiryo"/>
        <a:cs typeface="Meiryo"/>
      </a:defRPr>
    </a:lvl1pPr>
    <a:lvl2pPr marL="457200" algn="l" defTabSz="457200" rtl="0" eaLnBrk="1" latinLnBrk="0" hangingPunct="1">
      <a:defRPr sz="1200" kern="1200">
        <a:solidFill>
          <a:schemeClr val="tx1"/>
        </a:solidFill>
        <a:latin typeface="Meiryo"/>
        <a:ea typeface="Meiryo"/>
        <a:cs typeface="Meiryo"/>
      </a:defRPr>
    </a:lvl2pPr>
    <a:lvl3pPr marL="914400" algn="l" defTabSz="457200" rtl="0" eaLnBrk="1" latinLnBrk="0" hangingPunct="1">
      <a:defRPr sz="1200" kern="1200">
        <a:solidFill>
          <a:schemeClr val="tx1"/>
        </a:solidFill>
        <a:latin typeface="Meiryo"/>
        <a:ea typeface="Meiryo"/>
        <a:cs typeface="Meiryo"/>
      </a:defRPr>
    </a:lvl3pPr>
    <a:lvl4pPr marL="1371600" algn="l" defTabSz="457200" rtl="0" eaLnBrk="1" latinLnBrk="0" hangingPunct="1">
      <a:defRPr sz="1200" kern="1200">
        <a:solidFill>
          <a:schemeClr val="tx1"/>
        </a:solidFill>
        <a:latin typeface="Meiryo"/>
        <a:ea typeface="Meiryo"/>
        <a:cs typeface="Meiryo"/>
      </a:defRPr>
    </a:lvl4pPr>
    <a:lvl5pPr marL="1828800" algn="l" defTabSz="457200" rtl="0" eaLnBrk="1" latinLnBrk="0" hangingPunct="1">
      <a:defRPr sz="1200" kern="1200">
        <a:solidFill>
          <a:schemeClr val="tx1"/>
        </a:solidFill>
        <a:latin typeface="Meiryo"/>
        <a:ea typeface="Meiryo"/>
        <a:cs typeface="Meiryo"/>
      </a:defRPr>
    </a:lvl5pPr>
    <a:lvl6pPr marL="2286000" algn="l" defTabSz="457200" rtl="0" eaLnBrk="1" latinLnBrk="0" hangingPunct="1">
      <a:defRPr sz="1200" kern="1200">
        <a:solidFill>
          <a:schemeClr val="tx1"/>
        </a:solidFill>
        <a:latin typeface="Meiryo"/>
        <a:ea typeface="Meiryo"/>
        <a:cs typeface="Meiryo"/>
      </a:defRPr>
    </a:lvl6pPr>
    <a:lvl7pPr marL="2743200" algn="l" defTabSz="457200" rtl="0" eaLnBrk="1" latinLnBrk="0" hangingPunct="1">
      <a:defRPr sz="1200" kern="1200">
        <a:solidFill>
          <a:schemeClr val="tx1"/>
        </a:solidFill>
        <a:latin typeface="Meiryo"/>
        <a:ea typeface="Meiryo"/>
        <a:cs typeface="Meiryo"/>
      </a:defRPr>
    </a:lvl7pPr>
    <a:lvl8pPr marL="3200400" algn="l" defTabSz="457200" rtl="0" eaLnBrk="1" latinLnBrk="0" hangingPunct="1">
      <a:defRPr sz="1200" kern="1200">
        <a:solidFill>
          <a:schemeClr val="tx1"/>
        </a:solidFill>
        <a:latin typeface="Meiryo"/>
        <a:ea typeface="Meiryo"/>
        <a:cs typeface="Meiryo"/>
      </a:defRPr>
    </a:lvl8pPr>
    <a:lvl9pPr marL="3657600" algn="l" defTabSz="457200" rtl="0" eaLnBrk="1" latinLnBrk="0" hangingPunct="1">
      <a:defRPr sz="1200" kern="1200">
        <a:solidFill>
          <a:schemeClr val="tx1"/>
        </a:solidFill>
        <a:latin typeface="Meiryo"/>
        <a:ea typeface="Meiryo"/>
        <a:cs typeface="Meiryo"/>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 — Getting started</a:t>
            </a:r>
          </a:p>
          <a:p>
            <a:r>
              <a:t/>
            </a:r>
          </a:p>
          <a:p>
            <a:r>
              <a:t>Set today’s goal: save an image, write a short use record, invite the instructor, and complete initial registration. Use the AI service, instructor account, and submission links specified for this course.</a:t>
            </a:r>
          </a:p>
          <a:p>
            <a:r>
              <a:t/>
            </a:r>
          </a:p>
          <a:p>
            <a:r>
              <a:t>Course adaptation: specify the instructor username, student template, registration form, permitted account, and student-ID format for your university. Late joiners use the same preparation steps.</a:t>
            </a:r>
          </a:p>
          <a:p>
            <a:r>
              <a:t/>
            </a:r>
          </a:p>
          <a:p>
            <a:r>
              <a:t>References</a:t>
            </a:r>
          </a:p>
          <a:p>
            <a:r>
              <a:t>https://tsuchiyatakahiro.com/images/logo-full.png.</a:t>
            </a:r>
          </a:p>
          <a:p>
            <a:r>
              <a:t/>
            </a:r>
          </a:p>
          <a:p>
            <a:r>
              <a:t>Icons: see assets/icons/lucide/LICENSE.txt for the Lucide license.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 — Your setup checklist</a:t>
            </a:r>
          </a:p>
          <a:p>
            <a:r>
              <a:t/>
            </a:r>
          </a:p>
          <a:p>
            <a:r>
              <a:t>Show the five stages first. These stage numbers are not weekly submission numbers. Late joiners can use the supplementary pages.</a:t>
            </a:r>
          </a:p>
          <a:p>
            <a:r>
              <a:t/>
            </a:r>
          </a:p>
          <a:p>
            <a:r>
              <a:t>Course adaptation: specify the instructor username, student template, registration form, permitted account, and student-ID format for your university. Late joiners use the same preparation steps.</a:t>
            </a:r>
          </a:p>
          <a:p>
            <a:r>
              <a:t/>
            </a:r>
          </a:p>
          <a:p>
            <a:r>
              <a:t>References</a:t>
            </a:r>
          </a:p>
          <a:p>
            <a:r>
              <a:t>https://tsuchiyatakahiro.com/images/logo-full.png.</a:t>
            </a:r>
          </a:p>
          <a:p>
            <a:r>
              <a:t/>
            </a:r>
          </a:p>
          <a:p>
            <a:r>
              <a:t>Icons: see assets/icons/lucide/LICENSE.txt for the Lucide license.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 — What you need</a:t>
            </a:r>
          </a:p>
          <a:p>
            <a:r>
              <a:t/>
            </a:r>
          </a:p>
          <a:p>
            <a:r>
              <a:t>Have everyone send one short question using an available AI service. The supplied image is an equally valid option when image generation is unavailable.</a:t>
            </a:r>
          </a:p>
          <a:p>
            <a:r>
              <a:t/>
            </a:r>
          </a:p>
          <a:p>
            <a:r>
              <a:t>Course adaptation: specify the instructor username, student template, registration form, permitted account, and student-ID format for your university. Late joiners use the same preparation steps.</a:t>
            </a:r>
          </a:p>
          <a:p>
            <a:r>
              <a:t/>
            </a:r>
          </a:p>
          <a:p>
            <a:r>
              <a:t>References</a:t>
            </a:r>
          </a:p>
          <a:p>
            <a:r>
              <a:t>https://tsuchiyatakahiro.com/images/logo-full.png.</a:t>
            </a:r>
          </a:p>
          <a:p>
            <a:r>
              <a:t/>
            </a:r>
          </a:p>
          <a:p>
            <a:r>
              <a:t>Icons: see assets/icons/lucide/LICENSE.txt for the Lucide license.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 — Where to read, save and submit</a:t>
            </a:r>
          </a:p>
          <a:p>
            <a:r>
              <a:t/>
            </a:r>
          </a:p>
          <a:p>
            <a:r>
              <a:t>Distinguish the instructor’s reading materials, the student’s editable README, and the submission form. Students work in their own private repository.</a:t>
            </a:r>
          </a:p>
          <a:p>
            <a:r>
              <a:t/>
            </a:r>
          </a:p>
          <a:p>
            <a:r>
              <a:t>Course adaptation: specify the instructor username, student template, registration form, permitted account, and student-ID format for your university. Late joiners use the same preparation steps.</a:t>
            </a:r>
          </a:p>
          <a:p>
            <a:r>
              <a:t/>
            </a:r>
          </a:p>
          <a:p>
            <a:r>
              <a:t>References</a:t>
            </a:r>
          </a:p>
          <a:p>
            <a:r>
              <a:t>https://tsuchiyatakahiro.com/images/logo-full.png.</a:t>
            </a:r>
          </a:p>
          <a:p>
            <a:r>
              <a:t/>
            </a:r>
          </a:p>
          <a:p>
            <a:r>
              <a:t>Icons: see assets/icons/lucide/LICENSE.txt for the Lucide license.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 — Your course account</a:t>
            </a:r>
          </a:p>
          <a:p>
            <a:r>
              <a:t/>
            </a:r>
          </a:p>
          <a:p>
            <a:r>
              <a:t>Switch to the account specified by the course when access fails. Never ask students to reveal passwords or verification codes.</a:t>
            </a:r>
          </a:p>
          <a:p>
            <a:r>
              <a:t/>
            </a:r>
          </a:p>
          <a:p>
            <a:r>
              <a:t>Course adaptation: specify the instructor username, student template, registration form, permitted account, and student-ID format for your university. Late joiners use the same preparation steps.</a:t>
            </a:r>
          </a:p>
          <a:p>
            <a:r>
              <a:t/>
            </a:r>
          </a:p>
          <a:p>
            <a:r>
              <a:t>References</a:t>
            </a:r>
          </a:p>
          <a:p>
            <a:r>
              <a:t>https://tsuchiyatakahiro.com/images/logo-full.png.</a:t>
            </a:r>
          </a:p>
          <a:p>
            <a:r>
              <a:t/>
            </a:r>
          </a:p>
          <a:p>
            <a:r>
              <a:t>Icons: see assets/icons/lucide/LICENSE.txt for the Lucide license.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 — Your GitHub account is separate</a:t>
            </a:r>
          </a:p>
          <a:p>
            <a:r>
              <a:t/>
            </a:r>
          </a:p>
          <a:p>
            <a:r>
              <a:t>Students with an existing GitHub account should keep it. Follow the new-account or existing-account route as appropriate.</a:t>
            </a:r>
          </a:p>
          <a:p>
            <a:r>
              <a:t/>
            </a:r>
          </a:p>
          <a:p>
            <a:r>
              <a:t>Course adaptation: specify the instructor username, student template, registration form, permitted account, and student-ID format for your university. Late joiners use the same preparation steps.</a:t>
            </a:r>
          </a:p>
          <a:p>
            <a:r>
              <a:t/>
            </a:r>
          </a:p>
          <a:p>
            <a:r>
              <a:t>References</a:t>
            </a:r>
          </a:p>
          <a:p>
            <a:r>
              <a:t>https://tsuchiyatakahiro.com/images/logo-full.png.</a:t>
            </a:r>
          </a:p>
          <a:p>
            <a:r>
              <a:t/>
            </a:r>
          </a:p>
          <a:p>
            <a:r>
              <a:t>Icons: see assets/icons/lucide/LICENSE.txt for the Lucide license.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 — Signing up for GitHub</a:t>
            </a:r>
          </a:p>
          <a:p>
            <a:r>
              <a:t/>
            </a:r>
          </a:p>
          <a:p>
            <a:r>
              <a:t>This registration diagram is a schematic, not a screenshot of the current service. Follow the on-screen registration instructions.</a:t>
            </a:r>
          </a:p>
          <a:p>
            <a:r>
              <a:t/>
            </a:r>
          </a:p>
          <a:p>
            <a:r>
              <a:t>Course adaptation: specify the instructor username, student template, registration form, permitted account, and student-ID format for your university. Late joiners use the same preparation steps.</a:t>
            </a:r>
          </a:p>
          <a:p>
            <a:r>
              <a:t/>
            </a:r>
          </a:p>
          <a:p>
            <a:r>
              <a:t>References</a:t>
            </a:r>
          </a:p>
          <a:p>
            <a:r>
              <a:t>https://tsuchiyatakahiro.com/images/logo-full.png.</a:t>
            </a:r>
          </a:p>
          <a:p>
            <a:r>
              <a:t/>
            </a:r>
          </a:p>
          <a:p>
            <a:r>
              <a:t>Icons: see assets/icons/lucide/LICENSE.txt for the Lucide license.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 — Email verification and privacy</a:t>
            </a:r>
          </a:p>
          <a:p>
            <a:r>
              <a:t/>
            </a:r>
          </a:p>
          <a:p>
            <a:r>
              <a:t>If adding a university email address, complete email verification. Do not add it twice or require a change to the student’s usual primary address.</a:t>
            </a:r>
          </a:p>
          <a:p>
            <a:r>
              <a:t/>
            </a:r>
          </a:p>
          <a:p>
            <a:r>
              <a:t>Course adaptation: specify the instructor username, student template, registration form, permitted account, and student-ID format for your university. Late joiners use the same preparation steps.</a:t>
            </a:r>
          </a:p>
          <a:p>
            <a:r>
              <a:t/>
            </a:r>
          </a:p>
          <a:p>
            <a:r>
              <a:t>References</a:t>
            </a:r>
          </a:p>
          <a:p>
            <a:r>
              <a:t>https://tsuchiyatakahiro.com/images/logo-full.png.</a:t>
            </a:r>
          </a:p>
          <a:p>
            <a:r>
              <a:t>https://docs.github.com/en/account-and-profile/how-tos/email-preferences/adding-an-email-address-to-your-github-account</a:t>
            </a:r>
          </a:p>
          <a:p>
            <a:r>
              <a:t/>
            </a:r>
          </a:p>
          <a:p>
            <a:r>
              <a:t>Icons: see assets/icons/lucide/LICENSE.txt for the Lucide license.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 — Finding your username</a:t>
            </a:r>
          </a:p>
          <a:p>
            <a:r>
              <a:t/>
            </a:r>
          </a:p>
          <a:p>
            <a:r>
              <a:t>Explain the difference between the username at the end of the profile URL, the display name, and the email address. example-student is fictional.</a:t>
            </a:r>
          </a:p>
          <a:p>
            <a:r>
              <a:t/>
            </a:r>
          </a:p>
          <a:p>
            <a:r>
              <a:t>Course adaptation: specify the instructor username, student template, registration form, permitted account, and student-ID format for your university. Late joiners use the same preparation steps.</a:t>
            </a:r>
          </a:p>
          <a:p>
            <a:r>
              <a:t/>
            </a:r>
          </a:p>
          <a:p>
            <a:r>
              <a:t>References</a:t>
            </a:r>
          </a:p>
          <a:p>
            <a:r>
              <a:t>https://github.com/tsuchiyatakahirolab/ai-data-literacy/blob/main/assets/setup/screens/ATTRIBUTION.md</a:t>
            </a:r>
          </a:p>
          <a:p>
            <a:r>
              <a:t>https://github.com/tsuchiyatakahirolab/ai-data-literacy-student-template</a:t>
            </a:r>
          </a:p>
          <a:p>
            <a:r>
              <a:t>https://tsuchiyatakahiro.com/images/logo-full.png.</a:t>
            </a:r>
          </a:p>
          <a:p>
            <a:r>
              <a:t>https://github.blog/changelog/2025-09-04-profile-menu-enhancements-in-global-navigation/</a:t>
            </a:r>
          </a:p>
          <a:p>
            <a:r>
              <a:t>https://docs.github.com/en/account-and-profile/how-tos/email-preferences/remembering-your-github-username-or-email</a:t>
            </a:r>
          </a:p>
          <a:p>
            <a:r>
              <a:t/>
            </a:r>
          </a:p>
          <a:p>
            <a:r>
              <a:t>Icons: see assets/icons/lucide/LICENSE.txt for the Lucide license.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 — Your course's student template</a:t>
            </a:r>
          </a:p>
          <a:p>
            <a:r>
              <a:t/>
            </a:r>
          </a:p>
          <a:p>
            <a:r>
              <a:t>Open the template specified for the course. The screenshot shows a public template while logged out. Sign in and reopen it if Use this template is missing. The English edition supplies an English blank template.</a:t>
            </a:r>
          </a:p>
          <a:p>
            <a:r>
              <a:t/>
            </a:r>
          </a:p>
          <a:p>
            <a:r>
              <a:t>Course adaptation: specify the instructor username, student template, registration form, permitted account, and student-ID format for your university. Late joiners use the same preparation steps.</a:t>
            </a:r>
          </a:p>
          <a:p>
            <a:r>
              <a:t/>
            </a:r>
          </a:p>
          <a:p>
            <a:r>
              <a:t>References</a:t>
            </a:r>
          </a:p>
          <a:p>
            <a:r>
              <a:t>https://github.com/tsuchiyatakahirolab/ai-data-literacy/blob/main/assets/setup/screens/ATTRIBUTION.md</a:t>
            </a:r>
          </a:p>
          <a:p>
            <a:r>
              <a:t>https://github.com/tsuchiyatakahirolab/ai-data-literacy-student-template</a:t>
            </a:r>
          </a:p>
          <a:p>
            <a:r>
              <a:t>https://tsuchiyatakahiro.com/images/logo-full.png.</a:t>
            </a:r>
          </a:p>
          <a:p>
            <a:r>
              <a:t/>
            </a:r>
          </a:p>
          <a:p>
            <a:r>
              <a:t>Icons: see assets/icons/lucide/LICENSE.txt for the Lucide license.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 — Copying with Use this template</a:t>
            </a:r>
          </a:p>
          <a:p>
            <a:r>
              <a:t/>
            </a:r>
          </a:p>
          <a:p>
            <a:r>
              <a:t>Use Use this template. Sign in and reopen the template if the button is missing. This screenshot comes from GitHub documentation; placement may change.</a:t>
            </a:r>
          </a:p>
          <a:p>
            <a:r>
              <a:t/>
            </a:r>
          </a:p>
          <a:p>
            <a:r>
              <a:t>Course adaptation: specify the instructor username, student template, registration form, permitted account, and student-ID format for your university. Late joiners use the same preparation steps.</a:t>
            </a:r>
          </a:p>
          <a:p>
            <a:r>
              <a:t/>
            </a:r>
          </a:p>
          <a:p>
            <a:r>
              <a:t>References</a:t>
            </a:r>
          </a:p>
          <a:p>
            <a:r>
              <a:t>https://github.com/tsuchiyatakahirolab/ai-data-literacy/blob/main/assets/setup/screens/ATTRIBUTION.md</a:t>
            </a:r>
          </a:p>
          <a:p>
            <a:r>
              <a:t>https://github.com/tsuchiyatakahirolab/ai-data-literacy-student-template</a:t>
            </a:r>
          </a:p>
          <a:p>
            <a:r>
              <a:t>https://tsuchiyatakahiro.com/images/logo-full.png.</a:t>
            </a:r>
          </a:p>
          <a:p>
            <a:r>
              <a:t/>
            </a:r>
          </a:p>
          <a:p>
            <a:r>
              <a:t>Icons: see assets/icons/lucide/LICENSE.txt for the Lucide license.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 — Owner and repository name</a:t>
            </a:r>
          </a:p>
          <a:p>
            <a:r>
              <a:t/>
            </a:r>
          </a:p>
          <a:p>
            <a:r>
              <a:t>Owner must be the student’s own account, and Repository name is ai-learning. Use the actual student account rather than copying the screenshot’s owner. This screenshot comes from GitHub documentation.</a:t>
            </a:r>
          </a:p>
          <a:p>
            <a:r>
              <a:t/>
            </a:r>
          </a:p>
          <a:p>
            <a:r>
              <a:t>Course adaptation: specify the instructor username, student template, registration form, permitted account, and student-ID format for your university. Late joiners use the same preparation steps.</a:t>
            </a:r>
          </a:p>
          <a:p>
            <a:r>
              <a:t/>
            </a:r>
          </a:p>
          <a:p>
            <a:r>
              <a:t>References</a:t>
            </a:r>
          </a:p>
          <a:p>
            <a:r>
              <a:t>https://github.com/tsuchiyatakahirolab/ai-data-literacy/blob/main/assets/setup/screens/ATTRIBUTION.md</a:t>
            </a:r>
          </a:p>
          <a:p>
            <a:r>
              <a:t>https://github.com/tsuchiyatakahirolab/ai-data-literacy-student-template</a:t>
            </a:r>
          </a:p>
          <a:p>
            <a:r>
              <a:t>https://tsuchiyatakahiro.com/images/logo-full.png.</a:t>
            </a:r>
          </a:p>
          <a:p>
            <a:r>
              <a:t/>
            </a:r>
          </a:p>
          <a:p>
            <a:r>
              <a:t>Icons: see assets/icons/lucide/LICENSE.txt for the Lucide license.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 — Creating a Private repository</a:t>
            </a:r>
          </a:p>
          <a:p>
            <a:r>
              <a:t/>
            </a:r>
          </a:p>
          <a:p>
            <a:r>
              <a:t>Keep the repository Private. The creation diagram is a schematic rather than a current service screenshot.</a:t>
            </a:r>
          </a:p>
          <a:p>
            <a:r>
              <a:t/>
            </a:r>
          </a:p>
          <a:p>
            <a:r>
              <a:t>Course adaptation: specify the instructor username, student template, registration form, permitted account, and student-ID format for your university. Late joiners use the same preparation steps.</a:t>
            </a:r>
          </a:p>
          <a:p>
            <a:r>
              <a:t/>
            </a:r>
          </a:p>
          <a:p>
            <a:r>
              <a:t>References</a:t>
            </a:r>
          </a:p>
          <a:p>
            <a:r>
              <a:t>https://github.com/tsuchiyatakahirolab/ai-data-literacy/blob/main/assets/setup/screens/ATTRIBUTION.md</a:t>
            </a:r>
          </a:p>
          <a:p>
            <a:r>
              <a:t>https://github.com/tsuchiyatakahirolab/ai-data-literacy-student-template</a:t>
            </a:r>
          </a:p>
          <a:p>
            <a:r>
              <a:t>https://tsuchiyatakahiro.com/images/logo-full.png.</a:t>
            </a:r>
          </a:p>
          <a:p>
            <a:r>
              <a:t/>
            </a:r>
          </a:p>
          <a:p>
            <a:r>
              <a:t>Icons: see assets/icons/lucide/LICENSE.txt for the Lucide license.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 — Checking your new repository</a:t>
            </a:r>
          </a:p>
          <a:p>
            <a:r>
              <a:t/>
            </a:r>
          </a:p>
          <a:p>
            <a:r>
              <a:t>Pause and check the student’s own username and Private label. Upload into the student’s private repository. This folder diagram is a schematic.</a:t>
            </a:r>
          </a:p>
          <a:p>
            <a:r>
              <a:t/>
            </a:r>
          </a:p>
          <a:p>
            <a:r>
              <a:t>Course adaptation: specify the instructor username, student template, registration form, permitted account, and student-ID format for your university. Late joiners use the same preparation steps.</a:t>
            </a:r>
          </a:p>
          <a:p>
            <a:r>
              <a:t/>
            </a:r>
          </a:p>
          <a:p>
            <a:r>
              <a:t>References</a:t>
            </a:r>
          </a:p>
          <a:p>
            <a:r>
              <a:t>https://github.com/tsuchiyatakahirolab/ai-data-literacy/blob/main/assets/setup/screens/ATTRIBUTION.md</a:t>
            </a:r>
          </a:p>
          <a:p>
            <a:r>
              <a:t>https://github.com/tsuchiyatakahirolab/ai-data-literacy-student-template</a:t>
            </a:r>
          </a:p>
          <a:p>
            <a:r>
              <a:t>https://tsuchiyatakahiro.com/images/logo-full.png.</a:t>
            </a:r>
          </a:p>
          <a:p>
            <a:r>
              <a:t/>
            </a:r>
          </a:p>
          <a:p>
            <a:r>
              <a:t>Icons: see assets/icons/lucide/LICENSE.txt for the Lucide license.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 — Preparing one practice image</a:t>
            </a:r>
          </a:p>
          <a:p>
            <a:r>
              <a:t/>
            </a:r>
          </a:p>
          <a:p>
            <a:r>
              <a:t>An original generated image and the supplied image are both acceptable. Image quality and paid subscriptions are not completion criteria. The sample event is fictional.</a:t>
            </a:r>
          </a:p>
          <a:p>
            <a:r>
              <a:t/>
            </a:r>
          </a:p>
          <a:p>
            <a:r>
              <a:t>Course adaptation: specify the instructor username, student template, registration form, permitted account, and student-ID format for your university. Late joiners use the same preparation steps.</a:t>
            </a:r>
          </a:p>
          <a:p>
            <a:r>
              <a:t/>
            </a:r>
          </a:p>
          <a:p>
            <a:r>
              <a:t>References</a:t>
            </a:r>
          </a:p>
          <a:p>
            <a:r>
              <a:t>https://github.com/tsuchiyatakahirolab/ai-data-literacy/blob/main/assets/setup/screens/ATTRIBUTION.md</a:t>
            </a:r>
          </a:p>
          <a:p>
            <a:r>
              <a:t>https://github.com/tsuchiyatakahirolab/ai-data-literacy-student-template</a:t>
            </a:r>
          </a:p>
          <a:p>
            <a:r>
              <a:t>https://tsuchiyatakahiro.com/images/logo-full.png.</a:t>
            </a:r>
          </a:p>
          <a:p>
            <a:r>
              <a:t/>
            </a:r>
          </a:p>
          <a:p>
            <a:r>
              <a:t>Icons: see assets/icons/lucide/LICENSE.txt for the Lucide license.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 — Saving the actual image file</a:t>
            </a:r>
          </a:p>
          <a:p>
            <a:r>
              <a:t/>
            </a:r>
          </a:p>
          <a:p>
            <a:r>
              <a:t>The supplied image is assets/setup/practice.png. Open its link from the course page. For generated images, use the service’s own download function.</a:t>
            </a:r>
          </a:p>
          <a:p>
            <a:r>
              <a:t/>
            </a:r>
          </a:p>
          <a:p>
            <a:r>
              <a:t>Course adaptation: specify the instructor username, student template, registration form, permitted account, and student-ID format for your university. Late joiners use the same preparation steps.</a:t>
            </a:r>
          </a:p>
          <a:p>
            <a:r>
              <a:t/>
            </a:r>
          </a:p>
          <a:p>
            <a:r>
              <a:t>References</a:t>
            </a:r>
          </a:p>
          <a:p>
            <a:r>
              <a:t>https://tsuchiyatakahiro.com/images/logo-full.png.</a:t>
            </a:r>
          </a:p>
          <a:p>
            <a:r>
              <a:t/>
            </a:r>
          </a:p>
          <a:p>
            <a:r>
              <a:t>Icons: see assets/icons/lucide/LICENSE.txt for the Lucide license.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 — Opening setup in your ai-learning</a:t>
            </a:r>
          </a:p>
          <a:p>
            <a:r>
              <a:t/>
            </a:r>
          </a:p>
          <a:p>
            <a:r>
              <a:t>The screenshot shows the public teaching template. Students must return to their own private repository; its owner and name will differ.</a:t>
            </a:r>
          </a:p>
          <a:p>
            <a:r>
              <a:t/>
            </a:r>
          </a:p>
          <a:p>
            <a:r>
              <a:t>Course adaptation: specify the instructor username, student template, registration form, permitted account, and student-ID format for your university. Late joiners use the same preparation steps.</a:t>
            </a:r>
          </a:p>
          <a:p>
            <a:r>
              <a:t/>
            </a:r>
          </a:p>
          <a:p>
            <a:r>
              <a:t>References</a:t>
            </a:r>
          </a:p>
          <a:p>
            <a:r>
              <a:t>https://github.com/tsuchiyatakahirolab/ai-data-literacy/blob/main/assets/setup/screens/ATTRIBUTION.md</a:t>
            </a:r>
          </a:p>
          <a:p>
            <a:r>
              <a:t>https://github.com/tsuchiyatakahirolab/ai-data-literacy-student-template</a:t>
            </a:r>
          </a:p>
          <a:p>
            <a:r>
              <a:t>https://tsuchiyatakahiro.com/images/logo-full.png.</a:t>
            </a:r>
          </a:p>
          <a:p>
            <a:r>
              <a:t/>
            </a:r>
          </a:p>
          <a:p>
            <a:r>
              <a:t>Icons: see assets/icons/lucide/LICENSE.txt for the Lucide license.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 — Uploading an image with Add file</a:t>
            </a:r>
          </a:p>
          <a:p>
            <a:r>
              <a:t/>
            </a:r>
          </a:p>
          <a:p>
            <a:r>
              <a:t>Find Add file, then Upload files. Wait for students to reach the upload screen. This screenshot comes from GitHub documentation.</a:t>
            </a:r>
          </a:p>
          <a:p>
            <a:r>
              <a:t/>
            </a:r>
          </a:p>
          <a:p>
            <a:r>
              <a:t>Course adaptation: specify the instructor username, student template, registration form, permitted account, and student-ID format for your university. Late joiners use the same preparation steps.</a:t>
            </a:r>
          </a:p>
          <a:p>
            <a:r>
              <a:t/>
            </a:r>
          </a:p>
          <a:p>
            <a:r>
              <a:t>References</a:t>
            </a:r>
          </a:p>
          <a:p>
            <a:r>
              <a:t>https://github.com/tsuchiyatakahirolab/ai-data-literacy/blob/main/assets/setup/screens/ATTRIBUTION.md</a:t>
            </a:r>
          </a:p>
          <a:p>
            <a:r>
              <a:t>https://github.com/tsuchiyatakahirolab/ai-data-literacy-student-template</a:t>
            </a:r>
          </a:p>
          <a:p>
            <a:r>
              <a:t>https://tsuchiyatakahiro.com/images/logo-full.png.</a:t>
            </a:r>
          </a:p>
          <a:p>
            <a:r>
              <a:t/>
            </a:r>
          </a:p>
          <a:p>
            <a:r>
              <a:t>Icons: see assets/icons/lucide/LICENSE.txt for the Lucide license.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 — Saving with Commit changes</a:t>
            </a:r>
          </a:p>
          <a:p>
            <a:r>
              <a:t/>
            </a:r>
          </a:p>
          <a:p>
            <a:r>
              <a:t>Choose the image, upload it, and save with Commit changes. This upload diagram is a schematic.</a:t>
            </a:r>
          </a:p>
          <a:p>
            <a:r>
              <a:t/>
            </a:r>
          </a:p>
          <a:p>
            <a:r>
              <a:t>Course adaptation: specify the instructor username, student template, registration form, permitted account, and student-ID format for your university. Late joiners use the same preparation steps.</a:t>
            </a:r>
          </a:p>
          <a:p>
            <a:r>
              <a:t/>
            </a:r>
          </a:p>
          <a:p>
            <a:r>
              <a:t>References</a:t>
            </a:r>
          </a:p>
          <a:p>
            <a:r>
              <a:t>https://github.com/tsuchiyatakahirolab/ai-data-literacy/blob/main/assets/setup/screens/ATTRIBUTION.md</a:t>
            </a:r>
          </a:p>
          <a:p>
            <a:r>
              <a:t>https://github.com/tsuchiyatakahirolab/ai-data-literacy-student-template</a:t>
            </a:r>
          </a:p>
          <a:p>
            <a:r>
              <a:t>https://tsuchiyatakahiro.com/images/logo-full.png.</a:t>
            </a:r>
          </a:p>
          <a:p>
            <a:r>
              <a:t>https://docs.github.com/en/repositories/working-with-files/managing-files/adding-a-file-to-a-repository</a:t>
            </a:r>
          </a:p>
          <a:p>
            <a:r>
              <a:t/>
            </a:r>
          </a:p>
          <a:p>
            <a:r>
              <a:t>Icons: see assets/icons/lucide/LICENSE.txt for the Lucide license.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 — Checking the image on GitHub</a:t>
            </a:r>
          </a:p>
          <a:p>
            <a:r>
              <a:t/>
            </a:r>
          </a:p>
          <a:p>
            <a:r>
              <a:t>Open the uploaded image rather than checking only its filename. The supplied image supports the same technical check.</a:t>
            </a:r>
          </a:p>
          <a:p>
            <a:r>
              <a:t/>
            </a:r>
          </a:p>
          <a:p>
            <a:r>
              <a:t>Course adaptation: specify the instructor username, student template, registration form, permitted account, and student-ID format for your university. Late joiners use the same preparation steps.</a:t>
            </a:r>
          </a:p>
          <a:p>
            <a:r>
              <a:t/>
            </a:r>
          </a:p>
          <a:p>
            <a:r>
              <a:t>References</a:t>
            </a:r>
          </a:p>
          <a:p>
            <a:r>
              <a:t>https://tsuchiyatakahiro.com/images/logo-full.png.</a:t>
            </a:r>
          </a:p>
          <a:p>
            <a:r>
              <a:t/>
            </a:r>
          </a:p>
          <a:p>
            <a:r>
              <a:t>Icons: see assets/icons/lucide/LICENSE.txt for the Lucide license.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 — Your setup README</a:t>
            </a:r>
          </a:p>
          <a:p>
            <a:r>
              <a:t/>
            </a:r>
          </a:p>
          <a:p>
            <a:r>
              <a:t>Write the image filename, how it was obtained or used, and what the student checked in setup/README.md. The screenshot contains a Japanese example; English students use the English fields in their own template. Learning goals are optional.</a:t>
            </a:r>
          </a:p>
          <a:p>
            <a:r>
              <a:t/>
            </a:r>
          </a:p>
          <a:p>
            <a:r>
              <a:t>Course adaptation: specify the instructor username, student template, registration form, permitted account, and student-ID format for your university. Late joiners use the same preparation steps.</a:t>
            </a:r>
          </a:p>
          <a:p>
            <a:r>
              <a:t/>
            </a:r>
          </a:p>
          <a:p>
            <a:r>
              <a:t>References</a:t>
            </a:r>
          </a:p>
          <a:p>
            <a:r>
              <a:t>https://github.com/tsuchiyatakahirolab/ai-data-literacy/blob/main/assets/setup/screens/ATTRIBUTION.md</a:t>
            </a:r>
          </a:p>
          <a:p>
            <a:r>
              <a:t>https://github.com/tsuchiyatakahirolab/ai-data-literacy-student-template</a:t>
            </a:r>
          </a:p>
          <a:p>
            <a:r>
              <a:t>https://tsuchiyatakahiro.com/images/logo-full.png.</a:t>
            </a:r>
          </a:p>
          <a:p>
            <a:r>
              <a:t/>
            </a:r>
          </a:p>
          <a:p>
            <a:r>
              <a:t>Icons: see assets/icons/lucide/LICENSE.txt for the Lucide license.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 — Editing with the pencil button</a:t>
            </a:r>
          </a:p>
          <a:p>
            <a:r>
              <a:t/>
            </a:r>
          </a:p>
          <a:p>
            <a:r>
              <a:t>Find the README edit icon. The screenshot’s text does not need to be copied. This screenshot comes from GitHub documentation.</a:t>
            </a:r>
          </a:p>
          <a:p>
            <a:r>
              <a:t/>
            </a:r>
          </a:p>
          <a:p>
            <a:r>
              <a:t>Course adaptation: specify the instructor username, student template, registration form, permitted account, and student-ID format for your university. Late joiners use the same preparation steps.</a:t>
            </a:r>
          </a:p>
          <a:p>
            <a:r>
              <a:t/>
            </a:r>
          </a:p>
          <a:p>
            <a:r>
              <a:t>References</a:t>
            </a:r>
          </a:p>
          <a:p>
            <a:r>
              <a:t>https://github.com/tsuchiyatakahirolab/ai-data-literacy/blob/main/assets/setup/screens/ATTRIBUTION.md</a:t>
            </a:r>
          </a:p>
          <a:p>
            <a:r>
              <a:t>https://github.com/tsuchiyatakahirolab/ai-data-literacy-student-template</a:t>
            </a:r>
          </a:p>
          <a:p>
            <a:r>
              <a:t>https://tsuchiyatakahiro.com/images/logo-full.png.</a:t>
            </a:r>
          </a:p>
          <a:p>
            <a:r>
              <a:t/>
            </a:r>
          </a:p>
          <a:p>
            <a:r>
              <a:t>Icons: see assets/icons/lucide/LICENSE.txt for the Lucide license.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 — Recording what you actually did</a:t>
            </a:r>
          </a:p>
          <a:p>
            <a:r>
              <a:t/>
            </a:r>
          </a:p>
          <a:p>
            <a:r>
              <a:t>Use the real filename and describe actual use. If no AI was used, write that the supplied course image was used.</a:t>
            </a:r>
          </a:p>
          <a:p>
            <a:r>
              <a:t/>
            </a:r>
          </a:p>
          <a:p>
            <a:r>
              <a:t>Course adaptation: specify the instructor username, student template, registration form, permitted account, and student-ID format for your university. Late joiners use the same preparation steps.</a:t>
            </a:r>
          </a:p>
          <a:p>
            <a:r>
              <a:t/>
            </a:r>
          </a:p>
          <a:p>
            <a:r>
              <a:t>References</a:t>
            </a:r>
          </a:p>
          <a:p>
            <a:r>
              <a:t>https://tsuchiyatakahiro.com/images/logo-full.png.</a:t>
            </a:r>
          </a:p>
          <a:p>
            <a:r>
              <a:t/>
            </a:r>
          </a:p>
          <a:p>
            <a:r>
              <a:t>Icons: see assets/icons/lucide/LICENSE.txt for the Lucide license.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 — Checking the Preview</a:t>
            </a:r>
          </a:p>
          <a:p>
            <a:r>
              <a:t/>
            </a:r>
          </a:p>
          <a:p>
            <a:r>
              <a:t>Preview checks the display but does not save changes. Continue to Commit changes. This screenshot comes from GitHub documentation.</a:t>
            </a:r>
          </a:p>
          <a:p>
            <a:r>
              <a:t/>
            </a:r>
          </a:p>
          <a:p>
            <a:r>
              <a:t>Course adaptation: specify the instructor username, student template, registration form, permitted account, and student-ID format for your university. Late joiners use the same preparation steps.</a:t>
            </a:r>
          </a:p>
          <a:p>
            <a:r>
              <a:t/>
            </a:r>
          </a:p>
          <a:p>
            <a:r>
              <a:t>References</a:t>
            </a:r>
          </a:p>
          <a:p>
            <a:r>
              <a:t>https://github.com/tsuchiyatakahirolab/ai-data-literacy/blob/main/assets/setup/screens/ATTRIBUTION.md</a:t>
            </a:r>
          </a:p>
          <a:p>
            <a:r>
              <a:t>https://github.com/tsuchiyatakahirolab/ai-data-literacy-student-template</a:t>
            </a:r>
          </a:p>
          <a:p>
            <a:r>
              <a:t>https://tsuchiyatakahiro.com/images/logo-full.png.</a:t>
            </a:r>
          </a:p>
          <a:p>
            <a:r>
              <a:t/>
            </a:r>
          </a:p>
          <a:p>
            <a:r>
              <a:t>Icons: see assets/icons/lucide/LICENSE.txt for the Lucide license.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 — Saving your setup record</a:t>
            </a:r>
          </a:p>
          <a:p>
            <a:r>
              <a:t/>
            </a:r>
          </a:p>
          <a:p>
            <a:r>
              <a:t>Commit changes in the browser saves directly to GitHub; a separate push is unnecessary in this setup route. Use the branch specified by the course. This save diagram is a schematic.</a:t>
            </a:r>
          </a:p>
          <a:p>
            <a:r>
              <a:t/>
            </a:r>
          </a:p>
          <a:p>
            <a:r>
              <a:t>Course adaptation: specify the instructor username, student template, registration form, permitted account, and student-ID format for your university. Late joiners use the same preparation steps.</a:t>
            </a:r>
          </a:p>
          <a:p>
            <a:r>
              <a:t/>
            </a:r>
          </a:p>
          <a:p>
            <a:r>
              <a:t>References</a:t>
            </a:r>
          </a:p>
          <a:p>
            <a:r>
              <a:t>https://github.com/tsuchiyatakahirolab/ai-data-literacy/blob/main/assets/setup/screens/ATTRIBUTION.md</a:t>
            </a:r>
          </a:p>
          <a:p>
            <a:r>
              <a:t>https://github.com/tsuchiyatakahirolab/ai-data-literacy-student-template</a:t>
            </a:r>
          </a:p>
          <a:p>
            <a:r>
              <a:t>https://tsuchiyatakahiro.com/images/logo-full.png.</a:t>
            </a:r>
          </a:p>
          <a:p>
            <a:r>
              <a:t>https://docs.github.com/en/repositories/working-with-files/managing-files/editing-files</a:t>
            </a:r>
          </a:p>
          <a:p>
            <a:r>
              <a:t/>
            </a:r>
          </a:p>
          <a:p>
            <a:r>
              <a:t>Icons: see assets/icons/lucide/LICENSE.txt for the Lucide license.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 — Your repository's Settings</a:t>
            </a:r>
          </a:p>
          <a:p>
            <a:r>
              <a:t/>
            </a:r>
          </a:p>
          <a:p>
            <a:r>
              <a:t>Distinguish repository Settings from account Settings. Repository access settings are reached from a different place than email settings. This screenshot comes from GitHub documentation.</a:t>
            </a:r>
          </a:p>
          <a:p>
            <a:r>
              <a:t/>
            </a:r>
          </a:p>
          <a:p>
            <a:r>
              <a:t>Course adaptation: specify the instructor username, student template, registration form, permitted account, and student-ID format for your university. Late joiners use the same preparation steps.</a:t>
            </a:r>
          </a:p>
          <a:p>
            <a:r>
              <a:t/>
            </a:r>
          </a:p>
          <a:p>
            <a:r>
              <a:t>References</a:t>
            </a:r>
          </a:p>
          <a:p>
            <a:r>
              <a:t>https://github.com/tsuchiyatakahirolab/ai-data-literacy/blob/main/assets/setup/screens/ATTRIBUTION.md</a:t>
            </a:r>
          </a:p>
          <a:p>
            <a:r>
              <a:t>https://github.com/tsuchiyatakahirolab/ai-data-literacy-student-template</a:t>
            </a:r>
          </a:p>
          <a:p>
            <a:r>
              <a:t>https://tsuchiyatakahiro.com/images/logo-full.png.</a:t>
            </a:r>
          </a:p>
          <a:p>
            <a:r>
              <a:t/>
            </a:r>
          </a:p>
          <a:p>
            <a:r>
              <a:t>Icons: see assets/icons/lucide/LICENSE.txt for the Lucide license.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 — Inviting your instructor's account</a:t>
            </a:r>
          </a:p>
          <a:p>
            <a:r>
              <a:t/>
            </a:r>
          </a:p>
          <a:p>
            <a:r>
              <a:t>Verify the full instructor username before selecting and inviting it. tsuchiyatakahirolab is the author’s example; other instructors replace it with their own account. Pending invitation is sufficient for the student to continue. Personal-repository collaborators also have write access, so instructors should avoid modifying student files. This invitation diagram is a schematic.</a:t>
            </a:r>
          </a:p>
          <a:p>
            <a:r>
              <a:t/>
            </a:r>
          </a:p>
          <a:p>
            <a:r>
              <a:t>Course adaptation: specify the instructor username, student template, registration form, permitted account, and student-ID format for your university. Late joiners use the same preparation steps.</a:t>
            </a:r>
          </a:p>
          <a:p>
            <a:r>
              <a:t/>
            </a:r>
          </a:p>
          <a:p>
            <a:r>
              <a:t>References</a:t>
            </a:r>
          </a:p>
          <a:p>
            <a:r>
              <a:t>https://github.com/tsuchiyatakahirolab/ai-data-literacy/blob/main/assets/setup/screens/ATTRIBUTION.md</a:t>
            </a:r>
          </a:p>
          <a:p>
            <a:r>
              <a:t>https://github.com/tsuchiyatakahirolab/ai-data-literacy-student-template</a:t>
            </a:r>
          </a:p>
          <a:p>
            <a:r>
              <a:t>https://tsuchiyatakahiro.com/images/logo-full.png.</a:t>
            </a:r>
          </a:p>
          <a:p>
            <a:r>
              <a:t>https://docs.github.com/en/repositories/managing-your-repositorys-settings-and-features/repository-access-and-collaboration/inviting-collaborators-to-a-personal-repository</a:t>
            </a:r>
          </a:p>
          <a:p>
            <a:r>
              <a:t/>
            </a:r>
          </a:p>
          <a:p>
            <a:r>
              <a:t>Icons: see assets/icons/lucide/LICENSE.txt for the Lucide license.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 — Copying your repository URL</a:t>
            </a:r>
          </a:p>
          <a:p>
            <a:r>
              <a:t/>
            </a:r>
          </a:p>
          <a:p>
            <a:r>
              <a:t>Initial registration uses the repository URL, not the profile URL or a commit URL. The example-student URL is a fictional structure example.</a:t>
            </a:r>
          </a:p>
          <a:p>
            <a:r>
              <a:t/>
            </a:r>
          </a:p>
          <a:p>
            <a:r>
              <a:t>Course adaptation: specify the instructor username, student template, registration form, permitted account, and student-ID format for your university. Late joiners use the same preparation steps.</a:t>
            </a:r>
          </a:p>
          <a:p>
            <a:r>
              <a:t/>
            </a:r>
          </a:p>
          <a:p>
            <a:r>
              <a:t>References</a:t>
            </a:r>
          </a:p>
          <a:p>
            <a:r>
              <a:t>https://github.com/tsuchiyatakahirolab/ai-data-literacy/blob/main/assets/setup/screens/ATTRIBUTION.md</a:t>
            </a:r>
          </a:p>
          <a:p>
            <a:r>
              <a:t>https://github.com/tsuchiyatakahirolab/ai-data-literacy-student-template</a:t>
            </a:r>
          </a:p>
          <a:p>
            <a:r>
              <a:t>https://tsuchiyatakahiro.com/images/logo-full.png.</a:t>
            </a:r>
          </a:p>
          <a:p>
            <a:r>
              <a:t/>
            </a:r>
          </a:p>
          <a:p>
            <a:r>
              <a:t>Icons: see assets/icons/lucide/LICENSE.txt for the Lucide license.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 — Your university's student ID format</a:t>
            </a:r>
          </a:p>
          <a:p>
            <a:r>
              <a:t/>
            </a:r>
          </a:p>
          <a:p>
            <a:r>
              <a:t>2026GT0001 is only an example of a student-ID format. Use the full format required by the student’s university; neither length nor entry year is universal.</a:t>
            </a:r>
          </a:p>
          <a:p>
            <a:r>
              <a:t/>
            </a:r>
          </a:p>
          <a:p>
            <a:r>
              <a:t>Course adaptation: specify the instructor username, student template, registration form, permitted account, and student-ID format for your university. Late joiners use the same preparation steps.</a:t>
            </a:r>
          </a:p>
          <a:p>
            <a:r>
              <a:t/>
            </a:r>
          </a:p>
          <a:p>
            <a:r>
              <a:t>References</a:t>
            </a:r>
          </a:p>
          <a:p>
            <a:r>
              <a:t>https://tsuchiyatakahiro.com/images/logo-full.png.</a:t>
            </a:r>
          </a:p>
          <a:p>
            <a:r>
              <a:t/>
            </a:r>
          </a:p>
          <a:p>
            <a:r>
              <a:t>Icons: see assets/icons/lucide/LICENSE.txt for the Lucide license.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 — Connecting your details and GitHub</a:t>
            </a:r>
          </a:p>
          <a:p>
            <a:r>
              <a:t/>
            </a:r>
          </a:p>
          <a:p>
            <a:r>
              <a:t>Use the existing initial registration form supplied by the instructor. Enter student ID, university email, GitHub username, and repository URL in the same response. Follow the actual form’s fields and rules.</a:t>
            </a:r>
          </a:p>
          <a:p>
            <a:r>
              <a:t/>
            </a:r>
          </a:p>
          <a:p>
            <a:r>
              <a:t>Course adaptation: specify the instructor username, student template, registration form, permitted account, and student-ID format for your university. Late joiners use the same preparation steps.</a:t>
            </a:r>
          </a:p>
          <a:p>
            <a:r>
              <a:t/>
            </a:r>
          </a:p>
          <a:p>
            <a:r>
              <a:t>References</a:t>
            </a:r>
          </a:p>
          <a:p>
            <a:r>
              <a:t>https://tsuchiyatakahiro.com/images/logo-full.png.</a:t>
            </a:r>
          </a:p>
          <a:p>
            <a:r>
              <a:t/>
            </a:r>
          </a:p>
          <a:p>
            <a:r>
              <a:t>Icons: see assets/icons/lucide/LICENSE.txt for the Lucide license.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 — Your setup and the instructor's check</a:t>
            </a:r>
          </a:p>
          <a:p>
            <a:r>
              <a:t/>
            </a:r>
          </a:p>
          <a:p>
            <a:r>
              <a:t>The course page explains how to view check results. Students need not wait for invitation acceptance or a personal comment. Follow any correction instructions.</a:t>
            </a:r>
          </a:p>
          <a:p>
            <a:r>
              <a:t/>
            </a:r>
          </a:p>
          <a:p>
            <a:r>
              <a:t>Course adaptation: specify the instructor username, student template, registration form, permitted account, and student-ID format for your university. Late joiners use the same preparation steps.</a:t>
            </a:r>
          </a:p>
          <a:p>
            <a:r>
              <a:t/>
            </a:r>
          </a:p>
          <a:p>
            <a:r>
              <a:t>References</a:t>
            </a:r>
          </a:p>
          <a:p>
            <a:r>
              <a:t>https://tsuchiyatakahiro.com/images/logo-full.png.</a:t>
            </a:r>
          </a:p>
          <a:p>
            <a:r>
              <a:t/>
            </a:r>
          </a:p>
          <a:p>
            <a:r>
              <a:t>Icons: see assets/icons/lucide/LICENSE.txt for the Lucide license.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 — Your setup is complete when...</a:t>
            </a:r>
          </a:p>
          <a:p>
            <a:r>
              <a:t/>
            </a:r>
          </a:p>
          <a:p>
            <a:r>
              <a:t>Check only items that students can verify themselves. Instructor acceptance of the invitation is not a condition for completing the student’s steps.</a:t>
            </a:r>
          </a:p>
          <a:p>
            <a:r>
              <a:t/>
            </a:r>
          </a:p>
          <a:p>
            <a:r>
              <a:t>Course adaptation: specify the instructor username, student template, registration form, permitted account, and student-ID format for your university. Late joiners use the same preparation steps.</a:t>
            </a:r>
          </a:p>
          <a:p>
            <a:r>
              <a:t/>
            </a:r>
          </a:p>
          <a:p>
            <a:r>
              <a:t>References</a:t>
            </a:r>
          </a:p>
          <a:p>
            <a:r>
              <a:t>https://tsuchiyatakahiro.com/images/logo-full.png.</a:t>
            </a:r>
          </a:p>
          <a:p>
            <a:r>
              <a:t/>
            </a:r>
          </a:p>
          <a:p>
            <a:r>
              <a:t>Icons: see assets/icons/lucide/LICENSE.txt for the Lucide license.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 — Your weekly submission</a:t>
            </a:r>
          </a:p>
          <a:p>
            <a:r>
              <a:t/>
            </a:r>
          </a:p>
          <a:p>
            <a:r>
              <a:t>Distinguish initial registration from weekly submission. Refer to the weekly instructions for obtaining the final commit URL.</a:t>
            </a:r>
          </a:p>
          <a:p>
            <a:r>
              <a:t/>
            </a:r>
          </a:p>
          <a:p>
            <a:r>
              <a:t>Course adaptation: specify the instructor username, student template, registration form, permitted account, and student-ID format for your university. Late joiners use the same preparation steps.</a:t>
            </a:r>
          </a:p>
          <a:p>
            <a:r>
              <a:t/>
            </a:r>
          </a:p>
          <a:p>
            <a:r>
              <a:t>References</a:t>
            </a:r>
          </a:p>
          <a:p>
            <a:r>
              <a:t>https://tsuchiyatakahiro.com/images/logo-full.png.</a:t>
            </a:r>
          </a:p>
          <a:p>
            <a:r>
              <a:t/>
            </a:r>
          </a:p>
          <a:p>
            <a:r>
              <a:t>Icons: see assets/icons/lucide/LICENSE.txt for the Lucide license.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 — Joining or continuing later</a:t>
            </a:r>
          </a:p>
          <a:p>
            <a:r>
              <a:t/>
            </a:r>
          </a:p>
          <a:p>
            <a:r>
              <a:t>Late joiners use the same template, registration form, and preparation materials. Reuse existing files and history. Earlier assignments and deadlines follow the instructor’s policy.</a:t>
            </a:r>
          </a:p>
          <a:p>
            <a:r>
              <a:t/>
            </a:r>
          </a:p>
          <a:p>
            <a:r>
              <a:t>Course adaptation: specify the instructor username, student template, registration form, permitted account, and student-ID format for your university. Late joiners use the same preparation steps.</a:t>
            </a:r>
          </a:p>
          <a:p>
            <a:r>
              <a:t/>
            </a:r>
          </a:p>
          <a:p>
            <a:r>
              <a:t>References</a:t>
            </a:r>
          </a:p>
          <a:p>
            <a:r>
              <a:t>https://tsuchiyatakahiro.com/images/logo-full.png.</a:t>
            </a:r>
          </a:p>
          <a:p>
            <a:r>
              <a:t/>
            </a:r>
          </a:p>
          <a:p>
            <a:r>
              <a:t>Icons: see assets/icons/lucide/LICENSE.txt for the Lucide license.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 — When you get stuck</a:t>
            </a:r>
          </a:p>
          <a:p>
            <a:r>
              <a:t/>
            </a:r>
          </a:p>
          <a:p>
            <a:r>
              <a:t>Prevent access requests sent from the wrong account. When asking for help, share the step number and error with confidential information hidden.</a:t>
            </a:r>
          </a:p>
          <a:p>
            <a:r>
              <a:t/>
            </a:r>
          </a:p>
          <a:p>
            <a:r>
              <a:t>Course adaptation: specify the instructor username, student template, registration form, permitted account, and student-ID format for your university. Late joiners use the same preparation steps.</a:t>
            </a:r>
          </a:p>
          <a:p>
            <a:r>
              <a:t/>
            </a:r>
          </a:p>
          <a:p>
            <a:r>
              <a:t>References</a:t>
            </a:r>
          </a:p>
          <a:p>
            <a:r>
              <a:t>https://tsuchiyatakahiro.com/images/logo-full.png.</a:t>
            </a:r>
          </a:p>
          <a:p>
            <a:r>
              <a:t/>
            </a:r>
          </a:p>
          <a:p>
            <a:r>
              <a:t>Icons: see assets/icons/lucide/LICENSE.txt for the Lucide license.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 — Student benefits and bookmarks</a:t>
            </a:r>
          </a:p>
          <a:p>
            <a:r>
              <a:t/>
            </a:r>
          </a:p>
          <a:p>
            <a:r>
              <a:t>Student benefits, paid AI, and Star are optional. Check official eligibility and terms; they are not participation or grading requirements.</a:t>
            </a:r>
          </a:p>
          <a:p>
            <a:r>
              <a:t/>
            </a:r>
          </a:p>
          <a:p>
            <a:r>
              <a:t>Course adaptation: specify the instructor username, student template, registration form, permitted account, and student-ID format for your university. Late joiners use the same preparation steps.</a:t>
            </a:r>
          </a:p>
          <a:p>
            <a:r>
              <a:t/>
            </a:r>
          </a:p>
          <a:p>
            <a:r>
              <a:t>References</a:t>
            </a:r>
          </a:p>
          <a:p>
            <a:r>
              <a:t>https://tsuchiyatakahiro.com/images/logo-full.png.</a:t>
            </a:r>
          </a:p>
          <a:p>
            <a:r>
              <a:t/>
            </a:r>
          </a:p>
          <a:p>
            <a:r>
              <a:t>Icons: see assets/icons/lucide/LICENSE.txt for the Lucide license.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 — An optional two-line learning goal</a:t>
            </a:r>
          </a:p>
          <a:p>
            <a:r>
              <a:t/>
            </a:r>
          </a:p>
          <a:p>
            <a:r>
              <a:t>Learning goals are optional. Keep them separate from the required image filename, use method, and checks. The goal-writing example is illustrative.</a:t>
            </a:r>
          </a:p>
          <a:p>
            <a:r>
              <a:t/>
            </a:r>
          </a:p>
          <a:p>
            <a:r>
              <a:t>Course adaptation: specify the instructor username, student template, registration form, permitted account, and student-ID format for your university. Late joiners use the same preparation steps.</a:t>
            </a:r>
          </a:p>
          <a:p>
            <a:r>
              <a:t/>
            </a:r>
          </a:p>
          <a:p>
            <a:r>
              <a:t>References</a:t>
            </a:r>
          </a:p>
          <a:p>
            <a:r>
              <a:t>https://tsuchiyatakahiro.com/images/logo-full.png.</a:t>
            </a:r>
          </a:p>
          <a:p>
            <a:r>
              <a:t/>
            </a:r>
          </a:p>
          <a:p>
            <a:r>
              <a:t>Icons: see assets/icons/lucide/LICENSE.txt for the Lucide license.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slideLayout" Target="../slideLayouts/slideLayout2.xml" /><ns0:Relationship Id="rId3" Type="http://schemas.openxmlformats.org/officeDocument/2006/relationships/slideLayout" Target="../slideLayouts/slideLayout3.xml" /><ns0:Relationship Id="rId4" Type="http://schemas.openxmlformats.org/officeDocument/2006/relationships/slideLayout" Target="../slideLayouts/slideLayout4.xml" /><ns0:Relationship Id="rId5" Type="http://schemas.openxmlformats.org/officeDocument/2006/relationships/slideLayout" Target="../slideLayouts/slideLayout5.xml" /><ns0:Relationship Id="rId6" Type="http://schemas.openxmlformats.org/officeDocument/2006/relationships/slideLayout" Target="../slideLayouts/slideLayout6.xml" /><ns0:Relationship Id="rId7" Type="http://schemas.openxmlformats.org/officeDocument/2006/relationships/slideLayout" Target="../slideLayouts/slideLayout7.xml" /><ns0:Relationship Id="rId8" Type="http://schemas.openxmlformats.org/officeDocument/2006/relationships/slideLayout" Target="../slideLayouts/slideLayout8.xml" /><ns0:Relationship Id="rId9" Type="http://schemas.openxmlformats.org/officeDocument/2006/relationships/slideLayout" Target="../slideLayouts/slideLayout9.xml" /><ns0:Relationship Id="rId10" Type="http://schemas.openxmlformats.org/officeDocument/2006/relationships/slideLayout" Target="../slideLayouts/slideLayout10.xml" /><ns0:Relationship Id="rId11" Type="http://schemas.openxmlformats.org/officeDocument/2006/relationships/slideLayout" Target="../slideLayouts/slideLayout11.xml" /><ns0:Relationship Id="rId12" Type="http://schemas.openxmlformats.org/officeDocument/2006/relationships/theme" Target="../theme/theme1.xml" /><ns0:Relationship Id="rIdPersonalAuthorLogo" Type="http://schemas.openxmlformats.org/officeDocument/2006/relationships/image" Target="../media/personal-author-logo.png" /></ns0:Relationships>
</file>

<file path=ppt/slideMasters/slideMaster1.xml><?xml version="1.0" encoding="utf-8"?>
<p:sldMaster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pic>
        <p:nvPicPr>
          <p:cNvPr id="7" name=""/>
          <p:cNvPicPr>
            <a:picLocks noChangeAspect="1"/>
          </p:cNvPicPr>
          <p:nvPr/>
        </p:nvPicPr>
        <p:blipFill>
          <a:blip r:embed="rIdPersonalAuthorLogo"/>
          <a:stretch/>
        </p:blipFill>
        <p:spPr>
          <a:xfrm>
            <a:off x="685800" y="85748"/>
            <a:ext cx="1714500" cy="210457"/>
          </a:xfrm>
          <a:prstGeom prst="rect">
            <a:avLst/>
          </a:prstGeom>
        </p:spPr>
      </p:pic>
      <p:sp>
        <p:nvSpPr>
          <p:cNvPr id="8" name="Personal author website">
            <a:extLst>
              <a:ext uri="{FF2B5EF4-FFF2-40B4-BE49-F238E27FC236}">
                <ns3:creationId id="{2B199CB2-0940-4D13-9CAC-E3F074FAA0ED}"/>
              </a:ext>
            </a:extLst>
          </p:cNvPr>
          <p:cNvSpPr>
            <a:spLocks noGrp="1"/>
          </p:cNvSpPr>
          <p:nvPr/>
        </p:nvSpPr>
        <p:spPr>
          <a:xfrm>
            <a:off x="6286500" y="6477000"/>
            <a:ext cx="4000500" cy="266700"/>
          </a:xfrm>
          <a:prstGeom prst="rect">
            <a:avLst/>
          </a:prstGeom>
          <a:noFill/>
          <a:ln w="0">
            <a:noFill/>
          </a:ln>
        </p:spPr>
        <p:txBody>
          <a:bodyPr>
            <a:noAutofit/>
          </a:bodyPr>
          <a:lstStyle/>
          <a:p>
            <a:pPr>
              <a:defRPr sz="1800">
                <a:solidFill>
                  <a:srgbClr val="607482"/>
                </a:solidFill>
                <a:latin typeface="Meiryo"/>
                <a:ea typeface="Meiryo"/>
                <a:cs typeface="Meiryo"/>
              </a:defRPr>
            </a:pPr>
            <a:r>
              <a:rPr sz="1800">
                <a:solidFill>
                  <a:srgbClr val="607482"/>
                </a:solidFill>
                <a:latin typeface="Meiryo"/>
                <a:ea typeface="Meiryo"/>
                <a:cs typeface="Meiryo"/>
              </a:rPr>
              <a:t>tsuchiyatakahiro.com</a:t>
            </a:r>
          </a:p>
        </p:txBody>
      </p:sp>
    </p:spTree>
    <p:extLst>
      <p:ext uri="{BB962C8B-B14F-4D97-AF65-F5344CB8AC3E}">
        <ns4:creationId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eiryo"/>
          <a:ea typeface="Meiryo"/>
          <a:cs typeface="Meiryo"/>
        </a:defRPr>
      </a:lvl1pPr>
    </p:titleStyle>
    <p:bodyStyle>
      <a:lvl1pPr marL="342900" indent="-342900" algn="l" defTabSz="457200" rtl="0" eaLnBrk="1" latinLnBrk="0" hangingPunct="1">
        <a:spcBef>
          <a:spcPct val="20000"/>
        </a:spcBef>
        <a:buFont typeface="Meiryo"/>
        <a:buChar char="•"/>
        <a:defRPr sz="3200" kern="1200">
          <a:solidFill>
            <a:schemeClr val="tx1"/>
          </a:solidFill>
          <a:latin typeface="Meiryo"/>
          <a:ea typeface="Meiryo"/>
          <a:cs typeface="Meiryo"/>
        </a:defRPr>
      </a:lvl1pPr>
      <a:lvl2pPr marL="742950" indent="-285750" algn="l" defTabSz="457200" rtl="0" eaLnBrk="1" latinLnBrk="0" hangingPunct="1">
        <a:spcBef>
          <a:spcPct val="20000"/>
        </a:spcBef>
        <a:buFont typeface="Meiryo"/>
        <a:buChar char="–"/>
        <a:defRPr sz="2800" kern="1200">
          <a:solidFill>
            <a:schemeClr val="tx1"/>
          </a:solidFill>
          <a:latin typeface="Meiryo"/>
          <a:ea typeface="Meiryo"/>
          <a:cs typeface="Meiryo"/>
        </a:defRPr>
      </a:lvl2pPr>
      <a:lvl3pPr marL="1143000" indent="-228600" algn="l" defTabSz="457200" rtl="0" eaLnBrk="1" latinLnBrk="0" hangingPunct="1">
        <a:spcBef>
          <a:spcPct val="20000"/>
        </a:spcBef>
        <a:buFont typeface="Meiryo"/>
        <a:buChar char="•"/>
        <a:defRPr sz="2400" kern="1200">
          <a:solidFill>
            <a:schemeClr val="tx1"/>
          </a:solidFill>
          <a:latin typeface="Meiryo"/>
          <a:ea typeface="Meiryo"/>
          <a:cs typeface="Meiryo"/>
        </a:defRPr>
      </a:lvl3pPr>
      <a:lvl4pPr marL="1600200" indent="-228600" algn="l" defTabSz="457200" rtl="0" eaLnBrk="1" latinLnBrk="0" hangingPunct="1">
        <a:spcBef>
          <a:spcPct val="20000"/>
        </a:spcBef>
        <a:buFont typeface="Meiryo"/>
        <a:buChar char="–"/>
        <a:defRPr sz="2000" kern="1200">
          <a:solidFill>
            <a:schemeClr val="tx1"/>
          </a:solidFill>
          <a:latin typeface="Meiryo"/>
          <a:ea typeface="Meiryo"/>
          <a:cs typeface="Meiryo"/>
        </a:defRPr>
      </a:lvl4pPr>
      <a:lvl5pPr marL="2057400" indent="-228600" algn="l" defTabSz="457200" rtl="0" eaLnBrk="1" latinLnBrk="0" hangingPunct="1">
        <a:spcBef>
          <a:spcPct val="20000"/>
        </a:spcBef>
        <a:buFont typeface="Meiryo"/>
        <a:buChar char="»"/>
        <a:defRPr sz="2000" kern="1200">
          <a:solidFill>
            <a:schemeClr val="tx1"/>
          </a:solidFill>
          <a:latin typeface="Meiryo"/>
          <a:ea typeface="Meiryo"/>
          <a:cs typeface="Meiryo"/>
        </a:defRPr>
      </a:lvl5pPr>
      <a:lvl6pPr marL="2514600" indent="-228600" algn="l" defTabSz="457200" rtl="0" eaLnBrk="1" latinLnBrk="0" hangingPunct="1">
        <a:spcBef>
          <a:spcPct val="20000"/>
        </a:spcBef>
        <a:buFont typeface="Meiryo"/>
        <a:buChar char="•"/>
        <a:defRPr sz="2000" kern="1200">
          <a:solidFill>
            <a:schemeClr val="tx1"/>
          </a:solidFill>
          <a:latin typeface="Meiryo"/>
          <a:ea typeface="Meiryo"/>
          <a:cs typeface="Meiryo"/>
        </a:defRPr>
      </a:lvl6pPr>
      <a:lvl7pPr marL="2971800" indent="-228600" algn="l" defTabSz="457200" rtl="0" eaLnBrk="1" latinLnBrk="0" hangingPunct="1">
        <a:spcBef>
          <a:spcPct val="20000"/>
        </a:spcBef>
        <a:buFont typeface="Meiryo"/>
        <a:buChar char="•"/>
        <a:defRPr sz="2000" kern="1200">
          <a:solidFill>
            <a:schemeClr val="tx1"/>
          </a:solidFill>
          <a:latin typeface="Meiryo"/>
          <a:ea typeface="Meiryo"/>
          <a:cs typeface="Meiryo"/>
        </a:defRPr>
      </a:lvl7pPr>
      <a:lvl8pPr marL="3429000" indent="-228600" algn="l" defTabSz="457200" rtl="0" eaLnBrk="1" latinLnBrk="0" hangingPunct="1">
        <a:spcBef>
          <a:spcPct val="20000"/>
        </a:spcBef>
        <a:buFont typeface="Meiryo"/>
        <a:buChar char="•"/>
        <a:defRPr sz="2000" kern="1200">
          <a:solidFill>
            <a:schemeClr val="tx1"/>
          </a:solidFill>
          <a:latin typeface="Meiryo"/>
          <a:ea typeface="Meiryo"/>
          <a:cs typeface="Meiryo"/>
        </a:defRPr>
      </a:lvl8pPr>
      <a:lvl9pPr marL="3886200" indent="-228600" algn="l" defTabSz="457200" rtl="0" eaLnBrk="1" latinLnBrk="0" hangingPunct="1">
        <a:spcBef>
          <a:spcPct val="20000"/>
        </a:spcBef>
        <a:buFont typeface="Meiryo"/>
        <a:buChar char="•"/>
        <a:defRPr sz="2000" kern="1200">
          <a:solidFill>
            <a:schemeClr val="tx1"/>
          </a:solidFill>
          <a:latin typeface="Meiryo"/>
          <a:ea typeface="Meiryo"/>
          <a:cs typeface="Meiryo"/>
        </a:defRPr>
      </a:lvl9pPr>
    </p:bodyStyle>
    <p:otherStyle>
      <a:defPPr>
        <a:defRPr lang="en-US"/>
      </a:defPPr>
      <a:lvl1pPr marL="0" algn="l" defTabSz="457200" rtl="0" eaLnBrk="1" latinLnBrk="0" hangingPunct="1">
        <a:defRPr sz="1800" kern="1200">
          <a:solidFill>
            <a:schemeClr val="tx1"/>
          </a:solidFill>
          <a:latin typeface="Meiryo"/>
          <a:ea typeface="Meiryo"/>
          <a:cs typeface="Meiryo"/>
        </a:defRPr>
      </a:lvl1pPr>
      <a:lvl2pPr marL="457200" algn="l" defTabSz="457200" rtl="0" eaLnBrk="1" latinLnBrk="0" hangingPunct="1">
        <a:defRPr sz="1800" kern="1200">
          <a:solidFill>
            <a:schemeClr val="tx1"/>
          </a:solidFill>
          <a:latin typeface="Meiryo"/>
          <a:ea typeface="Meiryo"/>
          <a:cs typeface="Meiryo"/>
        </a:defRPr>
      </a:lvl2pPr>
      <a:lvl3pPr marL="914400" algn="l" defTabSz="457200" rtl="0" eaLnBrk="1" latinLnBrk="0" hangingPunct="1">
        <a:defRPr sz="1800" kern="1200">
          <a:solidFill>
            <a:schemeClr val="tx1"/>
          </a:solidFill>
          <a:latin typeface="Meiryo"/>
          <a:ea typeface="Meiryo"/>
          <a:cs typeface="Meiryo"/>
        </a:defRPr>
      </a:lvl3pPr>
      <a:lvl4pPr marL="1371600" algn="l" defTabSz="457200" rtl="0" eaLnBrk="1" latinLnBrk="0" hangingPunct="1">
        <a:defRPr sz="1800" kern="1200">
          <a:solidFill>
            <a:schemeClr val="tx1"/>
          </a:solidFill>
          <a:latin typeface="Meiryo"/>
          <a:ea typeface="Meiryo"/>
          <a:cs typeface="Meiryo"/>
        </a:defRPr>
      </a:lvl4pPr>
      <a:lvl5pPr marL="1828800" algn="l" defTabSz="457200" rtl="0" eaLnBrk="1" latinLnBrk="0" hangingPunct="1">
        <a:defRPr sz="1800" kern="1200">
          <a:solidFill>
            <a:schemeClr val="tx1"/>
          </a:solidFill>
          <a:latin typeface="Meiryo"/>
          <a:ea typeface="Meiryo"/>
          <a:cs typeface="Meiryo"/>
        </a:defRPr>
      </a:lvl5pPr>
      <a:lvl6pPr marL="2286000" algn="l" defTabSz="457200" rtl="0" eaLnBrk="1" latinLnBrk="0" hangingPunct="1">
        <a:defRPr sz="1800" kern="1200">
          <a:solidFill>
            <a:schemeClr val="tx1"/>
          </a:solidFill>
          <a:latin typeface="Meiryo"/>
          <a:ea typeface="Meiryo"/>
          <a:cs typeface="Meiryo"/>
        </a:defRPr>
      </a:lvl6pPr>
      <a:lvl7pPr marL="2743200" algn="l" defTabSz="457200" rtl="0" eaLnBrk="1" latinLnBrk="0" hangingPunct="1">
        <a:defRPr sz="1800" kern="1200">
          <a:solidFill>
            <a:schemeClr val="tx1"/>
          </a:solidFill>
          <a:latin typeface="Meiryo"/>
          <a:ea typeface="Meiryo"/>
          <a:cs typeface="Meiryo"/>
        </a:defRPr>
      </a:lvl7pPr>
      <a:lvl8pPr marL="3200400" algn="l" defTabSz="457200" rtl="0" eaLnBrk="1" latinLnBrk="0" hangingPunct="1">
        <a:defRPr sz="1800" kern="1200">
          <a:solidFill>
            <a:schemeClr val="tx1"/>
          </a:solidFill>
          <a:latin typeface="Meiryo"/>
          <a:ea typeface="Meiryo"/>
          <a:cs typeface="Meiryo"/>
        </a:defRPr>
      </a:lvl8pPr>
      <a:lvl9pPr marL="3657600" algn="l" defTabSz="457200" rtl="0" eaLnBrk="1" latinLnBrk="0" hangingPunct="1">
        <a:defRPr sz="1800" kern="1200">
          <a:solidFill>
            <a:schemeClr val="tx1"/>
          </a:solidFill>
          <a:latin typeface="Meiryo"/>
          <a:ea typeface="Meiryo"/>
          <a:cs typeface="Meiryo"/>
        </a:defRPr>
      </a:lvl9pPr>
    </p:otherStyle>
  </p:txStyles>
</p:sldMaster>
</file>

<file path=ppt/slides/_rels/slide1.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1.png" /><ns0:Relationship Id="rId3" Type="http://schemas.openxmlformats.org/officeDocument/2006/relationships/notesSlide" Target="../notesSlides/notesSlide1.xml" /><ns0:Relationship Id="rIdPersonalAuthorLogo" Type="http://schemas.openxmlformats.org/officeDocument/2006/relationships/image" Target="../media/personal-author-logo-white.png" /></ns0: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 Id="rId4" Type="http://schemas.openxmlformats.org/officeDocument/2006/relationships/image" Target="../media/image3.png"/><Relationship Id="rId5" Type="http://schemas.openxmlformats.org/officeDocument/2006/relationships/slide" Target="slide5.xml"/><Relationship Id="rId6" Type="http://schemas.openxmlformats.org/officeDocument/2006/relationships/slide" Target="slide10.xml"/><Relationship Id="rId7" Type="http://schemas.openxmlformats.org/officeDocument/2006/relationships/slide" Target="slide15.xml"/><Relationship Id="rId8" Type="http://schemas.openxmlformats.org/officeDocument/2006/relationships/slide" Target="slide26.xml"/><Relationship Id="rId9" Type="http://schemas.openxmlformats.org/officeDocument/2006/relationships/slide" Target="slide2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3.png"/><Relationship Id="rId7" Type="http://schemas.openxmlformats.org/officeDocument/2006/relationships/slide" Target="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4.xml"/><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3.png"/><Relationship Id="rId7" Type="http://schemas.openxmlformats.org/officeDocument/2006/relationships/slide" Target="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 Id="rId4" Type="http://schemas.openxmlformats.org/officeDocument/2006/relationships/image" Target="../media/image3.png"/><Relationship Id="rId5" Type="http://schemas.openxmlformats.org/officeDocument/2006/relationships/slide" Target="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6.xml"/><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slide" Target="slide2.xml"/></Relationships>
</file>

<file path=ppt/slides/_rels/slide7.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4.png" /><ns0:Relationship Id="rId3" Type="http://schemas.openxmlformats.org/officeDocument/2006/relationships/notesSlide" Target="../notesSlides/notesSlide7.xml" /><ns0:Relationship Id="rId4" Type="http://schemas.openxmlformats.org/officeDocument/2006/relationships/image" Target="../media/image3.png" /><ns0:Relationship Id="rId5" Type="http://schemas.openxmlformats.org/officeDocument/2006/relationships/slide" Target="slide2.xml" /><ns0:Relationship Id="rIdHandson19" Type="http://schemas.openxmlformats.org/officeDocument/2006/relationships/hyperlink" Target="https://github.com/signup" TargetMode="External" /></ns0:Relationships>
</file>

<file path=ppt/slides/_rels/slide8.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5.png" /><ns0:Relationship Id="rId3" Type="http://schemas.openxmlformats.org/officeDocument/2006/relationships/notesSlide" Target="../notesSlides/notesSlide8.xml" /><ns0:Relationship Id="rId4" Type="http://schemas.openxmlformats.org/officeDocument/2006/relationships/image" Target="../media/image3.png" /><ns0:Relationship Id="rId5" Type="http://schemas.openxmlformats.org/officeDocument/2006/relationships/slide" Target="slide2.xml" /><ns0:Relationship Id="rIdHandson13" Type="http://schemas.openxmlformats.org/officeDocument/2006/relationships/hyperlink" Target="https://github.com/settings/emails" TargetMode="External" /></ns0: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9.xml"/><Relationship Id="rId4" Type="http://schemas.openxmlformats.org/officeDocument/2006/relationships/image" Target="../media/image3.png"/><Relationship Id="rId5" Type="http://schemas.openxmlformats.org/officeDocument/2006/relationships/slide" Target="slide2.xml"/></Relationships>
</file>

<file path=ppt/slides/_rels/slide10.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7.png" /><ns0:Relationship Id="rId3" Type="http://schemas.openxmlformats.org/officeDocument/2006/relationships/notesSlide" Target="../notesSlides/notesSlide10.xml" /><ns0:Relationship Id="rId4" Type="http://schemas.openxmlformats.org/officeDocument/2006/relationships/image" Target="../media/image12.png" /><ns0:Relationship Id="rId5" Type="http://schemas.openxmlformats.org/officeDocument/2006/relationships/image" Target="../media/image3.png" /><ns0:Relationship Id="rId6" Type="http://schemas.openxmlformats.org/officeDocument/2006/relationships/slide" Target="slide2.xml" /><ns0:Relationship Id="rIdHandson12" Type="http://schemas.openxmlformats.org/officeDocument/2006/relationships/hyperlink" Target="https://github.com/tsuchiyatakahirolab/ai-data-literacy-student-template-en" TargetMode="External" /></ns0:Relationships>
</file>

<file path=ppt/slides/_rels/slide11.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13.png" /><ns0:Relationship Id="rId3" Type="http://schemas.openxmlformats.org/officeDocument/2006/relationships/notesSlide" Target="../notesSlides/notesSlide11.xml" /><ns0:Relationship Id="rId4" Type="http://schemas.openxmlformats.org/officeDocument/2006/relationships/image" Target="../media/image14.png" /><ns0:Relationship Id="rId5" Type="http://schemas.openxmlformats.org/officeDocument/2006/relationships/image" Target="../media/image3.png" /><ns0:Relationship Id="rId6" Type="http://schemas.openxmlformats.org/officeDocument/2006/relationships/slide" Target="slide2.xml" /></ns0: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3.png"/><Relationship Id="rId7" Type="http://schemas.openxmlformats.org/officeDocument/2006/relationships/slide" Target="slid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3.xml"/><Relationship Id="rId4" Type="http://schemas.openxmlformats.org/officeDocument/2006/relationships/image" Target="../media/image17.png"/><Relationship Id="rId5" Type="http://schemas.openxmlformats.org/officeDocument/2006/relationships/slide" Target="slide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 Id="rId4" Type="http://schemas.openxmlformats.org/officeDocument/2006/relationships/slide" Target="slide2.xml"/></Relationships>
</file>

<file path=ppt/slides/_rels/slide15.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18.png" /><ns0:Relationship Id="rId3" Type="http://schemas.openxmlformats.org/officeDocument/2006/relationships/notesSlide" Target="../notesSlides/notesSlide15.xml" /><ns0:Relationship Id="rId4" Type="http://schemas.openxmlformats.org/officeDocument/2006/relationships/image" Target="../media/image19.png" /><ns0:Relationship Id="rId5" Type="http://schemas.openxmlformats.org/officeDocument/2006/relationships/image" Target="../media/image3.png" /><ns0:Relationship Id="rId6" Type="http://schemas.openxmlformats.org/officeDocument/2006/relationships/slide" Target="slide2.xml" /></ns0:Relationships>
</file>

<file path=ppt/slides/_rels/slide16.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9.png" /><ns0:Relationship Id="rId3" Type="http://schemas.openxmlformats.org/officeDocument/2006/relationships/notesSlide" Target="../notesSlides/notesSlide16.xml" /><ns0:Relationship Id="rId4" Type="http://schemas.openxmlformats.org/officeDocument/2006/relationships/image" Target="../media/image17.png" /><ns0:Relationship Id="rId5" Type="http://schemas.openxmlformats.org/officeDocument/2006/relationships/slide" Target="slide2.xml" /><ns0:Relationship Id="rIdHandson9" Type="http://schemas.openxmlformats.org/officeDocument/2006/relationships/hyperlink" Target="https://github.com/tsuchiyatakahirolab/ai-data-literacy/blob/main/assets/setup/practice.png" TargetMode="External" /></ns0:Relationships>
</file>

<file path=ppt/slides/_rels/slide17.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7.png" /><ns0:Relationship Id="rId3" Type="http://schemas.openxmlformats.org/officeDocument/2006/relationships/notesSlide" Target="../notesSlides/notesSlide17.xml" /><ns0:Relationship Id="rId4" Type="http://schemas.openxmlformats.org/officeDocument/2006/relationships/image" Target="../media/image20.png" /><ns0:Relationship Id="rId5" Type="http://schemas.openxmlformats.org/officeDocument/2006/relationships/image" Target="../media/image3.png" /><ns0:Relationship Id="rId6" Type="http://schemas.openxmlformats.org/officeDocument/2006/relationships/slide" Target="slide2.xml" /></ns0: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8.xml"/><Relationship Id="rId4" Type="http://schemas.openxmlformats.org/officeDocument/2006/relationships/image" Target="../media/image21.png"/><Relationship Id="rId5" Type="http://schemas.openxmlformats.org/officeDocument/2006/relationships/image" Target="../media/image3.png"/><Relationship Id="rId6" Type="http://schemas.openxmlformats.org/officeDocument/2006/relationships/slide" Target="slide2.xml"/></Relationships>
</file>

<file path=ppt/slides/_rels/slide19.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22.png" /><ns0:Relationship Id="rId3" Type="http://schemas.openxmlformats.org/officeDocument/2006/relationships/notesSlide" Target="../notesSlides/notesSlide19.xml" /><ns0:Relationship Id="rId4" Type="http://schemas.openxmlformats.org/officeDocument/2006/relationships/image" Target="../media/image3.png" /><ns0:Relationship Id="rId5" Type="http://schemas.openxmlformats.org/officeDocument/2006/relationships/slide" Target="slide2.xml" /></ns0: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0.xml"/><Relationship Id="rId4" Type="http://schemas.openxmlformats.org/officeDocument/2006/relationships/slide" Target="slide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1.xml"/><Relationship Id="rId4" Type="http://schemas.openxmlformats.org/officeDocument/2006/relationships/image" Target="../media/image23.png"/><Relationship Id="rId5" Type="http://schemas.openxmlformats.org/officeDocument/2006/relationships/image" Target="../media/image3.png"/><Relationship Id="rId6" Type="http://schemas.openxmlformats.org/officeDocument/2006/relationships/slide" Target="slide2.xml"/></Relationships>
</file>

<file path=ppt/slides/_rels/slide22.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4.png" /><ns0:Relationship Id="rId3" Type="http://schemas.openxmlformats.org/officeDocument/2006/relationships/notesSlide" Target="../notesSlides/notesSlide22.xml" /><ns0:Relationship Id="rId4" Type="http://schemas.openxmlformats.org/officeDocument/2006/relationships/image" Target="../media/image24.png" /><ns0:Relationship Id="rId5" Type="http://schemas.openxmlformats.org/officeDocument/2006/relationships/image" Target="../media/image3.png" /><ns0:Relationship Id="rId6" Type="http://schemas.openxmlformats.org/officeDocument/2006/relationships/slide" Target="slide2.xml" /></ns0:Relationships>
</file>

<file path=ppt/slides/_rels/slide23.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11.png" /><ns0:Relationship Id="rId3" Type="http://schemas.openxmlformats.org/officeDocument/2006/relationships/notesSlide" Target="../notesSlides/notesSlide23.xml" /><ns0:Relationship Id="rId4" Type="http://schemas.openxmlformats.org/officeDocument/2006/relationships/image" Target="../media/image3.png" /><ns0:Relationship Id="rId5" Type="http://schemas.openxmlformats.org/officeDocument/2006/relationships/slide" Target="slide2.xml" /></ns0: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4.xml"/><Relationship Id="rId4" Type="http://schemas.openxmlformats.org/officeDocument/2006/relationships/image" Target="../media/image26.png"/><Relationship Id="rId5" Type="http://schemas.openxmlformats.org/officeDocument/2006/relationships/image" Target="../media/image3.png"/><Relationship Id="rId6" Type="http://schemas.openxmlformats.org/officeDocument/2006/relationships/slide" Target="slide2.xml"/></Relationships>
</file>

<file path=ppt/slides/_rels/slide25.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22.png" /><ns0:Relationship Id="rId3" Type="http://schemas.openxmlformats.org/officeDocument/2006/relationships/notesSlide" Target="../notesSlides/notesSlide25.xml" /><ns0:Relationship Id="rId4" Type="http://schemas.openxmlformats.org/officeDocument/2006/relationships/image" Target="../media/image3.png" /><ns0:Relationship Id="rId5" Type="http://schemas.openxmlformats.org/officeDocument/2006/relationships/slide" Target="slide2.xml" /></ns0:Relationships>
</file>

<file path=ppt/slides/_rels/slide26.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5.png" /><ns0:Relationship Id="rId3" Type="http://schemas.openxmlformats.org/officeDocument/2006/relationships/notesSlide" Target="../notesSlides/notesSlide26.xml" /><ns0:Relationship Id="rId4" Type="http://schemas.openxmlformats.org/officeDocument/2006/relationships/image" Target="../media/image27.png" /><ns0:Relationship Id="rId5" Type="http://schemas.openxmlformats.org/officeDocument/2006/relationships/image" Target="../media/image3.png" /><ns0:Relationship Id="rId6" Type="http://schemas.openxmlformats.org/officeDocument/2006/relationships/slide" Target="slide2.xml" /></ns0:Relationships>
</file>

<file path=ppt/slides/_rels/slide27.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9.png" /><ns0:Relationship Id="rId3" Type="http://schemas.openxmlformats.org/officeDocument/2006/relationships/notesSlide" Target="../notesSlides/notesSlide27.xml" /><ns0:Relationship Id="rId4" Type="http://schemas.openxmlformats.org/officeDocument/2006/relationships/image" Target="../media/image3.png" /><ns0:Relationship Id="rId5" Type="http://schemas.openxmlformats.org/officeDocument/2006/relationships/slide" Target="slide2.xml" /></ns0:Relationships>
</file>

<file path=ppt/slides/_rels/slide28.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7.png" /><ns0:Relationship Id="rId3" Type="http://schemas.openxmlformats.org/officeDocument/2006/relationships/notesSlide" Target="../notesSlides/notesSlide28.xml" /><ns0:Relationship Id="rId4" Type="http://schemas.openxmlformats.org/officeDocument/2006/relationships/image" Target="../media/image3.png" /><ns0:Relationship Id="rId5" Type="http://schemas.openxmlformats.org/officeDocument/2006/relationships/slide" Target="slide2.xml" /></ns0: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9.xml"/><Relationship Id="rId4" Type="http://schemas.openxmlformats.org/officeDocument/2006/relationships/image" Target="../media/image3.png"/><Relationship Id="rId5" Type="http://schemas.openxmlformats.org/officeDocument/2006/relationships/slide" Target="slide2.xml"/></Relationships>
</file>

<file path=ppt/slides/_rels/slide30.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11.png" /><ns0:Relationship Id="rId3" Type="http://schemas.openxmlformats.org/officeDocument/2006/relationships/notesSlide" Target="../notesSlides/notesSlide30.xml" /><ns0:Relationship Id="rId4" Type="http://schemas.openxmlformats.org/officeDocument/2006/relationships/image" Target="../media/image3.png" /><ns0:Relationship Id="rId5" Type="http://schemas.openxmlformats.org/officeDocument/2006/relationships/slide" Target="slide2.xml" /></ns0: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1.xml"/><Relationship Id="rId4" Type="http://schemas.openxmlformats.org/officeDocument/2006/relationships/image" Target="../media/image9.png"/><Relationship Id="rId5" Type="http://schemas.openxmlformats.org/officeDocument/2006/relationships/image" Target="../media/image2.png"/><Relationship Id="rId6" Type="http://schemas.openxmlformats.org/officeDocument/2006/relationships/slide" Target="slide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2.xml"/><Relationship Id="rId4" Type="http://schemas.openxmlformats.org/officeDocument/2006/relationships/image" Target="../media/image3.png"/><Relationship Id="rId5" Type="http://schemas.openxmlformats.org/officeDocument/2006/relationships/slide" Target="slide2.xml"/></Relationships>
</file>

<file path=ppt/slides/_rels/slide33.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22.png" /><ns0:Relationship Id="rId3" Type="http://schemas.openxmlformats.org/officeDocument/2006/relationships/notesSlide" Target="../notesSlides/notesSlide33.xml" /><ns0:Relationship Id="rId4" Type="http://schemas.openxmlformats.org/officeDocument/2006/relationships/image" Target="../media/image3.png" /><ns0:Relationship Id="rId5" Type="http://schemas.openxmlformats.org/officeDocument/2006/relationships/slide" Target="slide2.xml" /></ns0:Relationships>
</file>

<file path=ppt/slides/_rels/slide34.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10.png" /><ns0:Relationship Id="rId3" Type="http://schemas.openxmlformats.org/officeDocument/2006/relationships/notesSlide" Target="../notesSlides/notesSlide34.xml" /><ns0:Relationship Id="rId4" Type="http://schemas.openxmlformats.org/officeDocument/2006/relationships/image" Target="../media/image4.png" /><ns0:Relationship Id="rId5" Type="http://schemas.openxmlformats.org/officeDocument/2006/relationships/image" Target="../media/image7.png" /><ns0:Relationship Id="rId6" Type="http://schemas.openxmlformats.org/officeDocument/2006/relationships/image" Target="../media/image11.png" /><ns0:Relationship Id="rId7" Type="http://schemas.openxmlformats.org/officeDocument/2006/relationships/image" Target="../media/image3.png" /><ns0:Relationship Id="rId8" Type="http://schemas.openxmlformats.org/officeDocument/2006/relationships/slide" Target="slide2.xml" /></ns0:Relationships>
</file>

<file path=ppt/slides/_rels/slide35.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28.png" /><ns0:Relationship Id="rId3" Type="http://schemas.openxmlformats.org/officeDocument/2006/relationships/notesSlide" Target="../notesSlides/notesSlide35.xml" /><ns0:Relationship Id="rId4" Type="http://schemas.openxmlformats.org/officeDocument/2006/relationships/image" Target="../media/image5.png" /><ns0:Relationship Id="rId5" Type="http://schemas.openxmlformats.org/officeDocument/2006/relationships/image" Target="../media/image7.png" /><ns0:Relationship Id="rId6" Type="http://schemas.openxmlformats.org/officeDocument/2006/relationships/image" Target="../media/image9.png" /><ns0:Relationship Id="rId7" Type="http://schemas.openxmlformats.org/officeDocument/2006/relationships/image" Target="../media/image17.png" /><ns0:Relationship Id="rId8" Type="http://schemas.openxmlformats.org/officeDocument/2006/relationships/slide" Target="slide2.xml" /></ns0:Relationships>
</file>

<file path=ppt/slides/_rels/slide36.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8.png" /><ns0:Relationship Id="rId3" Type="http://schemas.openxmlformats.org/officeDocument/2006/relationships/notesSlide" Target="../notesSlides/notesSlide36.xml" /><ns0:Relationship Id="rId4" Type="http://schemas.openxmlformats.org/officeDocument/2006/relationships/image" Target="../media/image7.png" /><ns0:Relationship Id="rId5" Type="http://schemas.openxmlformats.org/officeDocument/2006/relationships/image" Target="../media/image3.png" /><ns0:Relationship Id="rId6" Type="http://schemas.openxmlformats.org/officeDocument/2006/relationships/slide" Target="slide2.xml" /><ns0:Relationship Id="rIdHandson9" Type="http://schemas.openxmlformats.org/officeDocument/2006/relationships/hyperlink" Target="https://education.github.com/pack" TargetMode="External" /></ns0: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37.xml"/><Relationship Id="rId4" Type="http://schemas.openxmlformats.org/officeDocument/2006/relationships/image" Target="../media/image3.png"/><Relationship Id="rId5" Type="http://schemas.openxmlformats.org/officeDocument/2006/relationships/slide" Target="slide2.xml"/></Relationships>
</file>

<file path=ppt/slides/slide1.xml><?xml version="1.0" encoding="utf-8"?>
<p:sld xmlns:a="http://schemas.openxmlformats.org/drawingml/2006/main" xmlns:ns3="http://schemas.microsoft.com/office/drawing/2014/main" xmlns:p="http://schemas.openxmlformats.org/presentationml/2006/main" xmlns:r="http://schemas.openxmlformats.org/officeDocument/2006/relationships" showMasterSp="0">
  <p:cSld>
    <p:bg>
      <p:bgPr>
        <a:solidFill>
          <a:srgbClr val="162C39"/>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older_A2D0D0.png"/>
          <p:cNvPicPr>
            <a:picLocks noChangeAspect="1"/>
          </p:cNvPicPr>
          <p:nvPr/>
        </p:nvPicPr>
        <p:blipFill>
          <a:blip r:embed="rId2"/>
          <a:stretch>
            <a:fillRect/>
          </a:stretch>
        </p:blipFill>
        <p:spPr>
          <a:xfrm>
            <a:off x="10424160" y="640080"/>
            <a:ext cx="841248" cy="841248"/>
          </a:xfrm>
          <a:prstGeom prst="rect">
            <a:avLst/>
          </a:prstGeom>
        </p:spPr>
      </p:pic>
      <p:sp>
        <p:nvSpPr>
          <p:cNvPr id="4" name="cover:Getting started"/>
          <p:cNvSpPr txBox="1"/>
          <p:nvPr/>
        </p:nvSpPr>
        <p:spPr>
          <a:xfrm>
            <a:off x="713232" y="585216"/>
            <a:ext cx="7315200" cy="457200"/>
          </a:xfrm>
          <a:prstGeom prst="rect">
            <a:avLst/>
          </a:prstGeom>
          <a:noFill/>
        </p:spPr>
        <p:txBody>
          <a:bodyPr wrap="none" lIns="0" rIns="0" tIns="0" bIns="0" anchor="t">
            <a:spAutoFit/>
          </a:bodyPr>
          <a:lstStyle/>
          <a:p>
            <a:pPr>
              <a:lnSpc>
                <a:spcPct val="114000"/>
              </a:lnSpc>
              <a:spcBef>
                <a:spcPts val="0"/>
              </a:spcBef>
              <a:spcAft>
                <a:spcPts val="0"/>
              </a:spcAft>
              <a:buNone/>
              <a:defRPr sz="2700" b="0">
                <a:solidFill>
                  <a:srgbClr val="A2D0D0"/>
                </a:solidFill>
                <a:latin typeface="Meiryo"/>
                <a:ea typeface="Meiryo"/>
                <a:cs typeface="Meiryo"/>
              </a:defRPr>
            </a:pPr>
            <a:r>
              <a:rPr sz="2700" b="0">
                <a:solidFill>
                  <a:srgbClr val="A2D0D0"/>
                </a:solidFill>
                <a:latin typeface="Meiryo"/>
                <a:ea typeface="Meiryo"/>
                <a:cs typeface="Meiryo"/>
              </a:rPr>
              <a:t>Getting started</a:t>
            </a:r>
          </a:p>
        </p:txBody>
      </p:sp>
      <p:sp>
        <p:nvSpPr>
          <p:cNvPr id="5" name="cover:Getting ready for&#10;AI and GitHub"/>
          <p:cNvSpPr txBox="1"/>
          <p:nvPr/>
        </p:nvSpPr>
        <p:spPr>
          <a:xfrm>
            <a:off x="713232" y="1673352"/>
            <a:ext cx="10424160" cy="1719072"/>
          </a:xfrm>
          <a:prstGeom prst="rect">
            <a:avLst/>
          </a:prstGeom>
          <a:noFill/>
        </p:spPr>
        <p:txBody>
          <a:bodyPr wrap="none" lIns="0" rIns="0" tIns="0" bIns="0" anchor="t">
            <a:spAutoFit/>
          </a:bodyPr>
          <a:lstStyle/>
          <a:p>
            <a:pPr>
              <a:lnSpc>
                <a:spcPct val="114000"/>
              </a:lnSpc>
              <a:spcBef>
                <a:spcPts val="0"/>
              </a:spcBef>
              <a:spcAft>
                <a:spcPts val="0"/>
              </a:spcAft>
              <a:buNone/>
              <a:defRPr sz="4500" b="1">
                <a:solidFill>
                  <a:srgbClr val="FFFFFF"/>
                </a:solidFill>
                <a:latin typeface="Meiryo"/>
                <a:ea typeface="Meiryo"/>
                <a:cs typeface="Meiryo"/>
              </a:defRPr>
            </a:pPr>
            <a:r>
              <a:rPr sz="4500" b="1">
                <a:solidFill>
                  <a:srgbClr val="FFFFFF"/>
                </a:solidFill>
                <a:latin typeface="Meiryo"/>
                <a:ea typeface="Meiryo"/>
                <a:cs typeface="Meiryo"/>
              </a:rPr>
              <a:t>Getting ready for</a:t>
            </a:r>
          </a:p>
          <a:p>
            <a:pPr>
              <a:lnSpc>
                <a:spcPct val="114000"/>
              </a:lnSpc>
              <a:spcBef>
                <a:spcPts val="0"/>
              </a:spcBef>
              <a:spcAft>
                <a:spcPts val="0"/>
              </a:spcAft>
              <a:buNone/>
              <a:defRPr sz="4500" b="1">
                <a:solidFill>
                  <a:srgbClr val="FFFFFF"/>
                </a:solidFill>
                <a:latin typeface="Meiryo"/>
                <a:ea typeface="Meiryo"/>
                <a:cs typeface="Meiryo"/>
              </a:defRPr>
            </a:pPr>
            <a:r>
              <a:rPr sz="4500" b="1">
                <a:solidFill>
                  <a:srgbClr val="FFFFFF"/>
                </a:solidFill>
                <a:latin typeface="Meiryo"/>
                <a:ea typeface="Meiryo"/>
                <a:cs typeface="Meiryo"/>
              </a:rPr>
              <a:t>AI and GitHub</a:t>
            </a:r>
          </a:p>
        </p:txBody>
      </p:sp>
      <p:sp>
        <p:nvSpPr>
          <p:cNvPr id="6" name="cover:Save one image, invite your instructor,&#10;and complete initial registration."/>
          <p:cNvSpPr txBox="1"/>
          <p:nvPr/>
        </p:nvSpPr>
        <p:spPr>
          <a:xfrm>
            <a:off x="731520" y="4160520"/>
            <a:ext cx="10424160" cy="914400"/>
          </a:xfrm>
          <a:prstGeom prst="rect">
            <a:avLst/>
          </a:prstGeom>
          <a:noFill/>
        </p:spPr>
        <p:txBody>
          <a:bodyPr wrap="none" lIns="0" rIns="0" tIns="0" bIns="0" anchor="t">
            <a:spAutoFit/>
          </a:bodyPr>
          <a:lstStyle/>
          <a:p>
            <a:pPr>
              <a:lnSpc>
                <a:spcPct val="114000"/>
              </a:lnSpc>
              <a:spcBef>
                <a:spcPts val="0"/>
              </a:spcBef>
              <a:spcAft>
                <a:spcPts val="0"/>
              </a:spcAft>
              <a:buNone/>
              <a:defRPr sz="2425" b="0">
                <a:solidFill>
                  <a:srgbClr val="FFFFFF"/>
                </a:solidFill>
                <a:latin typeface="Meiryo"/>
                <a:ea typeface="Meiryo"/>
                <a:cs typeface="Meiryo"/>
              </a:defRPr>
            </a:pPr>
            <a:r>
              <a:rPr sz="2425" b="0">
                <a:solidFill>
                  <a:srgbClr val="FFFFFF"/>
                </a:solidFill>
                <a:latin typeface="Meiryo"/>
                <a:ea typeface="Meiryo"/>
                <a:cs typeface="Meiryo"/>
              </a:rPr>
              <a:t>Save one image, invite your instructor,</a:t>
            </a:r>
          </a:p>
          <a:p>
            <a:pPr>
              <a:lnSpc>
                <a:spcPct val="114000"/>
              </a:lnSpc>
              <a:spcBef>
                <a:spcPts val="0"/>
              </a:spcBef>
              <a:spcAft>
                <a:spcPts val="0"/>
              </a:spcAft>
              <a:buNone/>
              <a:defRPr sz="2425" b="0">
                <a:solidFill>
                  <a:srgbClr val="FFFFFF"/>
                </a:solidFill>
                <a:latin typeface="Meiryo"/>
                <a:ea typeface="Meiryo"/>
                <a:cs typeface="Meiryo"/>
              </a:defRPr>
            </a:pPr>
            <a:r>
              <a:rPr sz="2425" b="0">
                <a:solidFill>
                  <a:srgbClr val="FFFFFF"/>
                </a:solidFill>
                <a:latin typeface="Meiryo"/>
                <a:ea typeface="Meiryo"/>
                <a:cs typeface="Meiryo"/>
              </a:rPr>
              <a:t>and complete initial registration.</a:t>
            </a:r>
          </a:p>
        </p:txBody>
      </p:sp>
      <p:sp>
        <p:nvSpPr>
          <p:cNvPr id="7" name="cover:Joining after the first class? Use the same steps."/>
          <p:cNvSpPr txBox="1"/>
          <p:nvPr/>
        </p:nvSpPr>
        <p:spPr>
          <a:xfrm>
            <a:off x="731520" y="5294376"/>
            <a:ext cx="10515600" cy="438912"/>
          </a:xfrm>
          <a:prstGeom prst="rect">
            <a:avLst/>
          </a:prstGeom>
          <a:noFill/>
        </p:spPr>
        <p:txBody>
          <a:bodyPr wrap="none" lIns="0" rIns="0" tIns="0" bIns="0" anchor="t">
            <a:spAutoFit/>
          </a:bodyPr>
          <a:lstStyle/>
          <a:p>
            <a:pPr>
              <a:lnSpc>
                <a:spcPct val="114000"/>
              </a:lnSpc>
              <a:spcBef>
                <a:spcPts val="0"/>
              </a:spcBef>
              <a:spcAft>
                <a:spcPts val="0"/>
              </a:spcAft>
              <a:buNone/>
              <a:defRPr sz="2200" b="0">
                <a:solidFill>
                  <a:srgbClr val="A2D0D0"/>
                </a:solidFill>
                <a:latin typeface="Meiryo"/>
                <a:ea typeface="Meiryo"/>
                <a:cs typeface="Meiryo"/>
              </a:defRPr>
            </a:pPr>
            <a:r>
              <a:rPr sz="2200" b="0">
                <a:solidFill>
                  <a:srgbClr val="A2D0D0"/>
                </a:solidFill>
                <a:latin typeface="Meiryo"/>
                <a:ea typeface="Meiryo"/>
                <a:cs typeface="Meiryo"/>
              </a:rPr>
              <a:t>Joining after the first class? Use the same steps.</a:t>
            </a:r>
          </a:p>
        </p:txBody>
      </p:sp>
      <p:sp>
        <p:nvSpPr>
          <p:cNvPr id="8" name="footer:AI and Data Literacy for University Students"/>
          <p:cNvSpPr txBox="1"/>
          <p:nvPr/>
        </p:nvSpPr>
        <p:spPr>
          <a:xfrm>
            <a:off x="731520" y="6355080"/>
            <a:ext cx="8229600" cy="342900"/>
          </a:xfrm>
          <a:prstGeom prst="rect">
            <a:avLst/>
          </a:prstGeom>
          <a:noFill/>
        </p:spPr>
        <p:txBody>
          <a:bodyPr wrap="none" lIns="0" rIns="0" tIns="0" bIns="0" anchor="t">
            <a:spAutoFit/>
          </a:bodyPr>
          <a:lstStyle/>
          <a:p>
            <a:pPr>
              <a:lnSpc>
                <a:spcPct val="114000"/>
              </a:lnSpc>
              <a:spcBef>
                <a:spcPts val="0"/>
              </a:spcBef>
              <a:spcAft>
                <a:spcPts val="0"/>
              </a:spcAft>
              <a:buNone/>
              <a:defRPr sz="1800" b="0">
                <a:solidFill>
                  <a:srgbClr val="FFFFFF"/>
                </a:solidFill>
                <a:latin typeface="Meiryo"/>
                <a:ea typeface="Meiryo"/>
                <a:cs typeface="Meiryo"/>
              </a:defRPr>
            </a:pPr>
            <a:r>
              <a:rPr sz="1800" b="0">
                <a:solidFill>
                  <a:srgbClr val="FFFFFF"/>
                </a:solidFill>
                <a:latin typeface="Meiryo"/>
                <a:ea typeface="Meiryo"/>
                <a:cs typeface="Meiryo"/>
              </a:rPr>
              <a:t>AI and Data Literacy for University Students</a:t>
            </a:r>
          </a:p>
        </p:txBody>
      </p:sp>
      <p:sp>
        <p:nvSpPr>
          <p:cNvPr id="9" name="footer:Initial setup"/>
          <p:cNvSpPr txBox="1"/>
          <p:nvPr/>
        </p:nvSpPr>
        <p:spPr>
          <a:xfrm>
            <a:off x="10149840" y="6355080"/>
            <a:ext cx="1325880" cy="342900"/>
          </a:xfrm>
          <a:prstGeom prst="rect">
            <a:avLst/>
          </a:prstGeom>
          <a:noFill/>
        </p:spPr>
        <p:txBody>
          <a:bodyPr wrap="none" lIns="0" tIns="0" rIns="0" bIns="0" anchor="t">
            <a:spAutoFit/>
          </a:bodyPr>
          <a:lstStyle/>
          <a:p>
            <a:pPr>
              <a:lnSpc>
                <a:spcPct val="114000"/>
              </a:lnSpc>
              <a:spcBef>
                <a:spcPts val="0"/>
              </a:spcBef>
              <a:spcAft>
                <a:spcPts val="0"/>
              </a:spcAft>
              <a:buNone/>
              <a:defRPr sz="1650" b="0">
                <a:solidFill>
                  <a:srgbClr val="FFFFFF"/>
                </a:solidFill>
                <a:latin typeface="Meiryo"/>
                <a:ea typeface="Meiryo"/>
                <a:cs typeface="Meiryo"/>
              </a:defRPr>
            </a:pPr>
            <a:r>
              <a:rPr sz="1650" b="0">
                <a:solidFill>
                  <a:srgbClr val="FFFFFF"/>
                </a:solidFill>
                <a:latin typeface="Meiryo"/>
                <a:ea typeface="Meiryo"/>
                <a:cs typeface="Meiryo"/>
              </a:rPr>
              <a:t>Initial setup</a:t>
            </a:r>
          </a:p>
        </p:txBody>
      </p:sp>
      <p:pic>
        <p:nvPicPr>
          <p:cNvPr id="11" name="" descr="TSUCHIYA TAKAHIRO white logo supplied in Brandeis cover; original bytes reused"/>
          <p:cNvPicPr>
            <a:picLocks noChangeAspect="1"/>
          </p:cNvPicPr>
          <p:nvPr/>
        </p:nvPicPr>
        <p:blipFill>
          <a:blip r:embed="rIdPersonalAuthorLogo"/>
          <a:stretch/>
        </p:blipFill>
        <p:spPr>
          <a:xfrm>
            <a:off x="3810000" y="109728"/>
            <a:ext cx="4572000" cy="561219"/>
          </a:xfrm>
          <a:prstGeom prst="rect">
            <a:avLst/>
          </a:prstGeom>
        </p:spPr>
      </p:pic>
      <p:sp>
        <p:nvSpPr>
          <p:cNvPr id="12" name="Personal author website">
            <a:extLst>
              <a:ext uri="{FF2B5EF4-FFF2-40B4-BE49-F238E27FC236}">
                <ns3:creationId id="{2B199CB2-0940-4D13-9CAC-E3F074FAA0ED}"/>
              </a:ext>
            </a:extLst>
          </p:cNvPr>
          <p:cNvSpPr>
            <a:spLocks noGrp="1"/>
          </p:cNvSpPr>
          <p:nvPr/>
        </p:nvSpPr>
        <p:spPr>
          <a:xfrm>
            <a:off x="6286500" y="6477000"/>
            <a:ext cx="4000500" cy="266700"/>
          </a:xfrm>
          <a:prstGeom prst="rect">
            <a:avLst/>
          </a:prstGeom>
          <a:noFill/>
          <a:ln w="0">
            <a:noFill/>
          </a:ln>
        </p:spPr>
        <p:txBody>
          <a:bodyPr>
            <a:noAutofit/>
          </a:bodyPr>
          <a:lstStyle/>
          <a:p>
            <a:pPr>
              <a:defRPr sz="1800">
                <a:solidFill>
                  <a:srgbClr val="AECFD2"/>
                </a:solidFill>
                <a:latin typeface="Meiryo"/>
                <a:ea typeface="Meiryo"/>
                <a:cs typeface="Meiryo"/>
              </a:defRPr>
            </a:pPr>
            <a:r>
              <a:rPr sz="1800">
                <a:solidFill>
                  <a:srgbClr val="AECFD2"/>
                </a:solidFill>
                <a:latin typeface="Meiryo"/>
                <a:ea typeface="Meiryo"/>
                <a:cs typeface="Meiryo"/>
              </a:rPr>
              <a:t>tsuchiyatakahiro.com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Getting started"/>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buNone/>
              <a:defRPr sz="1800" b="1">
                <a:solidFill>
                  <a:srgbClr val="007F80"/>
                </a:solidFill>
                <a:latin typeface="Meiryo"/>
                <a:ea typeface="Meiryo"/>
                <a:cs typeface="Meiryo"/>
              </a:defRPr>
            </a:pPr>
            <a:r>
              <a:rPr sz="1800" b="1">
                <a:solidFill>
                  <a:srgbClr val="007F80"/>
                </a:solidFill>
                <a:latin typeface="Meiryo"/>
                <a:ea typeface="Meiryo"/>
                <a:cs typeface="Meiryo"/>
              </a:rPr>
              <a:t>Getting started</a:t>
            </a:r>
          </a:p>
        </p:txBody>
      </p:sp>
      <p:sp>
        <p:nvSpPr>
          <p:cNvPr id="4" name="title:Your setup checklist"/>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buNone/>
              <a:defRPr sz="3400" b="1">
                <a:solidFill>
                  <a:srgbClr val="1D343E"/>
                </a:solidFill>
                <a:latin typeface="Meiryo"/>
                <a:ea typeface="Meiryo"/>
                <a:cs typeface="Meiryo"/>
              </a:defRPr>
            </a:pPr>
            <a:r>
              <a:rPr sz="3400" b="1">
                <a:solidFill>
                  <a:srgbClr val="1D343E"/>
                </a:solidFill>
                <a:latin typeface="Meiryo"/>
                <a:ea typeface="Meiryo"/>
                <a:cs typeface="Meiryo"/>
              </a:rPr>
              <a:t>Your setup checklist</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st-checks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a:hlinkClick action="ppaction://hlinksldjump" r:id="rId5"/>
          </p:cNvPr>
          <p:cNvSpPr/>
          <p:nvPr/>
        </p:nvSpPr>
        <p:spPr>
          <a:xfrm>
            <a:off x="594360" y="1673352"/>
            <a:ext cx="11000232" cy="621792"/>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1778508"/>
            <a:ext cx="384048" cy="384048"/>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number:1"/>
          <p:cNvSpPr txBox="1"/>
          <p:nvPr/>
        </p:nvSpPr>
        <p:spPr>
          <a:xfrm>
            <a:off x="777240" y="1801368"/>
            <a:ext cx="384048" cy="384048"/>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0" name="body:Check your accounts"/>
          <p:cNvSpPr txBox="1"/>
          <p:nvPr/>
        </p:nvSpPr>
        <p:spPr>
          <a:xfrm>
            <a:off x="1389888" y="1773936"/>
            <a:ext cx="4773168" cy="457200"/>
          </a:xfrm>
          <a:prstGeom prst="rect">
            <a:avLst/>
          </a:prstGeom>
          <a:noFill/>
        </p:spPr>
        <p:txBody>
          <a:bodyPr wrap="none" lIns="0" rIns="0" tIns="0" bIns="0" anchor="t">
            <a:spAutoFit/>
          </a:bodyPr>
          <a:lstStyle/>
          <a:p>
            <a:pPr>
              <a:lnSpc>
                <a:spcPct val="114000"/>
              </a:lnSpc>
              <a:spcBef>
                <a:spcPts val="0"/>
              </a:spcBef>
              <a:spcAft>
                <a:spcPts val="0"/>
              </a:spcAft>
              <a:buNone/>
              <a:defRPr sz="2500" b="1">
                <a:solidFill>
                  <a:srgbClr val="1D343E"/>
                </a:solidFill>
                <a:latin typeface="Meiryo"/>
                <a:ea typeface="Meiryo"/>
                <a:cs typeface="Meiryo"/>
              </a:defRPr>
            </a:pPr>
            <a:r>
              <a:rPr sz="2500" b="1">
                <a:solidFill>
                  <a:srgbClr val="1D343E"/>
                </a:solidFill>
                <a:latin typeface="Meiryo"/>
                <a:ea typeface="Meiryo"/>
                <a:cs typeface="Meiryo"/>
              </a:rPr>
              <a:t>Check your accounts</a:t>
            </a:r>
          </a:p>
        </p:txBody>
      </p:sp>
      <p:sp>
        <p:nvSpPr>
          <p:cNvPr id="11" name="body:Open the course page and GitHub."/>
          <p:cNvSpPr txBox="1"/>
          <p:nvPr/>
        </p:nvSpPr>
        <p:spPr>
          <a:xfrm>
            <a:off x="6446520" y="1792224"/>
            <a:ext cx="4882896" cy="420624"/>
          </a:xfrm>
          <a:prstGeom prst="rect">
            <a:avLst/>
          </a:prstGeom>
          <a:noFill/>
        </p:spPr>
        <p:txBody>
          <a:bodyPr wrap="none" lIns="0" tIns="0" rIns="0" bIns="0" anchor="t">
            <a:spAutoFit/>
          </a:bodyPr>
          <a:lstStyle/>
          <a:p>
            <a:pPr>
              <a:lnSpc>
                <a:spcPct val="114000"/>
              </a:lnSpc>
              <a:spcBef>
                <a:spcPts val="0"/>
              </a:spcBef>
              <a:spcAft>
                <a:spcPts val="0"/>
              </a:spcAft>
              <a:buNone/>
              <a:defRPr sz="2075" b="0">
                <a:solidFill>
                  <a:srgbClr val="1D343E"/>
                </a:solidFill>
                <a:latin typeface="Meiryo"/>
                <a:ea typeface="Meiryo"/>
                <a:cs typeface="Meiryo"/>
              </a:defRPr>
            </a:pPr>
            <a:r>
              <a:rPr sz="2075" b="0">
                <a:solidFill>
                  <a:srgbClr val="1D343E"/>
                </a:solidFill>
                <a:latin typeface="Meiryo"/>
                <a:ea typeface="Meiryo"/>
                <a:cs typeface="Meiryo"/>
              </a:rPr>
              <a:t>Open the course page and GitHub.</a:t>
            </a:r>
          </a:p>
        </p:txBody>
      </p:sp>
      <p:sp>
        <p:nvSpPr>
          <p:cNvPr id="12" name="Rectangle 11">
            <a:hlinkClick action="ppaction://hlinksldjump" r:id="rId6"/>
          </p:cNvPr>
          <p:cNvSpPr/>
          <p:nvPr/>
        </p:nvSpPr>
        <p:spPr>
          <a:xfrm>
            <a:off x="594360" y="2404872"/>
            <a:ext cx="11000232" cy="621792"/>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77240" y="2510028"/>
            <a:ext cx="384048" cy="384048"/>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number:2"/>
          <p:cNvSpPr txBox="1"/>
          <p:nvPr/>
        </p:nvSpPr>
        <p:spPr>
          <a:xfrm>
            <a:off x="777240" y="2532888"/>
            <a:ext cx="384048" cy="384048"/>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15" name="body:Create your repository"/>
          <p:cNvSpPr txBox="1"/>
          <p:nvPr/>
        </p:nvSpPr>
        <p:spPr>
          <a:xfrm>
            <a:off x="1389888" y="2505456"/>
            <a:ext cx="4773168" cy="457200"/>
          </a:xfrm>
          <a:prstGeom prst="rect">
            <a:avLst/>
          </a:prstGeom>
          <a:noFill/>
        </p:spPr>
        <p:txBody>
          <a:bodyPr wrap="none" lIns="0" rIns="0" tIns="0" bIns="0" anchor="t">
            <a:spAutoFit/>
          </a:bodyPr>
          <a:lstStyle/>
          <a:p>
            <a:pPr>
              <a:lnSpc>
                <a:spcPct val="114000"/>
              </a:lnSpc>
              <a:spcBef>
                <a:spcPts val="0"/>
              </a:spcBef>
              <a:spcAft>
                <a:spcPts val="0"/>
              </a:spcAft>
              <a:buNone/>
              <a:defRPr sz="2500" b="1">
                <a:solidFill>
                  <a:srgbClr val="1D343E"/>
                </a:solidFill>
                <a:latin typeface="Meiryo"/>
                <a:ea typeface="Meiryo"/>
                <a:cs typeface="Meiryo"/>
              </a:defRPr>
            </a:pPr>
            <a:r>
              <a:rPr sz="2500" b="1">
                <a:solidFill>
                  <a:srgbClr val="1D343E"/>
                </a:solidFill>
                <a:latin typeface="Meiryo"/>
                <a:ea typeface="Meiryo"/>
                <a:cs typeface="Meiryo"/>
              </a:rPr>
              <a:t>Create your repository</a:t>
            </a:r>
          </a:p>
        </p:txBody>
      </p:sp>
      <p:sp>
        <p:nvSpPr>
          <p:cNvPr id="16" name="body:Copy the template as Private."/>
          <p:cNvSpPr txBox="1"/>
          <p:nvPr/>
        </p:nvSpPr>
        <p:spPr>
          <a:xfrm>
            <a:off x="6446520" y="2523744"/>
            <a:ext cx="4882896" cy="420624"/>
          </a:xfrm>
          <a:prstGeom prst="rect">
            <a:avLst/>
          </a:prstGeom>
          <a:noFill/>
        </p:spPr>
        <p:txBody>
          <a:bodyPr wrap="none" lIns="0" rIns="0" tIns="0" bIns="0" anchor="t">
            <a:spAutoFit/>
          </a:bodyPr>
          <a:lstStyle/>
          <a:p>
            <a:pPr>
              <a:lnSpc>
                <a:spcPct val="114000"/>
              </a:lnSpc>
              <a:spcBef>
                <a:spcPts val="0"/>
              </a:spcBef>
              <a:spcAft>
                <a:spcPts val="0"/>
              </a:spcAft>
              <a:buNone/>
              <a:defRPr sz="2300" b="0">
                <a:solidFill>
                  <a:srgbClr val="1D343E"/>
                </a:solidFill>
                <a:latin typeface="Meiryo"/>
                <a:ea typeface="Meiryo"/>
                <a:cs typeface="Meiryo"/>
              </a:defRPr>
            </a:pPr>
            <a:r>
              <a:rPr sz="2300" b="0">
                <a:solidFill>
                  <a:srgbClr val="1D343E"/>
                </a:solidFill>
                <a:latin typeface="Meiryo"/>
                <a:ea typeface="Meiryo"/>
                <a:cs typeface="Meiryo"/>
              </a:rPr>
              <a:t>Copy the template as Private.</a:t>
            </a:r>
          </a:p>
        </p:txBody>
      </p:sp>
      <p:sp>
        <p:nvSpPr>
          <p:cNvPr id="17" name="Rectangle 16">
            <a:hlinkClick action="ppaction://hlinksldjump" r:id="rId7"/>
          </p:cNvPr>
          <p:cNvSpPr/>
          <p:nvPr/>
        </p:nvSpPr>
        <p:spPr>
          <a:xfrm>
            <a:off x="594360" y="3136392"/>
            <a:ext cx="11000232" cy="621792"/>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77240" y="3241548"/>
            <a:ext cx="384048" cy="384048"/>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number:3"/>
          <p:cNvSpPr txBox="1"/>
          <p:nvPr/>
        </p:nvSpPr>
        <p:spPr>
          <a:xfrm>
            <a:off x="777240" y="3264408"/>
            <a:ext cx="384048" cy="384048"/>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3</a:t>
            </a:r>
          </a:p>
        </p:txBody>
      </p:sp>
      <p:sp>
        <p:nvSpPr>
          <p:cNvPr id="20" name="body:Save an image and record"/>
          <p:cNvSpPr txBox="1"/>
          <p:nvPr/>
        </p:nvSpPr>
        <p:spPr>
          <a:xfrm>
            <a:off x="1389888" y="3236976"/>
            <a:ext cx="4773168" cy="457200"/>
          </a:xfrm>
          <a:prstGeom prst="rect">
            <a:avLst/>
          </a:prstGeom>
          <a:noFill/>
        </p:spPr>
        <p:txBody>
          <a:bodyPr wrap="none" lIns="0" rIns="0" tIns="0" bIns="0" anchor="t">
            <a:spAutoFit/>
          </a:bodyPr>
          <a:lstStyle/>
          <a:p>
            <a:pPr>
              <a:lnSpc>
                <a:spcPct val="114000"/>
              </a:lnSpc>
              <a:spcBef>
                <a:spcPts val="0"/>
              </a:spcBef>
              <a:spcAft>
                <a:spcPts val="0"/>
              </a:spcAft>
              <a:buNone/>
              <a:defRPr sz="2500" b="1">
                <a:solidFill>
                  <a:srgbClr val="1D343E"/>
                </a:solidFill>
                <a:latin typeface="Meiryo"/>
                <a:ea typeface="Meiryo"/>
                <a:cs typeface="Meiryo"/>
              </a:defRPr>
            </a:pPr>
            <a:r>
              <a:rPr sz="2500" b="1">
                <a:solidFill>
                  <a:srgbClr val="1D343E"/>
                </a:solidFill>
                <a:latin typeface="Meiryo"/>
                <a:ea typeface="Meiryo"/>
                <a:cs typeface="Meiryo"/>
              </a:rPr>
              <a:t>Save an image and record</a:t>
            </a:r>
          </a:p>
        </p:txBody>
      </p:sp>
      <p:sp>
        <p:nvSpPr>
          <p:cNvPr id="21" name="body:Save one image and a short record."/>
          <p:cNvSpPr txBox="1"/>
          <p:nvPr/>
        </p:nvSpPr>
        <p:spPr>
          <a:xfrm>
            <a:off x="6446520" y="3255264"/>
            <a:ext cx="4882896" cy="420624"/>
          </a:xfrm>
          <a:prstGeom prst="rect">
            <a:avLst/>
          </a:prstGeom>
          <a:noFill/>
        </p:spPr>
        <p:txBody>
          <a:bodyPr wrap="none" lIns="0" rIns="0" tIns="0" bIns="0" anchor="t">
            <a:spAutoFit/>
          </a:bodyPr>
          <a:lstStyle/>
          <a:p>
            <a:pPr>
              <a:lnSpc>
                <a:spcPct val="114000"/>
              </a:lnSpc>
              <a:spcBef>
                <a:spcPts val="0"/>
              </a:spcBef>
              <a:spcAft>
                <a:spcPts val="0"/>
              </a:spcAft>
              <a:buNone/>
              <a:defRPr sz="2000" b="0">
                <a:solidFill>
                  <a:srgbClr val="1D343E"/>
                </a:solidFill>
                <a:latin typeface="Meiryo"/>
                <a:ea typeface="Meiryo"/>
                <a:cs typeface="Meiryo"/>
              </a:defRPr>
            </a:pPr>
            <a:r>
              <a:rPr sz="2000" b="0">
                <a:solidFill>
                  <a:srgbClr val="1D343E"/>
                </a:solidFill>
                <a:latin typeface="Meiryo"/>
                <a:ea typeface="Meiryo"/>
                <a:cs typeface="Meiryo"/>
              </a:rPr>
              <a:t>Save one image and a short record.</a:t>
            </a:r>
          </a:p>
        </p:txBody>
      </p:sp>
      <p:sp>
        <p:nvSpPr>
          <p:cNvPr id="22" name="Rectangle 21">
            <a:hlinkClick action="ppaction://hlinksldjump" r:id="rId8"/>
          </p:cNvPr>
          <p:cNvSpPr/>
          <p:nvPr/>
        </p:nvSpPr>
        <p:spPr>
          <a:xfrm>
            <a:off x="594360" y="3867912"/>
            <a:ext cx="11000232" cy="621792"/>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77240" y="3973068"/>
            <a:ext cx="384048" cy="384048"/>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umber:4"/>
          <p:cNvSpPr txBox="1"/>
          <p:nvPr/>
        </p:nvSpPr>
        <p:spPr>
          <a:xfrm>
            <a:off x="777240" y="3995928"/>
            <a:ext cx="384048" cy="384048"/>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4</a:t>
            </a:r>
          </a:p>
        </p:txBody>
      </p:sp>
      <p:sp>
        <p:nvSpPr>
          <p:cNvPr id="25" name="body:Invite your instructor"/>
          <p:cNvSpPr txBox="1"/>
          <p:nvPr/>
        </p:nvSpPr>
        <p:spPr>
          <a:xfrm>
            <a:off x="1389888" y="3968496"/>
            <a:ext cx="4773168" cy="457200"/>
          </a:xfrm>
          <a:prstGeom prst="rect">
            <a:avLst/>
          </a:prstGeom>
          <a:noFill/>
        </p:spPr>
        <p:txBody>
          <a:bodyPr wrap="none" lIns="0" rIns="0" tIns="0" bIns="0" anchor="t">
            <a:spAutoFit/>
          </a:bodyPr>
          <a:lstStyle/>
          <a:p>
            <a:pPr>
              <a:lnSpc>
                <a:spcPct val="114000"/>
              </a:lnSpc>
              <a:spcBef>
                <a:spcPts val="0"/>
              </a:spcBef>
              <a:spcAft>
                <a:spcPts val="0"/>
              </a:spcAft>
              <a:buNone/>
              <a:defRPr sz="2500" b="1">
                <a:solidFill>
                  <a:srgbClr val="1D343E"/>
                </a:solidFill>
                <a:latin typeface="Meiryo"/>
                <a:ea typeface="Meiryo"/>
                <a:cs typeface="Meiryo"/>
              </a:defRPr>
            </a:pPr>
            <a:r>
              <a:rPr sz="2500" b="1">
                <a:solidFill>
                  <a:srgbClr val="1D343E"/>
                </a:solidFill>
                <a:latin typeface="Meiryo"/>
                <a:ea typeface="Meiryo"/>
                <a:cs typeface="Meiryo"/>
              </a:rPr>
              <a:t>Invite your instructor</a:t>
            </a:r>
          </a:p>
        </p:txBody>
      </p:sp>
      <p:sp>
        <p:nvSpPr>
          <p:cNvPr id="26" name="body:Invite them to your repository."/>
          <p:cNvSpPr txBox="1"/>
          <p:nvPr/>
        </p:nvSpPr>
        <p:spPr>
          <a:xfrm>
            <a:off x="6446520" y="3986784"/>
            <a:ext cx="4882896" cy="420624"/>
          </a:xfrm>
          <a:prstGeom prst="rect">
            <a:avLst/>
          </a:prstGeom>
          <a:noFill/>
        </p:spPr>
        <p:txBody>
          <a:bodyPr wrap="none" lIns="0" rIns="0" tIns="0" bIns="0" anchor="t">
            <a:spAutoFit/>
          </a:bodyPr>
          <a:lstStyle/>
          <a:p>
            <a:pPr>
              <a:lnSpc>
                <a:spcPct val="114000"/>
              </a:lnSpc>
              <a:spcBef>
                <a:spcPts val="0"/>
              </a:spcBef>
              <a:spcAft>
                <a:spcPts val="0"/>
              </a:spcAft>
              <a:buNone/>
              <a:defRPr sz="2300" b="0">
                <a:solidFill>
                  <a:srgbClr val="1D343E"/>
                </a:solidFill>
                <a:latin typeface="Meiryo"/>
                <a:ea typeface="Meiryo"/>
                <a:cs typeface="Meiryo"/>
              </a:defRPr>
            </a:pPr>
            <a:r>
              <a:rPr sz="2300" b="0">
                <a:solidFill>
                  <a:srgbClr val="1D343E"/>
                </a:solidFill>
                <a:latin typeface="Meiryo"/>
                <a:ea typeface="Meiryo"/>
                <a:cs typeface="Meiryo"/>
              </a:rPr>
              <a:t>Invite them to your repository.</a:t>
            </a:r>
          </a:p>
        </p:txBody>
      </p:sp>
      <p:sp>
        <p:nvSpPr>
          <p:cNvPr id="27" name="Rectangle 26">
            <a:hlinkClick action="ppaction://hlinksldjump" r:id="rId9"/>
          </p:cNvPr>
          <p:cNvSpPr/>
          <p:nvPr/>
        </p:nvSpPr>
        <p:spPr>
          <a:xfrm>
            <a:off x="594360" y="4599432"/>
            <a:ext cx="11000232" cy="621792"/>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77240" y="4704588"/>
            <a:ext cx="384048" cy="384048"/>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umber:5"/>
          <p:cNvSpPr txBox="1"/>
          <p:nvPr/>
        </p:nvSpPr>
        <p:spPr>
          <a:xfrm>
            <a:off x="777240" y="4727448"/>
            <a:ext cx="384048" cy="384048"/>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5</a:t>
            </a:r>
          </a:p>
        </p:txBody>
      </p:sp>
      <p:sp>
        <p:nvSpPr>
          <p:cNvPr id="30" name="body:Register your repository"/>
          <p:cNvSpPr txBox="1"/>
          <p:nvPr/>
        </p:nvSpPr>
        <p:spPr>
          <a:xfrm>
            <a:off x="1389888" y="4700016"/>
            <a:ext cx="4773168" cy="457200"/>
          </a:xfrm>
          <a:prstGeom prst="rect">
            <a:avLst/>
          </a:prstGeom>
          <a:noFill/>
        </p:spPr>
        <p:txBody>
          <a:bodyPr wrap="none" lIns="0" rIns="0" tIns="0" bIns="0" anchor="t">
            <a:spAutoFit/>
          </a:bodyPr>
          <a:lstStyle/>
          <a:p>
            <a:pPr>
              <a:lnSpc>
                <a:spcPct val="114000"/>
              </a:lnSpc>
              <a:spcBef>
                <a:spcPts val="0"/>
              </a:spcBef>
              <a:spcAft>
                <a:spcPts val="0"/>
              </a:spcAft>
              <a:buNone/>
              <a:defRPr sz="2500" b="1">
                <a:solidFill>
                  <a:srgbClr val="1D343E"/>
                </a:solidFill>
                <a:latin typeface="Meiryo"/>
                <a:ea typeface="Meiryo"/>
                <a:cs typeface="Meiryo"/>
              </a:defRPr>
            </a:pPr>
            <a:r>
              <a:rPr sz="2500" b="1">
                <a:solidFill>
                  <a:srgbClr val="1D343E"/>
                </a:solidFill>
                <a:latin typeface="Meiryo"/>
                <a:ea typeface="Meiryo"/>
                <a:cs typeface="Meiryo"/>
              </a:rPr>
              <a:t>Register your repository</a:t>
            </a:r>
          </a:p>
        </p:txBody>
      </p:sp>
      <p:sp>
        <p:nvSpPr>
          <p:cNvPr id="31" name="body:Connect your student details and GitHub."/>
          <p:cNvSpPr txBox="1"/>
          <p:nvPr/>
        </p:nvSpPr>
        <p:spPr>
          <a:xfrm>
            <a:off x="6446520" y="4718304"/>
            <a:ext cx="4882896" cy="420624"/>
          </a:xfrm>
          <a:prstGeom prst="rect">
            <a:avLst/>
          </a:prstGeom>
          <a:noFill/>
        </p:spPr>
        <p:txBody>
          <a:bodyPr wrap="none" lIns="0" rIns="0" tIns="0" bIns="0" anchor="t">
            <a:spAutoFit/>
          </a:bodyPr>
          <a:lstStyle/>
          <a:p>
            <a:pPr>
              <a:lnSpc>
                <a:spcPct val="114000"/>
              </a:lnSpc>
              <a:spcBef>
                <a:spcPts val="0"/>
              </a:spcBef>
              <a:spcAft>
                <a:spcPts val="0"/>
              </a:spcAft>
              <a:buNone/>
              <a:defRPr sz="1700" b="0">
                <a:solidFill>
                  <a:srgbClr val="1D343E"/>
                </a:solidFill>
                <a:latin typeface="Meiryo"/>
                <a:ea typeface="Meiryo"/>
                <a:cs typeface="Meiryo"/>
              </a:defRPr>
            </a:pPr>
            <a:r>
              <a:rPr sz="1700" b="0">
                <a:solidFill>
                  <a:srgbClr val="1D343E"/>
                </a:solidFill>
                <a:latin typeface="Meiryo"/>
                <a:ea typeface="Meiryo"/>
                <a:cs typeface="Meiryo"/>
              </a:rPr>
              <a:t>Connect your student details and GitHub.</a:t>
            </a:r>
          </a:p>
        </p:txBody>
      </p:sp>
      <p:sp>
        <p:nvSpPr>
          <p:cNvPr id="32" name="Rectangle 31"/>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circle-check_007F80.png"/>
          <p:cNvPicPr>
            <a:picLocks noChangeAspect="1"/>
          </p:cNvPicPr>
          <p:nvPr/>
        </p:nvPicPr>
        <p:blipFill>
          <a:blip r:embed="rId4"/>
          <a:stretch>
            <a:fillRect/>
          </a:stretch>
        </p:blipFill>
        <p:spPr>
          <a:xfrm>
            <a:off x="749808" y="5751576"/>
            <a:ext cx="283464" cy="283464"/>
          </a:xfrm>
          <a:prstGeom prst="rect">
            <a:avLst/>
          </a:prstGeom>
        </p:spPr>
      </p:pic>
      <p:sp>
        <p:nvSpPr>
          <p:cNvPr id="34" name="result:Skip completed steps. Late joiners follow the same checklist."/>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buNone/>
              <a:defRPr sz="2200" b="0">
                <a:solidFill>
                  <a:srgbClr val="1D343E"/>
                </a:solidFill>
                <a:latin typeface="Meiryo"/>
                <a:ea typeface="Meiryo"/>
                <a:cs typeface="Meiryo"/>
              </a:defRPr>
            </a:pPr>
            <a:r>
              <a:rPr sz="2200" b="0">
                <a:solidFill>
                  <a:srgbClr val="1D343E"/>
                </a:solidFill>
                <a:latin typeface="Meiryo"/>
                <a:ea typeface="Meiryo"/>
                <a:cs typeface="Meiryo"/>
              </a:rPr>
              <a:t>Skip completed steps. Late joiners follow the same checklist.</a:t>
            </a:r>
          </a:p>
        </p:txBody>
      </p:sp>
      <p:sp>
        <p:nvSpPr>
          <p:cNvPr id="35" name="footer:AI and Data Literacy    Initial setup"/>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 and Data Literacy    Initial setup</a:t>
            </a:r>
          </a:p>
        </p:txBody>
      </p:sp>
      <p:sp>
        <p:nvSpPr>
          <p:cNvPr id="36" name="footer:02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02 / 37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Getting started"/>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buNone/>
              <a:defRPr sz="1800" b="1">
                <a:solidFill>
                  <a:srgbClr val="007F80"/>
                </a:solidFill>
                <a:latin typeface="Meiryo"/>
                <a:ea typeface="Meiryo"/>
                <a:cs typeface="Meiryo"/>
              </a:defRPr>
            </a:pPr>
            <a:r>
              <a:rPr sz="1800" b="1">
                <a:solidFill>
                  <a:srgbClr val="007F80"/>
                </a:solidFill>
                <a:latin typeface="Meiryo"/>
                <a:ea typeface="Meiryo"/>
                <a:cs typeface="Meiryo"/>
              </a:rPr>
              <a:t>Getting started</a:t>
            </a:r>
          </a:p>
        </p:txBody>
      </p:sp>
      <p:sp>
        <p:nvSpPr>
          <p:cNvPr id="4" name="title:What you need"/>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buNone/>
              <a:defRPr sz="3400" b="1">
                <a:solidFill>
                  <a:srgbClr val="1D343E"/>
                </a:solidFill>
                <a:latin typeface="Meiryo"/>
                <a:ea typeface="Meiryo"/>
                <a:cs typeface="Meiryo"/>
              </a:defRPr>
            </a:pPr>
            <a:r>
              <a:rPr sz="3400" b="1">
                <a:solidFill>
                  <a:srgbClr val="1D343E"/>
                </a:solidFill>
                <a:latin typeface="Meiryo"/>
                <a:ea typeface="Meiryo"/>
                <a:cs typeface="Meiryo"/>
              </a:rPr>
              <a:t>What you need</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keyboard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700784"/>
            <a:ext cx="3511296" cy="3648456"/>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keyboard_007F80.png"/>
          <p:cNvPicPr>
            <a:picLocks noChangeAspect="1"/>
          </p:cNvPicPr>
          <p:nvPr/>
        </p:nvPicPr>
        <p:blipFill>
          <a:blip r:embed="rId2"/>
          <a:stretch>
            <a:fillRect/>
          </a:stretch>
        </p:blipFill>
        <p:spPr>
          <a:xfrm>
            <a:off x="841248" y="1947672"/>
            <a:ext cx="438912" cy="438912"/>
          </a:xfrm>
          <a:prstGeom prst="rect">
            <a:avLst/>
          </a:prstGeom>
        </p:spPr>
      </p:pic>
      <p:sp>
        <p:nvSpPr>
          <p:cNvPr id="9" name="body:A computer"/>
          <p:cNvSpPr txBox="1"/>
          <p:nvPr/>
        </p:nvSpPr>
        <p:spPr>
          <a:xfrm>
            <a:off x="841248" y="2642615"/>
            <a:ext cx="3017520" cy="477773"/>
          </a:xfrm>
          <a:prstGeom prst="rect">
            <a:avLst/>
          </a:prstGeom>
          <a:noFill/>
        </p:spPr>
        <p:txBody>
          <a:bodyPr wrap="none" lIns="0" rIns="0" tIns="0" bIns="0" anchor="t">
            <a:spAutoFit/>
          </a:bodyPr>
          <a:lstStyle/>
          <a:p>
            <a:pPr>
              <a:lnSpc>
                <a:spcPct val="114000"/>
              </a:lnSpc>
              <a:spcBef>
                <a:spcPts val="0"/>
              </a:spcBef>
              <a:spcAft>
                <a:spcPts val="0"/>
              </a:spcAft>
              <a:buNone/>
              <a:defRPr sz="2700" b="1">
                <a:solidFill>
                  <a:srgbClr val="1D343E"/>
                </a:solidFill>
                <a:latin typeface="Meiryo"/>
                <a:ea typeface="Meiryo"/>
                <a:cs typeface="Meiryo"/>
              </a:defRPr>
            </a:pPr>
            <a:r>
              <a:rPr sz="2700" b="1">
                <a:solidFill>
                  <a:srgbClr val="1D343E"/>
                </a:solidFill>
                <a:latin typeface="Meiryo"/>
                <a:ea typeface="Meiryo"/>
                <a:cs typeface="Meiryo"/>
              </a:rPr>
              <a:t>A computer</a:t>
            </a:r>
          </a:p>
        </p:txBody>
      </p:sp>
      <p:sp>
        <p:nvSpPr>
          <p:cNvPr id="10" name="body:Open a browser.&#10;Have your charger ready."/>
          <p:cNvSpPr txBox="1"/>
          <p:nvPr/>
        </p:nvSpPr>
        <p:spPr>
          <a:xfrm>
            <a:off x="841248" y="3321557"/>
            <a:ext cx="3017520" cy="792479"/>
          </a:xfrm>
          <a:prstGeom prst="rect">
            <a:avLst/>
          </a:prstGeom>
          <a:noFill/>
        </p:spPr>
        <p:txBody>
          <a:bodyPr wrap="none" lIns="0" rIns="0" tIns="0" bIns="0" anchor="t">
            <a:spAutoFit/>
          </a:bodyPr>
          <a:lstStyle/>
          <a:p>
            <a:pPr>
              <a:lnSpc>
                <a:spcPct val="114000"/>
              </a:lnSpc>
              <a:spcBef>
                <a:spcPts val="0"/>
              </a:spcBef>
              <a:spcAft>
                <a:spcPts val="0"/>
              </a:spcAft>
              <a:buNone/>
              <a:defRPr sz="1725" b="0">
                <a:solidFill>
                  <a:srgbClr val="1D343E"/>
                </a:solidFill>
                <a:latin typeface="Meiryo"/>
                <a:ea typeface="Meiryo"/>
                <a:cs typeface="Meiryo"/>
              </a:defRPr>
            </a:pPr>
            <a:r>
              <a:rPr sz="1725" b="0">
                <a:solidFill>
                  <a:srgbClr val="1D343E"/>
                </a:solidFill>
                <a:latin typeface="Meiryo"/>
                <a:ea typeface="Meiryo"/>
                <a:cs typeface="Meiryo"/>
              </a:rPr>
              <a:t>Open a browser.</a:t>
            </a:r>
          </a:p>
          <a:p>
            <a:pPr>
              <a:lnSpc>
                <a:spcPct val="114000"/>
              </a:lnSpc>
              <a:spcBef>
                <a:spcPts val="0"/>
              </a:spcBef>
              <a:spcAft>
                <a:spcPts val="0"/>
              </a:spcAft>
              <a:buNone/>
              <a:defRPr sz="1725" b="0">
                <a:solidFill>
                  <a:srgbClr val="1D343E"/>
                </a:solidFill>
                <a:latin typeface="Meiryo"/>
                <a:ea typeface="Meiryo"/>
                <a:cs typeface="Meiryo"/>
              </a:defRPr>
            </a:pPr>
            <a:r>
              <a:rPr sz="1725" b="0">
                <a:solidFill>
                  <a:srgbClr val="1D343E"/>
                </a:solidFill>
                <a:latin typeface="Meiryo"/>
                <a:ea typeface="Meiryo"/>
                <a:cs typeface="Meiryo"/>
              </a:rPr>
              <a:t>Have your charger ready.</a:t>
            </a:r>
          </a:p>
        </p:txBody>
      </p:sp>
      <p:sp>
        <p:nvSpPr>
          <p:cNvPr id="11" name="Rectangle 10"/>
          <p:cNvSpPr/>
          <p:nvPr/>
        </p:nvSpPr>
        <p:spPr>
          <a:xfrm>
            <a:off x="4343400" y="1700784"/>
            <a:ext cx="3511296" cy="364845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lock-keyhole_007F80.png"/>
          <p:cNvPicPr>
            <a:picLocks noChangeAspect="1"/>
          </p:cNvPicPr>
          <p:nvPr/>
        </p:nvPicPr>
        <p:blipFill>
          <a:blip r:embed="rId4"/>
          <a:stretch>
            <a:fillRect/>
          </a:stretch>
        </p:blipFill>
        <p:spPr>
          <a:xfrm>
            <a:off x="4590288" y="1947672"/>
            <a:ext cx="438912" cy="438912"/>
          </a:xfrm>
          <a:prstGeom prst="rect">
            <a:avLst/>
          </a:prstGeom>
        </p:spPr>
      </p:pic>
      <p:sp>
        <p:nvSpPr>
          <p:cNvPr id="13" name="body:Your course account"/>
          <p:cNvSpPr txBox="1"/>
          <p:nvPr/>
        </p:nvSpPr>
        <p:spPr>
          <a:xfrm>
            <a:off x="4590288" y="2642615"/>
            <a:ext cx="3017520" cy="477773"/>
          </a:xfrm>
          <a:prstGeom prst="rect">
            <a:avLst/>
          </a:prstGeom>
          <a:noFill/>
        </p:spPr>
        <p:txBody>
          <a:bodyPr wrap="none" lIns="0" tIns="0" rIns="0" bIns="0" anchor="t">
            <a:spAutoFit/>
          </a:bodyPr>
          <a:lstStyle/>
          <a:p>
            <a:pPr>
              <a:lnSpc>
                <a:spcPct val="114000"/>
              </a:lnSpc>
              <a:spcBef>
                <a:spcPts val="0"/>
              </a:spcBef>
              <a:spcAft>
                <a:spcPts val="0"/>
              </a:spcAft>
              <a:buNone/>
              <a:defRPr sz="2025" b="1">
                <a:solidFill>
                  <a:srgbClr val="1D343E"/>
                </a:solidFill>
                <a:latin typeface="Meiryo"/>
                <a:ea typeface="Meiryo"/>
                <a:cs typeface="Meiryo"/>
              </a:defRPr>
            </a:pPr>
            <a:r>
              <a:rPr sz="2025" b="1">
                <a:solidFill>
                  <a:srgbClr val="1D343E"/>
                </a:solidFill>
                <a:latin typeface="Meiryo"/>
                <a:ea typeface="Meiryo"/>
                <a:cs typeface="Meiryo"/>
              </a:rPr>
              <a:t>Your course account</a:t>
            </a:r>
          </a:p>
        </p:txBody>
      </p:sp>
      <p:sp>
        <p:nvSpPr>
          <p:cNvPr id="14" name="body:Use it to open&#10;the course page&#10;and submission form."/>
          <p:cNvSpPr txBox="1"/>
          <p:nvPr/>
        </p:nvSpPr>
        <p:spPr>
          <a:xfrm>
            <a:off x="4590288" y="3321557"/>
            <a:ext cx="3017520" cy="1152144"/>
          </a:xfrm>
          <a:prstGeom prst="rect">
            <a:avLst/>
          </a:prstGeom>
          <a:noFill/>
        </p:spPr>
        <p:txBody>
          <a:bodyPr wrap="none" lIns="0" rIns="0" tIns="0" bIns="0" anchor="t">
            <a:spAutoFit/>
          </a:bodyPr>
          <a:lstStyle/>
          <a:p>
            <a:pPr>
              <a:lnSpc>
                <a:spcPct val="114000"/>
              </a:lnSpc>
              <a:spcBef>
                <a:spcPts val="0"/>
              </a:spcBef>
              <a:spcAft>
                <a:spcPts val="0"/>
              </a:spcAft>
              <a:buNone/>
              <a:defRPr sz="2025" b="0">
                <a:solidFill>
                  <a:srgbClr val="1D343E"/>
                </a:solidFill>
                <a:latin typeface="Meiryo"/>
                <a:ea typeface="Meiryo"/>
                <a:cs typeface="Meiryo"/>
              </a:defRPr>
            </a:pPr>
            <a:r>
              <a:rPr sz="2025" b="0">
                <a:solidFill>
                  <a:srgbClr val="1D343E"/>
                </a:solidFill>
                <a:latin typeface="Meiryo"/>
                <a:ea typeface="Meiryo"/>
                <a:cs typeface="Meiryo"/>
              </a:rPr>
              <a:t>Use it to open</a:t>
            </a:r>
          </a:p>
          <a:p>
            <a:pPr>
              <a:lnSpc>
                <a:spcPct val="114000"/>
              </a:lnSpc>
              <a:spcBef>
                <a:spcPts val="0"/>
              </a:spcBef>
              <a:spcAft>
                <a:spcPts val="0"/>
              </a:spcAft>
              <a:buNone/>
              <a:defRPr sz="2025" b="0">
                <a:solidFill>
                  <a:srgbClr val="1D343E"/>
                </a:solidFill>
                <a:latin typeface="Meiryo"/>
                <a:ea typeface="Meiryo"/>
                <a:cs typeface="Meiryo"/>
              </a:defRPr>
            </a:pPr>
            <a:r>
              <a:rPr sz="2025" b="0">
                <a:solidFill>
                  <a:srgbClr val="1D343E"/>
                </a:solidFill>
                <a:latin typeface="Meiryo"/>
                <a:ea typeface="Meiryo"/>
                <a:cs typeface="Meiryo"/>
              </a:rPr>
              <a:t>the course page</a:t>
            </a:r>
          </a:p>
          <a:p>
            <a:pPr>
              <a:lnSpc>
                <a:spcPct val="114000"/>
              </a:lnSpc>
              <a:spcBef>
                <a:spcPts val="0"/>
              </a:spcBef>
              <a:spcAft>
                <a:spcPts val="0"/>
              </a:spcAft>
              <a:buNone/>
              <a:defRPr sz="2025" b="0">
                <a:solidFill>
                  <a:srgbClr val="1D343E"/>
                </a:solidFill>
                <a:latin typeface="Meiryo"/>
                <a:ea typeface="Meiryo"/>
                <a:cs typeface="Meiryo"/>
              </a:defRPr>
            </a:pPr>
            <a:r>
              <a:rPr sz="2025" b="0">
                <a:solidFill>
                  <a:srgbClr val="1D343E"/>
                </a:solidFill>
                <a:latin typeface="Meiryo"/>
                <a:ea typeface="Meiryo"/>
                <a:cs typeface="Meiryo"/>
              </a:rPr>
              <a:t>and submission form.</a:t>
            </a:r>
          </a:p>
        </p:txBody>
      </p:sp>
      <p:sp>
        <p:nvSpPr>
          <p:cNvPr id="15" name="Rectangle 14"/>
          <p:cNvSpPr/>
          <p:nvPr/>
        </p:nvSpPr>
        <p:spPr>
          <a:xfrm>
            <a:off x="8092440" y="1700784"/>
            <a:ext cx="3502152" cy="3648456"/>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message-circle_007F80.png"/>
          <p:cNvPicPr>
            <a:picLocks noChangeAspect="1"/>
          </p:cNvPicPr>
          <p:nvPr/>
        </p:nvPicPr>
        <p:blipFill>
          <a:blip r:embed="rId5"/>
          <a:stretch>
            <a:fillRect/>
          </a:stretch>
        </p:blipFill>
        <p:spPr>
          <a:xfrm>
            <a:off x="8339327" y="1947672"/>
            <a:ext cx="438912" cy="438912"/>
          </a:xfrm>
          <a:prstGeom prst="rect">
            <a:avLst/>
          </a:prstGeom>
        </p:spPr>
      </p:pic>
      <p:sp>
        <p:nvSpPr>
          <p:cNvPr id="17" name="body:An AI you can use"/>
          <p:cNvSpPr txBox="1"/>
          <p:nvPr/>
        </p:nvSpPr>
        <p:spPr>
          <a:xfrm>
            <a:off x="8339327" y="2642615"/>
            <a:ext cx="3008376" cy="477773"/>
          </a:xfrm>
          <a:prstGeom prst="rect">
            <a:avLst/>
          </a:prstGeom>
          <a:noFill/>
        </p:spPr>
        <p:txBody>
          <a:bodyPr wrap="none" lIns="0" rIns="0" tIns="0" bIns="0" anchor="t">
            <a:spAutoFit/>
          </a:bodyPr>
          <a:lstStyle/>
          <a:p>
            <a:pPr>
              <a:lnSpc>
                <a:spcPct val="114000"/>
              </a:lnSpc>
              <a:spcBef>
                <a:spcPts val="0"/>
              </a:spcBef>
              <a:spcAft>
                <a:spcPts val="0"/>
              </a:spcAft>
              <a:buNone/>
              <a:defRPr sz="2250" b="1">
                <a:solidFill>
                  <a:srgbClr val="1D343E"/>
                </a:solidFill>
                <a:latin typeface="Meiryo"/>
                <a:ea typeface="Meiryo"/>
                <a:cs typeface="Meiryo"/>
              </a:defRPr>
            </a:pPr>
            <a:r>
              <a:rPr sz="2250" b="1">
                <a:solidFill>
                  <a:srgbClr val="1D343E"/>
                </a:solidFill>
                <a:latin typeface="Meiryo"/>
                <a:ea typeface="Meiryo"/>
                <a:cs typeface="Meiryo"/>
              </a:rPr>
              <a:t>An AI you can use</a:t>
            </a:r>
          </a:p>
        </p:txBody>
      </p:sp>
      <p:sp>
        <p:nvSpPr>
          <p:cNvPr id="18" name="body:Open an AI available&#10;for your course,&#10;or one you usually use.&#10;Send a short question."/>
          <p:cNvSpPr txBox="1"/>
          <p:nvPr/>
        </p:nvSpPr>
        <p:spPr>
          <a:xfrm>
            <a:off x="8339327" y="3321557"/>
            <a:ext cx="3008376" cy="1511808"/>
          </a:xfrm>
          <a:prstGeom prst="rect">
            <a:avLst/>
          </a:prstGeom>
          <a:noFill/>
        </p:spPr>
        <p:txBody>
          <a:bodyPr wrap="none" lIns="0" tIns="0" rIns="0" bIns="0" anchor="t">
            <a:noAutofit/>
          </a:bodyPr>
          <a:lstStyle/>
          <a:p>
            <a:pPr>
              <a:lnSpc>
                <a:spcPct val="114000"/>
              </a:lnSpc>
              <a:spcBef>
                <a:spcPts val="0"/>
              </a:spcBef>
              <a:spcAft>
                <a:spcPts val="0"/>
              </a:spcAft>
              <a:buNone/>
              <a:defRPr sz="1950" b="0">
                <a:solidFill>
                  <a:srgbClr val="1D343E"/>
                </a:solidFill>
                <a:latin typeface="Meiryo"/>
                <a:ea typeface="Meiryo"/>
                <a:cs typeface="Meiryo"/>
              </a:defRPr>
            </a:pPr>
            <a:r>
              <a:rPr sz="1950" b="0">
                <a:solidFill>
                  <a:srgbClr val="1D343E"/>
                </a:solidFill>
                <a:latin typeface="Meiryo"/>
                <a:ea typeface="Meiryo"/>
                <a:cs typeface="Meiryo"/>
              </a:rPr>
              <a:t>Open an AI available</a:t>
            </a:r>
          </a:p>
          <a:p>
            <a:pPr>
              <a:lnSpc>
                <a:spcPct val="114000"/>
              </a:lnSpc>
              <a:spcBef>
                <a:spcPts val="0"/>
              </a:spcBef>
              <a:spcAft>
                <a:spcPts val="0"/>
              </a:spcAft>
              <a:buNone/>
              <a:defRPr sz="1950" b="0">
                <a:solidFill>
                  <a:srgbClr val="1D343E"/>
                </a:solidFill>
                <a:latin typeface="Meiryo"/>
                <a:ea typeface="Meiryo"/>
                <a:cs typeface="Meiryo"/>
              </a:defRPr>
            </a:pPr>
            <a:r>
              <a:rPr sz="1950" b="0">
                <a:solidFill>
                  <a:srgbClr val="1D343E"/>
                </a:solidFill>
                <a:latin typeface="Meiryo"/>
                <a:ea typeface="Meiryo"/>
                <a:cs typeface="Meiryo"/>
              </a:rPr>
              <a:t>for your course,</a:t>
            </a:r>
          </a:p>
          <a:p>
            <a:pPr>
              <a:lnSpc>
                <a:spcPct val="114000"/>
              </a:lnSpc>
              <a:spcBef>
                <a:spcPts val="0"/>
              </a:spcBef>
              <a:spcAft>
                <a:spcPts val="0"/>
              </a:spcAft>
              <a:buNone/>
              <a:defRPr sz="1950" b="0">
                <a:solidFill>
                  <a:srgbClr val="1D343E"/>
                </a:solidFill>
                <a:latin typeface="Meiryo"/>
                <a:ea typeface="Meiryo"/>
                <a:cs typeface="Meiryo"/>
              </a:defRPr>
            </a:pPr>
            <a:r>
              <a:rPr sz="1950" b="0">
                <a:solidFill>
                  <a:srgbClr val="1D343E"/>
                </a:solidFill>
                <a:latin typeface="Meiryo"/>
                <a:ea typeface="Meiryo"/>
                <a:cs typeface="Meiryo"/>
              </a:rPr>
              <a:t>or one you usually use.</a:t>
            </a:r>
          </a:p>
          <a:p>
            <a:pPr>
              <a:lnSpc>
                <a:spcPct val="114000"/>
              </a:lnSpc>
              <a:spcBef>
                <a:spcPts val="0"/>
              </a:spcBef>
              <a:spcAft>
                <a:spcPts val="0"/>
              </a:spcAft>
              <a:buNone/>
              <a:defRPr sz="1950" b="0">
                <a:solidFill>
                  <a:srgbClr val="1D343E"/>
                </a:solidFill>
                <a:latin typeface="Meiryo"/>
                <a:ea typeface="Meiryo"/>
                <a:cs typeface="Meiryo"/>
              </a:defRPr>
            </a:pPr>
            <a:r>
              <a:rPr sz="1950" b="0">
                <a:solidFill>
                  <a:srgbClr val="1D343E"/>
                </a:solidFill>
                <a:latin typeface="Meiryo"/>
                <a:ea typeface="Meiryo"/>
                <a:cs typeface="Meiryo"/>
              </a:rPr>
              <a:t>Send a short question.</a:t>
            </a:r>
          </a:p>
        </p:txBody>
      </p:sp>
      <p:sp>
        <p:nvSpPr>
          <p:cNvPr id="19" name="Rectangle 18"/>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ircle-check_007F80.png"/>
          <p:cNvPicPr>
            <a:picLocks noChangeAspect="1"/>
          </p:cNvPicPr>
          <p:nvPr/>
        </p:nvPicPr>
        <p:blipFill>
          <a:blip r:embed="rId6"/>
          <a:stretch>
            <a:fillRect/>
          </a:stretch>
        </p:blipFill>
        <p:spPr>
          <a:xfrm>
            <a:off x="749808" y="5751576"/>
            <a:ext cx="283464" cy="283464"/>
          </a:xfrm>
          <a:prstGeom prst="rect">
            <a:avLst/>
          </a:prstGeom>
        </p:spPr>
      </p:pic>
      <p:sp>
        <p:nvSpPr>
          <p:cNvPr id="21" name="result:A paid plan is optional. You can use the supplied image instead of generating one."/>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buNone/>
              <a:defRPr sz="1863" b="0">
                <a:solidFill>
                  <a:srgbClr val="1D343E"/>
                </a:solidFill>
                <a:latin typeface="Meiryo"/>
                <a:ea typeface="Meiryo"/>
                <a:cs typeface="Meiryo"/>
              </a:defRPr>
            </a:pPr>
            <a:r>
              <a:rPr sz="1863" b="0">
                <a:solidFill>
                  <a:srgbClr val="1D343E"/>
                </a:solidFill>
                <a:latin typeface="Meiryo"/>
                <a:ea typeface="Meiryo"/>
                <a:cs typeface="Meiryo"/>
              </a:rPr>
              <a:t>A paid plan is optional. You can use the supplied image instead of generating one.</a:t>
            </a:r>
          </a:p>
        </p:txBody>
      </p:sp>
      <p:sp>
        <p:nvSpPr>
          <p:cNvPr id="22" name="tag:Setup checklist">
            <a:hlinkClick action="ppaction://hlinksldjump" r:id="rId7"/>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buNone/>
              <a:defRPr sz="1575" b="0">
                <a:solidFill>
                  <a:srgbClr val="007F80"/>
                </a:solidFill>
                <a:latin typeface="Meiryo"/>
                <a:ea typeface="Meiryo"/>
                <a:cs typeface="Meiryo"/>
              </a:defRPr>
            </a:pPr>
            <a:r>
              <a:rPr sz="1575" b="0">
                <a:solidFill>
                  <a:srgbClr val="007F80"/>
                </a:solidFill>
                <a:latin typeface="Meiryo"/>
                <a:ea typeface="Meiryo"/>
                <a:cs typeface="Meiryo"/>
              </a:rPr>
              <a:t>Setup checklist</a:t>
            </a:r>
          </a:p>
        </p:txBody>
      </p:sp>
      <p:sp>
        <p:nvSpPr>
          <p:cNvPr id="23" name="footer:AI and Data Literacy    Initial setup"/>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 and Data Literacy    Initial setup</a:t>
            </a:r>
          </a:p>
        </p:txBody>
      </p:sp>
      <p:sp>
        <p:nvSpPr>
          <p:cNvPr id="24" name="footer:03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03 / 37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Getting started"/>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buNone/>
              <a:defRPr sz="1800" b="1">
                <a:solidFill>
                  <a:srgbClr val="007F80"/>
                </a:solidFill>
                <a:latin typeface="Meiryo"/>
                <a:ea typeface="Meiryo"/>
                <a:cs typeface="Meiryo"/>
              </a:defRPr>
            </a:pPr>
            <a:r>
              <a:rPr sz="1800" b="1">
                <a:solidFill>
                  <a:srgbClr val="007F80"/>
                </a:solidFill>
                <a:latin typeface="Meiryo"/>
                <a:ea typeface="Meiryo"/>
                <a:cs typeface="Meiryo"/>
              </a:rPr>
              <a:t>Getting started</a:t>
            </a:r>
          </a:p>
        </p:txBody>
      </p:sp>
      <p:sp>
        <p:nvSpPr>
          <p:cNvPr id="4" name="title:Where to read, save and submit"/>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buNone/>
              <a:defRPr sz="3400" b="1">
                <a:solidFill>
                  <a:srgbClr val="1D343E"/>
                </a:solidFill>
                <a:latin typeface="Meiryo"/>
                <a:ea typeface="Meiryo"/>
                <a:cs typeface="Meiryo"/>
              </a:defRPr>
            </a:pPr>
            <a:r>
              <a:rPr sz="3400" b="1">
                <a:solidFill>
                  <a:srgbClr val="1D343E"/>
                </a:solidFill>
                <a:latin typeface="Meiryo"/>
                <a:ea typeface="Meiryo"/>
                <a:cs typeface="Meiryo"/>
              </a:rPr>
              <a:t>Where to read, save and submit</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older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691640"/>
            <a:ext cx="3511296" cy="3383280"/>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book-open_007F80.png"/>
          <p:cNvPicPr>
            <a:picLocks noChangeAspect="1"/>
          </p:cNvPicPr>
          <p:nvPr/>
        </p:nvPicPr>
        <p:blipFill>
          <a:blip r:embed="rId4"/>
          <a:stretch>
            <a:fillRect/>
          </a:stretch>
        </p:blipFill>
        <p:spPr>
          <a:xfrm>
            <a:off x="841248" y="1938528"/>
            <a:ext cx="438912" cy="438912"/>
          </a:xfrm>
          <a:prstGeom prst="rect">
            <a:avLst/>
          </a:prstGeom>
        </p:spPr>
      </p:pic>
      <p:sp>
        <p:nvSpPr>
          <p:cNvPr id="9" name="body:1. Read the task"/>
          <p:cNvSpPr txBox="1"/>
          <p:nvPr/>
        </p:nvSpPr>
        <p:spPr>
          <a:xfrm>
            <a:off x="841248" y="2633472"/>
            <a:ext cx="3017520" cy="477773"/>
          </a:xfrm>
          <a:prstGeom prst="rect">
            <a:avLst/>
          </a:prstGeom>
          <a:noFill/>
        </p:spPr>
        <p:txBody>
          <a:bodyPr wrap="none" lIns="0" rIns="0" tIns="0" bIns="0" anchor="t">
            <a:spAutoFit/>
          </a:bodyPr>
          <a:lstStyle/>
          <a:p>
            <a:pPr>
              <a:lnSpc>
                <a:spcPct val="114000"/>
              </a:lnSpc>
              <a:spcBef>
                <a:spcPts val="0"/>
              </a:spcBef>
              <a:spcAft>
                <a:spcPts val="0"/>
              </a:spcAft>
              <a:buNone/>
              <a:defRPr sz="2550" b="1">
                <a:solidFill>
                  <a:srgbClr val="1D343E"/>
                </a:solidFill>
                <a:latin typeface="Meiryo"/>
                <a:ea typeface="Meiryo"/>
                <a:cs typeface="Meiryo"/>
              </a:defRPr>
            </a:pPr>
            <a:r>
              <a:rPr sz="2550" b="1">
                <a:solidFill>
                  <a:srgbClr val="1D343E"/>
                </a:solidFill>
                <a:latin typeface="Meiryo"/>
                <a:ea typeface="Meiryo"/>
                <a:cs typeface="Meiryo"/>
              </a:rPr>
              <a:t>1. Read the task</a:t>
            </a:r>
          </a:p>
        </p:txBody>
      </p:sp>
      <p:sp>
        <p:nvSpPr>
          <p:cNvPr id="10" name="body:Read the instructions&#10;in the course materials."/>
          <p:cNvSpPr txBox="1"/>
          <p:nvPr/>
        </p:nvSpPr>
        <p:spPr>
          <a:xfrm>
            <a:off x="841248" y="3312413"/>
            <a:ext cx="3017520" cy="792479"/>
          </a:xfrm>
          <a:prstGeom prst="rect">
            <a:avLst/>
          </a:prstGeom>
          <a:noFill/>
        </p:spPr>
        <p:txBody>
          <a:bodyPr wrap="none" lIns="0" rIns="0" tIns="0" bIns="0" anchor="t">
            <a:spAutoFit/>
          </a:bodyPr>
          <a:lstStyle/>
          <a:p>
            <a:pPr>
              <a:lnSpc>
                <a:spcPct val="114000"/>
              </a:lnSpc>
              <a:spcBef>
                <a:spcPts val="0"/>
              </a:spcBef>
              <a:spcAft>
                <a:spcPts val="0"/>
              </a:spcAft>
              <a:buNone/>
              <a:defRPr sz="1875" b="0">
                <a:solidFill>
                  <a:srgbClr val="1D343E"/>
                </a:solidFill>
                <a:latin typeface="Meiryo"/>
                <a:ea typeface="Meiryo"/>
                <a:cs typeface="Meiryo"/>
              </a:defRPr>
            </a:pPr>
            <a:r>
              <a:rPr sz="1875" b="0">
                <a:solidFill>
                  <a:srgbClr val="1D343E"/>
                </a:solidFill>
                <a:latin typeface="Meiryo"/>
                <a:ea typeface="Meiryo"/>
                <a:cs typeface="Meiryo"/>
              </a:rPr>
              <a:t>Read the instructions</a:t>
            </a:r>
          </a:p>
          <a:p>
            <a:pPr>
              <a:lnSpc>
                <a:spcPct val="114000"/>
              </a:lnSpc>
              <a:spcBef>
                <a:spcPts val="0"/>
              </a:spcBef>
              <a:spcAft>
                <a:spcPts val="0"/>
              </a:spcAft>
              <a:buNone/>
              <a:defRPr sz="1875" b="0">
                <a:solidFill>
                  <a:srgbClr val="1D343E"/>
                </a:solidFill>
                <a:latin typeface="Meiryo"/>
                <a:ea typeface="Meiryo"/>
                <a:cs typeface="Meiryo"/>
              </a:defRPr>
            </a:pPr>
            <a:r>
              <a:rPr sz="1875" b="0">
                <a:solidFill>
                  <a:srgbClr val="1D343E"/>
                </a:solidFill>
                <a:latin typeface="Meiryo"/>
                <a:ea typeface="Meiryo"/>
                <a:cs typeface="Meiryo"/>
              </a:rPr>
              <a:t>in the course materials.</a:t>
            </a:r>
          </a:p>
        </p:txBody>
      </p:sp>
      <p:sp>
        <p:nvSpPr>
          <p:cNvPr id="11" name="Rectangle 10"/>
          <p:cNvSpPr/>
          <p:nvPr/>
        </p:nvSpPr>
        <p:spPr>
          <a:xfrm>
            <a:off x="4343400" y="1691640"/>
            <a:ext cx="3511296" cy="338328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older_007F80.png"/>
          <p:cNvPicPr>
            <a:picLocks noChangeAspect="1"/>
          </p:cNvPicPr>
          <p:nvPr/>
        </p:nvPicPr>
        <p:blipFill>
          <a:blip r:embed="rId2"/>
          <a:stretch>
            <a:fillRect/>
          </a:stretch>
        </p:blipFill>
        <p:spPr>
          <a:xfrm>
            <a:off x="4590288" y="1938528"/>
            <a:ext cx="438912" cy="438912"/>
          </a:xfrm>
          <a:prstGeom prst="rect">
            <a:avLst/>
          </a:prstGeom>
        </p:spPr>
      </p:pic>
      <p:sp>
        <p:nvSpPr>
          <p:cNvPr id="13" name="body:2. Save your work"/>
          <p:cNvSpPr txBox="1"/>
          <p:nvPr/>
        </p:nvSpPr>
        <p:spPr>
          <a:xfrm>
            <a:off x="4590288" y="2633472"/>
            <a:ext cx="3017520" cy="477773"/>
          </a:xfrm>
          <a:prstGeom prst="rect">
            <a:avLst/>
          </a:prstGeom>
          <a:noFill/>
        </p:spPr>
        <p:txBody>
          <a:bodyPr wrap="none" lIns="0" rIns="0" tIns="0" bIns="0" anchor="t">
            <a:spAutoFit/>
          </a:bodyPr>
          <a:lstStyle/>
          <a:p>
            <a:pPr>
              <a:lnSpc>
                <a:spcPct val="114000"/>
              </a:lnSpc>
              <a:spcBef>
                <a:spcPts val="0"/>
              </a:spcBef>
              <a:spcAft>
                <a:spcPts val="0"/>
              </a:spcAft>
              <a:buNone/>
              <a:defRPr sz="2250" b="1">
                <a:solidFill>
                  <a:srgbClr val="1D343E"/>
                </a:solidFill>
                <a:latin typeface="Meiryo"/>
                <a:ea typeface="Meiryo"/>
                <a:cs typeface="Meiryo"/>
              </a:defRPr>
            </a:pPr>
            <a:r>
              <a:rPr sz="2250" b="1">
                <a:solidFill>
                  <a:srgbClr val="1D343E"/>
                </a:solidFill>
                <a:latin typeface="Meiryo"/>
                <a:ea typeface="Meiryo"/>
                <a:cs typeface="Meiryo"/>
              </a:rPr>
              <a:t>2. Save your work</a:t>
            </a:r>
          </a:p>
        </p:txBody>
      </p:sp>
      <p:sp>
        <p:nvSpPr>
          <p:cNvPr id="14" name="body:Put your images and&#10;text in your repository."/>
          <p:cNvSpPr txBox="1"/>
          <p:nvPr/>
        </p:nvSpPr>
        <p:spPr>
          <a:xfrm>
            <a:off x="4590288" y="3312413"/>
            <a:ext cx="3017520" cy="792479"/>
          </a:xfrm>
          <a:prstGeom prst="rect">
            <a:avLst/>
          </a:prstGeom>
          <a:noFill/>
        </p:spPr>
        <p:txBody>
          <a:bodyPr wrap="none" lIns="0" rIns="0" tIns="0" bIns="0" anchor="t">
            <a:spAutoFit/>
          </a:bodyPr>
          <a:lstStyle/>
          <a:p>
            <a:pPr>
              <a:lnSpc>
                <a:spcPct val="114000"/>
              </a:lnSpc>
              <a:spcBef>
                <a:spcPts val="0"/>
              </a:spcBef>
              <a:spcAft>
                <a:spcPts val="0"/>
              </a:spcAft>
              <a:buNone/>
              <a:defRPr sz="1950" b="0">
                <a:solidFill>
                  <a:srgbClr val="1D343E"/>
                </a:solidFill>
                <a:latin typeface="Meiryo"/>
                <a:ea typeface="Meiryo"/>
                <a:cs typeface="Meiryo"/>
              </a:defRPr>
            </a:pPr>
            <a:r>
              <a:rPr sz="1950" b="0">
                <a:solidFill>
                  <a:srgbClr val="1D343E"/>
                </a:solidFill>
                <a:latin typeface="Meiryo"/>
                <a:ea typeface="Meiryo"/>
                <a:cs typeface="Meiryo"/>
              </a:rPr>
              <a:t>Put your images and</a:t>
            </a:r>
          </a:p>
          <a:p>
            <a:pPr>
              <a:lnSpc>
                <a:spcPct val="114000"/>
              </a:lnSpc>
              <a:spcBef>
                <a:spcPts val="0"/>
              </a:spcBef>
              <a:spcAft>
                <a:spcPts val="0"/>
              </a:spcAft>
              <a:buNone/>
              <a:defRPr sz="1950" b="0">
                <a:solidFill>
                  <a:srgbClr val="1D343E"/>
                </a:solidFill>
                <a:latin typeface="Meiryo"/>
                <a:ea typeface="Meiryo"/>
                <a:cs typeface="Meiryo"/>
              </a:defRPr>
            </a:pPr>
            <a:r>
              <a:rPr sz="1950" b="0">
                <a:solidFill>
                  <a:srgbClr val="1D343E"/>
                </a:solidFill>
                <a:latin typeface="Meiryo"/>
                <a:ea typeface="Meiryo"/>
                <a:cs typeface="Meiryo"/>
              </a:rPr>
              <a:t>text in your repository.</a:t>
            </a:r>
          </a:p>
        </p:txBody>
      </p:sp>
      <p:sp>
        <p:nvSpPr>
          <p:cNvPr id="15" name="Rectangle 14"/>
          <p:cNvSpPr/>
          <p:nvPr/>
        </p:nvSpPr>
        <p:spPr>
          <a:xfrm>
            <a:off x="8092440" y="1691640"/>
            <a:ext cx="3502152" cy="3383280"/>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upload_007F80.png"/>
          <p:cNvPicPr>
            <a:picLocks noChangeAspect="1"/>
          </p:cNvPicPr>
          <p:nvPr/>
        </p:nvPicPr>
        <p:blipFill>
          <a:blip r:embed="rId5"/>
          <a:stretch>
            <a:fillRect/>
          </a:stretch>
        </p:blipFill>
        <p:spPr>
          <a:xfrm>
            <a:off x="8339327" y="1938528"/>
            <a:ext cx="438912" cy="438912"/>
          </a:xfrm>
          <a:prstGeom prst="rect">
            <a:avLst/>
          </a:prstGeom>
        </p:spPr>
      </p:pic>
      <p:sp>
        <p:nvSpPr>
          <p:cNvPr id="17" name="body:3. Submit the link"/>
          <p:cNvSpPr txBox="1"/>
          <p:nvPr/>
        </p:nvSpPr>
        <p:spPr>
          <a:xfrm>
            <a:off x="8339327" y="2633472"/>
            <a:ext cx="3008376" cy="477773"/>
          </a:xfrm>
          <a:prstGeom prst="rect">
            <a:avLst/>
          </a:prstGeom>
          <a:noFill/>
        </p:spPr>
        <p:txBody>
          <a:bodyPr wrap="none" lIns="0" rIns="0" tIns="0" bIns="0" anchor="t">
            <a:spAutoFit/>
          </a:bodyPr>
          <a:lstStyle/>
          <a:p>
            <a:pPr>
              <a:lnSpc>
                <a:spcPct val="114000"/>
              </a:lnSpc>
              <a:spcBef>
                <a:spcPts val="0"/>
              </a:spcBef>
              <a:spcAft>
                <a:spcPts val="0"/>
              </a:spcAft>
              <a:buNone/>
              <a:defRPr sz="2325" b="1">
                <a:solidFill>
                  <a:srgbClr val="1D343E"/>
                </a:solidFill>
                <a:latin typeface="Meiryo"/>
                <a:ea typeface="Meiryo"/>
                <a:cs typeface="Meiryo"/>
              </a:defRPr>
            </a:pPr>
            <a:r>
              <a:rPr sz="2325" b="1">
                <a:solidFill>
                  <a:srgbClr val="1D343E"/>
                </a:solidFill>
                <a:latin typeface="Meiryo"/>
                <a:ea typeface="Meiryo"/>
                <a:cs typeface="Meiryo"/>
              </a:rPr>
              <a:t>3. Submit the link</a:t>
            </a:r>
          </a:p>
        </p:txBody>
      </p:sp>
      <p:sp>
        <p:nvSpPr>
          <p:cNvPr id="18" name="body:Send the required URL&#10;through your course&#10;submission form."/>
          <p:cNvSpPr txBox="1"/>
          <p:nvPr/>
        </p:nvSpPr>
        <p:spPr>
          <a:xfrm>
            <a:off x="8339327" y="3312413"/>
            <a:ext cx="3008376" cy="1152144"/>
          </a:xfrm>
          <a:prstGeom prst="rect">
            <a:avLst/>
          </a:prstGeom>
          <a:noFill/>
        </p:spPr>
        <p:txBody>
          <a:bodyPr wrap="none" lIns="0" rIns="0" tIns="0" bIns="0" anchor="t">
            <a:spAutoFit/>
          </a:bodyPr>
          <a:lstStyle/>
          <a:p>
            <a:pPr>
              <a:lnSpc>
                <a:spcPct val="114000"/>
              </a:lnSpc>
              <a:spcBef>
                <a:spcPts val="0"/>
              </a:spcBef>
              <a:spcAft>
                <a:spcPts val="0"/>
              </a:spcAft>
              <a:buNone/>
              <a:defRPr sz="1950" b="0">
                <a:solidFill>
                  <a:srgbClr val="1D343E"/>
                </a:solidFill>
                <a:latin typeface="Meiryo"/>
                <a:ea typeface="Meiryo"/>
                <a:cs typeface="Meiryo"/>
              </a:defRPr>
            </a:pPr>
            <a:r>
              <a:rPr sz="1950" b="0">
                <a:solidFill>
                  <a:srgbClr val="1D343E"/>
                </a:solidFill>
                <a:latin typeface="Meiryo"/>
                <a:ea typeface="Meiryo"/>
                <a:cs typeface="Meiryo"/>
              </a:rPr>
              <a:t>Send the required URL</a:t>
            </a:r>
          </a:p>
          <a:p>
            <a:pPr>
              <a:lnSpc>
                <a:spcPct val="114000"/>
              </a:lnSpc>
              <a:spcBef>
                <a:spcPts val="0"/>
              </a:spcBef>
              <a:spcAft>
                <a:spcPts val="0"/>
              </a:spcAft>
              <a:buNone/>
              <a:defRPr sz="1950" b="0">
                <a:solidFill>
                  <a:srgbClr val="1D343E"/>
                </a:solidFill>
                <a:latin typeface="Meiryo"/>
                <a:ea typeface="Meiryo"/>
                <a:cs typeface="Meiryo"/>
              </a:defRPr>
            </a:pPr>
            <a:r>
              <a:rPr sz="1950" b="0">
                <a:solidFill>
                  <a:srgbClr val="1D343E"/>
                </a:solidFill>
                <a:latin typeface="Meiryo"/>
                <a:ea typeface="Meiryo"/>
                <a:cs typeface="Meiryo"/>
              </a:rPr>
              <a:t>through your course</a:t>
            </a:r>
          </a:p>
          <a:p>
            <a:pPr>
              <a:lnSpc>
                <a:spcPct val="114000"/>
              </a:lnSpc>
              <a:spcBef>
                <a:spcPts val="0"/>
              </a:spcBef>
              <a:spcAft>
                <a:spcPts val="0"/>
              </a:spcAft>
              <a:buNone/>
              <a:defRPr sz="1950" b="0">
                <a:solidFill>
                  <a:srgbClr val="1D343E"/>
                </a:solidFill>
                <a:latin typeface="Meiryo"/>
                <a:ea typeface="Meiryo"/>
                <a:cs typeface="Meiryo"/>
              </a:defRPr>
            </a:pPr>
            <a:r>
              <a:rPr sz="1950" b="0">
                <a:solidFill>
                  <a:srgbClr val="1D343E"/>
                </a:solidFill>
                <a:latin typeface="Meiryo"/>
                <a:ea typeface="Meiryo"/>
                <a:cs typeface="Meiryo"/>
              </a:rPr>
              <a:t>submission form.</a:t>
            </a:r>
          </a:p>
        </p:txBody>
      </p:sp>
      <p:sp>
        <p:nvSpPr>
          <p:cNvPr id="19" name="body:Initial registration uses a repository URL. Weekly submissions use a saved commit."/>
          <p:cNvSpPr txBox="1"/>
          <p:nvPr/>
        </p:nvSpPr>
        <p:spPr>
          <a:xfrm>
            <a:off x="758952" y="5084064"/>
            <a:ext cx="10607040" cy="438912"/>
          </a:xfrm>
          <a:prstGeom prst="rect">
            <a:avLst/>
          </a:prstGeom>
          <a:noFill/>
        </p:spPr>
        <p:txBody>
          <a:bodyPr wrap="none" lIns="0" rIns="0" tIns="0" bIns="0" anchor="t">
            <a:spAutoFit/>
          </a:bodyPr>
          <a:lstStyle/>
          <a:p>
            <a:pPr>
              <a:lnSpc>
                <a:spcPct val="114000"/>
              </a:lnSpc>
              <a:spcBef>
                <a:spcPts val="0"/>
              </a:spcBef>
              <a:spcAft>
                <a:spcPts val="0"/>
              </a:spcAft>
              <a:buNone/>
              <a:defRPr sz="1850" b="0">
                <a:solidFill>
                  <a:srgbClr val="1D343E"/>
                </a:solidFill>
                <a:latin typeface="Meiryo"/>
                <a:ea typeface="Meiryo"/>
                <a:cs typeface="Meiryo"/>
              </a:defRPr>
            </a:pPr>
            <a:r>
              <a:rPr sz="1850" b="0">
                <a:solidFill>
                  <a:srgbClr val="1D343E"/>
                </a:solidFill>
                <a:latin typeface="Meiryo"/>
                <a:ea typeface="Meiryo"/>
                <a:cs typeface="Meiryo"/>
              </a:rPr>
              <a:t>Initial registration uses a repository URL. Weekly submissions use a saved commit.</a:t>
            </a:r>
          </a:p>
        </p:txBody>
      </p:sp>
      <p:sp>
        <p:nvSpPr>
          <p:cNvPr id="20" name="Rectangle 19"/>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ircle-check_007F80.png"/>
          <p:cNvPicPr>
            <a:picLocks noChangeAspect="1"/>
          </p:cNvPicPr>
          <p:nvPr/>
        </p:nvPicPr>
        <p:blipFill>
          <a:blip r:embed="rId6"/>
          <a:stretch>
            <a:fillRect/>
          </a:stretch>
        </p:blipFill>
        <p:spPr>
          <a:xfrm>
            <a:off x="749808" y="5751576"/>
            <a:ext cx="283464" cy="283464"/>
          </a:xfrm>
          <a:prstGeom prst="rect">
            <a:avLst/>
          </a:prstGeom>
        </p:spPr>
      </p:pic>
      <p:sp>
        <p:nvSpPr>
          <p:cNvPr id="22" name="result:Read the instructor's materials. Save your own work in your own repository."/>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buNone/>
              <a:defRPr sz="1938" b="0">
                <a:solidFill>
                  <a:srgbClr val="1D343E"/>
                </a:solidFill>
                <a:latin typeface="Meiryo"/>
                <a:ea typeface="Meiryo"/>
                <a:cs typeface="Meiryo"/>
              </a:defRPr>
            </a:pPr>
            <a:r>
              <a:rPr sz="1938" b="0">
                <a:solidFill>
                  <a:srgbClr val="1D343E"/>
                </a:solidFill>
                <a:latin typeface="Meiryo"/>
                <a:ea typeface="Meiryo"/>
                <a:cs typeface="Meiryo"/>
              </a:rPr>
              <a:t>Read the instructor's materials. Save your own work in your own repository.</a:t>
            </a:r>
          </a:p>
        </p:txBody>
      </p:sp>
      <p:sp>
        <p:nvSpPr>
          <p:cNvPr id="23" name="tag:Setup checklist">
            <a:hlinkClick action="ppaction://hlinksldjump" r:id="rId7"/>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buNone/>
              <a:defRPr sz="1575" b="0">
                <a:solidFill>
                  <a:srgbClr val="007F80"/>
                </a:solidFill>
                <a:latin typeface="Meiryo"/>
                <a:ea typeface="Meiryo"/>
                <a:cs typeface="Meiryo"/>
              </a:defRPr>
            </a:pPr>
            <a:r>
              <a:rPr sz="1575" b="0">
                <a:solidFill>
                  <a:srgbClr val="007F80"/>
                </a:solidFill>
                <a:latin typeface="Meiryo"/>
                <a:ea typeface="Meiryo"/>
                <a:cs typeface="Meiryo"/>
              </a:rPr>
              <a:t>Setup checklist</a:t>
            </a:r>
          </a:p>
        </p:txBody>
      </p:sp>
      <p:sp>
        <p:nvSpPr>
          <p:cNvPr id="24" name="footer:AI and Data Literacy    Initial setup"/>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 and Data Literacy    Initial setup</a:t>
            </a:r>
          </a:p>
        </p:txBody>
      </p:sp>
      <p:sp>
        <p:nvSpPr>
          <p:cNvPr id="25" name="footer:04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04 / 37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1 / 5    Accounts"/>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buNone/>
              <a:defRPr sz="1800" b="1">
                <a:solidFill>
                  <a:srgbClr val="007F80"/>
                </a:solidFill>
                <a:latin typeface="Meiryo"/>
                <a:ea typeface="Meiryo"/>
                <a:cs typeface="Meiryo"/>
              </a:defRPr>
            </a:pPr>
            <a:r>
              <a:rPr sz="1800" b="1">
                <a:solidFill>
                  <a:srgbClr val="007F80"/>
                </a:solidFill>
                <a:latin typeface="Meiryo"/>
                <a:ea typeface="Meiryo"/>
                <a:cs typeface="Meiryo"/>
              </a:rPr>
              <a:t>1 / 5    Accounts</a:t>
            </a:r>
          </a:p>
        </p:txBody>
      </p:sp>
      <p:sp>
        <p:nvSpPr>
          <p:cNvPr id="4" name="title:Your course account"/>
          <p:cNvSpPr txBox="1"/>
          <p:nvPr/>
        </p:nvSpPr>
        <p:spPr>
          <a:xfrm>
            <a:off x="594360" y="685800"/>
            <a:ext cx="10469880" cy="585216"/>
          </a:xfrm>
          <a:prstGeom prst="rect">
            <a:avLst/>
          </a:prstGeom>
          <a:noFill/>
        </p:spPr>
        <p:txBody>
          <a:bodyPr wrap="none" lIns="0" tIns="0" rIns="0" bIns="0" anchor="t">
            <a:spAutoFit/>
          </a:bodyPr>
          <a:lstStyle/>
          <a:p>
            <a:pPr>
              <a:lnSpc>
                <a:spcPct val="114000"/>
              </a:lnSpc>
              <a:spcBef>
                <a:spcPts val="0"/>
              </a:spcBef>
              <a:spcAft>
                <a:spcPts val="0"/>
              </a:spcAft>
              <a:buNone/>
              <a:defRPr sz="3400" b="1">
                <a:solidFill>
                  <a:srgbClr val="1D343E"/>
                </a:solidFill>
                <a:latin typeface="Meiryo"/>
                <a:ea typeface="Meiryo"/>
                <a:cs typeface="Meiryo"/>
              </a:defRPr>
            </a:pPr>
            <a:r>
              <a:rPr sz="3400" b="1">
                <a:solidFill>
                  <a:srgbClr val="1D343E"/>
                </a:solidFill>
                <a:latin typeface="Meiryo"/>
                <a:ea typeface="Meiryo"/>
                <a:cs typeface="Meiryo"/>
              </a:rPr>
              <a:t>Your course account</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ck-keyhole_007F80.png"/>
          <p:cNvPicPr>
            <a:picLocks noChangeAspect="1"/>
          </p:cNvPicPr>
          <p:nvPr/>
        </p:nvPicPr>
        <p:blipFill>
          <a:blip r:embed="rId2"/>
          <a:stretch>
            <a:fillRect/>
          </a:stretch>
        </p:blipFill>
        <p:spPr>
          <a:xfrm>
            <a:off x="11064240" y="740664"/>
            <a:ext cx="420624" cy="420624"/>
          </a:xfrm>
          <a:prstGeom prst="rect">
            <a:avLst/>
          </a:prstGeom>
        </p:spPr>
      </p:pic>
      <p:sp>
        <p:nvSpPr>
          <p:cNvPr id="7" name="Oval 6"/>
          <p:cNvSpPr/>
          <p:nvPr/>
        </p:nvSpPr>
        <p:spPr>
          <a:xfrm>
            <a:off x="749808" y="1691640"/>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number:1"/>
          <p:cNvSpPr txBox="1"/>
          <p:nvPr/>
        </p:nvSpPr>
        <p:spPr>
          <a:xfrm>
            <a:off x="749808" y="1714500"/>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9" name="body:Open the course page and check the account at the top right."/>
          <p:cNvSpPr txBox="1"/>
          <p:nvPr/>
        </p:nvSpPr>
        <p:spPr>
          <a:xfrm>
            <a:off x="1325880" y="1682496"/>
            <a:ext cx="9893807" cy="459485"/>
          </a:xfrm>
          <a:prstGeom prst="rect">
            <a:avLst/>
          </a:prstGeom>
          <a:noFill/>
        </p:spPr>
        <p:txBody>
          <a:bodyPr wrap="none" lIns="0" rIns="0" tIns="0" bIns="0" anchor="t">
            <a:spAutoFit/>
          </a:bodyPr>
          <a:lstStyle/>
          <a:p>
            <a:pPr>
              <a:lnSpc>
                <a:spcPct val="114000"/>
              </a:lnSpc>
              <a:spcBef>
                <a:spcPts val="0"/>
              </a:spcBef>
              <a:spcAft>
                <a:spcPts val="0"/>
              </a:spcAft>
              <a:buNone/>
              <a:defRPr sz="2250" b="1">
                <a:solidFill>
                  <a:srgbClr val="1D343E"/>
                </a:solidFill>
                <a:latin typeface="Meiryo"/>
                <a:ea typeface="Meiryo"/>
                <a:cs typeface="Meiryo"/>
              </a:defRPr>
            </a:pPr>
            <a:r>
              <a:rPr sz="2250" b="1">
                <a:solidFill>
                  <a:srgbClr val="1D343E"/>
                </a:solidFill>
                <a:latin typeface="Meiryo"/>
                <a:ea typeface="Meiryo"/>
                <a:cs typeface="Meiryo"/>
              </a:rPr>
              <a:t>Open the course page and check the account at the top right.</a:t>
            </a:r>
          </a:p>
        </p:txBody>
      </p:sp>
      <p:sp>
        <p:nvSpPr>
          <p:cNvPr id="10" name="body:Check that the email matches the account specified for this course."/>
          <p:cNvSpPr txBox="1"/>
          <p:nvPr/>
        </p:nvSpPr>
        <p:spPr>
          <a:xfrm>
            <a:off x="1325880" y="2205990"/>
            <a:ext cx="9893807" cy="399542"/>
          </a:xfrm>
          <a:prstGeom prst="rect">
            <a:avLst/>
          </a:prstGeom>
          <a:noFill/>
        </p:spPr>
        <p:txBody>
          <a:bodyPr wrap="none" lIns="0" tIns="0" rIns="0" bIns="0" anchor="t">
            <a:spAutoFit/>
          </a:bodyPr>
          <a:lstStyle/>
          <a:p>
            <a:pPr>
              <a:lnSpc>
                <a:spcPct val="114000"/>
              </a:lnSpc>
              <a:spcBef>
                <a:spcPts val="0"/>
              </a:spcBef>
              <a:spcAft>
                <a:spcPts val="0"/>
              </a:spcAft>
              <a:buNone/>
              <a:defRPr sz="2150" b="0">
                <a:solidFill>
                  <a:srgbClr val="53656D"/>
                </a:solidFill>
                <a:latin typeface="Meiryo"/>
                <a:ea typeface="Meiryo"/>
                <a:cs typeface="Meiryo"/>
              </a:defRPr>
            </a:pPr>
            <a:r>
              <a:rPr sz="2150" b="0">
                <a:solidFill>
                  <a:srgbClr val="53656D"/>
                </a:solidFill>
                <a:latin typeface="Meiryo"/>
                <a:ea typeface="Meiryo"/>
                <a:cs typeface="Meiryo"/>
              </a:rPr>
              <a:t>Check that the email matches the account specified for this course.</a:t>
            </a:r>
          </a:p>
        </p:txBody>
      </p:sp>
      <p:sp>
        <p:nvSpPr>
          <p:cNvPr id="11" name="Oval 10"/>
          <p:cNvSpPr/>
          <p:nvPr/>
        </p:nvSpPr>
        <p:spPr>
          <a:xfrm>
            <a:off x="749808" y="2953003"/>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number:2"/>
          <p:cNvSpPr txBox="1"/>
          <p:nvPr/>
        </p:nvSpPr>
        <p:spPr>
          <a:xfrm>
            <a:off x="749808" y="2975863"/>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13" name="body:Switch accounts if you are signed in with the wrong one."/>
          <p:cNvSpPr txBox="1"/>
          <p:nvPr/>
        </p:nvSpPr>
        <p:spPr>
          <a:xfrm>
            <a:off x="1325880" y="2943859"/>
            <a:ext cx="9893807" cy="459485"/>
          </a:xfrm>
          <a:prstGeom prst="rect">
            <a:avLst/>
          </a:prstGeom>
          <a:noFill/>
        </p:spPr>
        <p:txBody>
          <a:bodyPr wrap="none" lIns="0" tIns="0" rIns="0" bIns="0" anchor="t">
            <a:spAutoFit/>
          </a:bodyPr>
          <a:lstStyle/>
          <a:p>
            <a:pPr>
              <a:lnSpc>
                <a:spcPct val="114000"/>
              </a:lnSpc>
              <a:spcBef>
                <a:spcPts val="0"/>
              </a:spcBef>
              <a:spcAft>
                <a:spcPts val="0"/>
              </a:spcAft>
              <a:buNone/>
              <a:defRPr sz="2400" b="1">
                <a:solidFill>
                  <a:srgbClr val="1D343E"/>
                </a:solidFill>
                <a:latin typeface="Meiryo"/>
                <a:ea typeface="Meiryo"/>
                <a:cs typeface="Meiryo"/>
              </a:defRPr>
            </a:pPr>
            <a:r>
              <a:rPr sz="2400" b="1">
                <a:solidFill>
                  <a:srgbClr val="1D343E"/>
                </a:solidFill>
                <a:latin typeface="Meiryo"/>
                <a:ea typeface="Meiryo"/>
                <a:cs typeface="Meiryo"/>
              </a:rPr>
              <a:t>Switch accounts if you are signed in with the wrong one.</a:t>
            </a:r>
          </a:p>
        </p:txBody>
      </p:sp>
      <p:sp>
        <p:nvSpPr>
          <p:cNvPr id="14" name="body:Use the specified account before requesting access."/>
          <p:cNvSpPr txBox="1"/>
          <p:nvPr/>
        </p:nvSpPr>
        <p:spPr>
          <a:xfrm>
            <a:off x="1325880" y="3467353"/>
            <a:ext cx="9893807" cy="399542"/>
          </a:xfrm>
          <a:prstGeom prst="rect">
            <a:avLst/>
          </a:prstGeom>
          <a:noFill/>
        </p:spPr>
        <p:txBody>
          <a:bodyPr wrap="none" lIns="0" rIns="0" tIns="0" bIns="0" anchor="t">
            <a:spAutoFit/>
          </a:bodyPr>
          <a:lstStyle/>
          <a:p>
            <a:pPr>
              <a:lnSpc>
                <a:spcPct val="114000"/>
              </a:lnSpc>
              <a:spcBef>
                <a:spcPts val="0"/>
              </a:spcBef>
              <a:spcAft>
                <a:spcPts val="0"/>
              </a:spcAft>
              <a:buNone/>
              <a:defRPr sz="2300" b="0">
                <a:solidFill>
                  <a:srgbClr val="53656D"/>
                </a:solidFill>
                <a:latin typeface="Meiryo"/>
                <a:ea typeface="Meiryo"/>
                <a:cs typeface="Meiryo"/>
              </a:defRPr>
            </a:pPr>
            <a:r>
              <a:rPr sz="2300" b="0">
                <a:solidFill>
                  <a:srgbClr val="53656D"/>
                </a:solidFill>
                <a:latin typeface="Meiryo"/>
                <a:ea typeface="Meiryo"/>
                <a:cs typeface="Meiryo"/>
              </a:rPr>
              <a:t>Use the specified account before requesting access.</a:t>
            </a:r>
          </a:p>
        </p:txBody>
      </p:sp>
      <p:sp>
        <p:nvSpPr>
          <p:cNvPr id="15" name="Oval 14"/>
          <p:cNvSpPr/>
          <p:nvPr/>
        </p:nvSpPr>
        <p:spPr>
          <a:xfrm>
            <a:off x="749808" y="4214367"/>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number:3"/>
          <p:cNvSpPr txBox="1"/>
          <p:nvPr/>
        </p:nvSpPr>
        <p:spPr>
          <a:xfrm>
            <a:off x="749808" y="4237228"/>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3</a:t>
            </a:r>
          </a:p>
        </p:txBody>
      </p:sp>
      <p:sp>
        <p:nvSpPr>
          <p:cNvPr id="17" name="body:Open the course page again."/>
          <p:cNvSpPr txBox="1"/>
          <p:nvPr/>
        </p:nvSpPr>
        <p:spPr>
          <a:xfrm>
            <a:off x="1325880" y="4205223"/>
            <a:ext cx="9893807" cy="459485"/>
          </a:xfrm>
          <a:prstGeom prst="rect">
            <a:avLst/>
          </a:prstGeom>
          <a:noFill/>
        </p:spPr>
        <p:txBody>
          <a:bodyPr wrap="none" lIns="0" rIns="0" tIns="0" bIns="0" anchor="t">
            <a:spAutoFit/>
          </a:bodyPr>
          <a:lstStyle/>
          <a:p>
            <a:pPr>
              <a:lnSpc>
                <a:spcPct val="114000"/>
              </a:lnSpc>
              <a:spcBef>
                <a:spcPts val="0"/>
              </a:spcBef>
              <a:spcAft>
                <a:spcPts val="0"/>
              </a:spcAft>
              <a:buNone/>
              <a:defRPr sz="2700" b="1">
                <a:solidFill>
                  <a:srgbClr val="1D343E"/>
                </a:solidFill>
                <a:latin typeface="Meiryo"/>
                <a:ea typeface="Meiryo"/>
                <a:cs typeface="Meiryo"/>
              </a:defRPr>
            </a:pPr>
            <a:r>
              <a:rPr sz="2700" b="1">
                <a:solidFill>
                  <a:srgbClr val="1D343E"/>
                </a:solidFill>
                <a:latin typeface="Meiryo"/>
                <a:ea typeface="Meiryo"/>
                <a:cs typeface="Meiryo"/>
              </a:rPr>
              <a:t>Open the course page again.</a:t>
            </a:r>
          </a:p>
        </p:txBody>
      </p:sp>
      <p:sp>
        <p:nvSpPr>
          <p:cNvPr id="18" name="body:If it still fails, show your instructor the error message."/>
          <p:cNvSpPr txBox="1"/>
          <p:nvPr/>
        </p:nvSpPr>
        <p:spPr>
          <a:xfrm>
            <a:off x="1325880" y="4728717"/>
            <a:ext cx="9893807" cy="399542"/>
          </a:xfrm>
          <a:prstGeom prst="rect">
            <a:avLst/>
          </a:prstGeom>
          <a:noFill/>
        </p:spPr>
        <p:txBody>
          <a:bodyPr wrap="none" lIns="0" rIns="0" tIns="0" bIns="0" anchor="t">
            <a:spAutoFit/>
          </a:bodyPr>
          <a:lstStyle/>
          <a:p>
            <a:pPr>
              <a:lnSpc>
                <a:spcPct val="114000"/>
              </a:lnSpc>
              <a:spcBef>
                <a:spcPts val="0"/>
              </a:spcBef>
              <a:spcAft>
                <a:spcPts val="0"/>
              </a:spcAft>
              <a:buNone/>
              <a:defRPr sz="2300" b="0">
                <a:solidFill>
                  <a:srgbClr val="53656D"/>
                </a:solidFill>
                <a:latin typeface="Meiryo"/>
                <a:ea typeface="Meiryo"/>
                <a:cs typeface="Meiryo"/>
              </a:defRPr>
            </a:pPr>
            <a:r>
              <a:rPr sz="2300" b="0">
                <a:solidFill>
                  <a:srgbClr val="53656D"/>
                </a:solidFill>
                <a:latin typeface="Meiryo"/>
                <a:ea typeface="Meiryo"/>
                <a:cs typeface="Meiryo"/>
              </a:rPr>
              <a:t>If it still fails, show your instructor the error message.</a:t>
            </a:r>
          </a:p>
        </p:txBody>
      </p:sp>
      <p:sp>
        <p:nvSpPr>
          <p:cNvPr id="19" name="Rectangle 18"/>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ircle-check_007F80.png"/>
          <p:cNvPicPr>
            <a:picLocks noChangeAspect="1"/>
          </p:cNvPicPr>
          <p:nvPr/>
        </p:nvPicPr>
        <p:blipFill>
          <a:blip r:embed="rId4"/>
          <a:stretch>
            <a:fillRect/>
          </a:stretch>
        </p:blipFill>
        <p:spPr>
          <a:xfrm>
            <a:off x="749808" y="5751576"/>
            <a:ext cx="283464" cy="283464"/>
          </a:xfrm>
          <a:prstGeom prst="rect">
            <a:avLst/>
          </a:prstGeom>
        </p:spPr>
      </p:pic>
      <p:sp>
        <p:nvSpPr>
          <p:cNvPr id="21" name="result:When you can open the course page and form, continue to GitHub."/>
          <p:cNvSpPr txBox="1"/>
          <p:nvPr/>
        </p:nvSpPr>
        <p:spPr>
          <a:xfrm>
            <a:off x="1179576" y="5710428"/>
            <a:ext cx="10168128" cy="438912"/>
          </a:xfrm>
          <a:prstGeom prst="rect">
            <a:avLst/>
          </a:prstGeom>
          <a:noFill/>
        </p:spPr>
        <p:txBody>
          <a:bodyPr wrap="none" lIns="0" tIns="0" rIns="0" bIns="0" anchor="t">
            <a:spAutoFit/>
          </a:bodyPr>
          <a:lstStyle/>
          <a:p>
            <a:pPr>
              <a:lnSpc>
                <a:spcPct val="114000"/>
              </a:lnSpc>
              <a:spcBef>
                <a:spcPts val="0"/>
              </a:spcBef>
              <a:spcAft>
                <a:spcPts val="0"/>
              </a:spcAft>
              <a:buNone/>
              <a:defRPr sz="2200" b="0">
                <a:solidFill>
                  <a:srgbClr val="1D343E"/>
                </a:solidFill>
                <a:latin typeface="Meiryo"/>
                <a:ea typeface="Meiryo"/>
                <a:cs typeface="Meiryo"/>
              </a:defRPr>
            </a:pPr>
            <a:r>
              <a:rPr sz="2200" b="0">
                <a:solidFill>
                  <a:srgbClr val="1D343E"/>
                </a:solidFill>
                <a:latin typeface="Meiryo"/>
                <a:ea typeface="Meiryo"/>
                <a:cs typeface="Meiryo"/>
              </a:rPr>
              <a:t>When you can open the course page and form, continue to GitHub.</a:t>
            </a:r>
          </a:p>
        </p:txBody>
      </p:sp>
      <p:sp>
        <p:nvSpPr>
          <p:cNvPr id="22" name="tag:Setup checklist">
            <a:hlinkClick action="ppaction://hlinksldjump" r:id="rId5"/>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buNone/>
              <a:defRPr sz="1575" b="0">
                <a:solidFill>
                  <a:srgbClr val="007F80"/>
                </a:solidFill>
                <a:latin typeface="Meiryo"/>
                <a:ea typeface="Meiryo"/>
                <a:cs typeface="Meiryo"/>
              </a:defRPr>
            </a:pPr>
            <a:r>
              <a:rPr sz="1575" b="0">
                <a:solidFill>
                  <a:srgbClr val="007F80"/>
                </a:solidFill>
                <a:latin typeface="Meiryo"/>
                <a:ea typeface="Meiryo"/>
                <a:cs typeface="Meiryo"/>
              </a:rPr>
              <a:t>Setup checklist</a:t>
            </a:r>
          </a:p>
        </p:txBody>
      </p:sp>
      <p:sp>
        <p:nvSpPr>
          <p:cNvPr id="23" name="footer:AI and Data Literacy    Initial setup"/>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 and Data Literacy    Initial setup</a:t>
            </a:r>
          </a:p>
        </p:txBody>
      </p:sp>
      <p:sp>
        <p:nvSpPr>
          <p:cNvPr id="24" name="footer:05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05 / 37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1 / 5    Accounts"/>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buNone/>
              <a:defRPr sz="1800" b="1">
                <a:solidFill>
                  <a:srgbClr val="007F80"/>
                </a:solidFill>
                <a:latin typeface="Meiryo"/>
                <a:ea typeface="Meiryo"/>
                <a:cs typeface="Meiryo"/>
              </a:defRPr>
            </a:pPr>
            <a:r>
              <a:rPr sz="1800" b="1">
                <a:solidFill>
                  <a:srgbClr val="007F80"/>
                </a:solidFill>
                <a:latin typeface="Meiryo"/>
                <a:ea typeface="Meiryo"/>
                <a:cs typeface="Meiryo"/>
              </a:rPr>
              <a:t>1 / 5    Accounts</a:t>
            </a:r>
          </a:p>
        </p:txBody>
      </p:sp>
      <p:sp>
        <p:nvSpPr>
          <p:cNvPr id="4" name="title:Your GitHub account is separate"/>
          <p:cNvSpPr txBox="1"/>
          <p:nvPr/>
        </p:nvSpPr>
        <p:spPr>
          <a:xfrm>
            <a:off x="594360" y="685800"/>
            <a:ext cx="10469880" cy="585216"/>
          </a:xfrm>
          <a:prstGeom prst="rect">
            <a:avLst/>
          </a:prstGeom>
          <a:noFill/>
        </p:spPr>
        <p:txBody>
          <a:bodyPr wrap="none" lIns="0" tIns="0" rIns="0" bIns="0" anchor="t">
            <a:spAutoFit/>
          </a:bodyPr>
          <a:lstStyle/>
          <a:p>
            <a:pPr>
              <a:lnSpc>
                <a:spcPct val="114000"/>
              </a:lnSpc>
              <a:spcBef>
                <a:spcPts val="0"/>
              </a:spcBef>
              <a:spcAft>
                <a:spcPts val="0"/>
              </a:spcAft>
              <a:buNone/>
              <a:defRPr sz="3400" b="1">
                <a:solidFill>
                  <a:srgbClr val="1D343E"/>
                </a:solidFill>
                <a:latin typeface="Meiryo"/>
                <a:ea typeface="Meiryo"/>
                <a:cs typeface="Meiryo"/>
              </a:defRPr>
            </a:pPr>
            <a:r>
              <a:rPr sz="3400" b="1">
                <a:solidFill>
                  <a:srgbClr val="1D343E"/>
                </a:solidFill>
                <a:latin typeface="Meiryo"/>
                <a:ea typeface="Meiryo"/>
                <a:cs typeface="Meiryo"/>
              </a:rPr>
              <a:t>Your GitHub account is separate</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git-branch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691640"/>
            <a:ext cx="5367528" cy="3493008"/>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keyboard_007F80.png"/>
          <p:cNvPicPr>
            <a:picLocks noChangeAspect="1"/>
          </p:cNvPicPr>
          <p:nvPr/>
        </p:nvPicPr>
        <p:blipFill>
          <a:blip r:embed="rId4"/>
          <a:stretch>
            <a:fillRect/>
          </a:stretch>
        </p:blipFill>
        <p:spPr>
          <a:xfrm>
            <a:off x="841248" y="1938528"/>
            <a:ext cx="438912" cy="438912"/>
          </a:xfrm>
          <a:prstGeom prst="rect">
            <a:avLst/>
          </a:prstGeom>
        </p:spPr>
      </p:pic>
      <p:sp>
        <p:nvSpPr>
          <p:cNvPr id="9" name="body:New to GitHub?"/>
          <p:cNvSpPr txBox="1"/>
          <p:nvPr/>
        </p:nvSpPr>
        <p:spPr>
          <a:xfrm>
            <a:off x="841248" y="2633472"/>
            <a:ext cx="4873752" cy="477773"/>
          </a:xfrm>
          <a:prstGeom prst="rect">
            <a:avLst/>
          </a:prstGeom>
          <a:noFill/>
        </p:spPr>
        <p:txBody>
          <a:bodyPr wrap="none" lIns="0" rIns="0" tIns="0" bIns="0" anchor="t">
            <a:spAutoFit/>
          </a:bodyPr>
          <a:lstStyle/>
          <a:p>
            <a:pPr>
              <a:lnSpc>
                <a:spcPct val="114000"/>
              </a:lnSpc>
              <a:spcBef>
                <a:spcPts val="0"/>
              </a:spcBef>
              <a:spcAft>
                <a:spcPts val="0"/>
              </a:spcAft>
              <a:buNone/>
              <a:defRPr sz="2700" b="1">
                <a:solidFill>
                  <a:srgbClr val="1D343E"/>
                </a:solidFill>
                <a:latin typeface="Meiryo"/>
                <a:ea typeface="Meiryo"/>
                <a:cs typeface="Meiryo"/>
              </a:defRPr>
            </a:pPr>
            <a:r>
              <a:rPr sz="2700" b="1">
                <a:solidFill>
                  <a:srgbClr val="1D343E"/>
                </a:solidFill>
                <a:latin typeface="Meiryo"/>
                <a:ea typeface="Meiryo"/>
                <a:cs typeface="Meiryo"/>
              </a:rPr>
              <a:t>New to GitHub?</a:t>
            </a:r>
          </a:p>
        </p:txBody>
      </p:sp>
      <p:sp>
        <p:nvSpPr>
          <p:cNvPr id="10" name="body:Sign up on the next slide.&#10;Use your university email&#10;and confirm the message."/>
          <p:cNvSpPr txBox="1"/>
          <p:nvPr/>
        </p:nvSpPr>
        <p:spPr>
          <a:xfrm>
            <a:off x="841248" y="3312413"/>
            <a:ext cx="4873752" cy="1152144"/>
          </a:xfrm>
          <a:prstGeom prst="rect">
            <a:avLst/>
          </a:prstGeom>
          <a:noFill/>
        </p:spPr>
        <p:txBody>
          <a:bodyPr wrap="none" lIns="0" rIns="0" tIns="0" bIns="0" anchor="t">
            <a:spAutoFit/>
          </a:bodyPr>
          <a:lstStyle/>
          <a:p>
            <a:pPr>
              <a:lnSpc>
                <a:spcPct val="114000"/>
              </a:lnSpc>
              <a:spcBef>
                <a:spcPts val="0"/>
              </a:spcBef>
              <a:spcAft>
                <a:spcPts val="0"/>
              </a:spcAft>
              <a:buNone/>
              <a:defRPr sz="2025" b="0">
                <a:solidFill>
                  <a:srgbClr val="1D343E"/>
                </a:solidFill>
                <a:latin typeface="Meiryo"/>
                <a:ea typeface="Meiryo"/>
                <a:cs typeface="Meiryo"/>
              </a:defRPr>
            </a:pPr>
            <a:r>
              <a:rPr sz="2025" b="0">
                <a:solidFill>
                  <a:srgbClr val="1D343E"/>
                </a:solidFill>
                <a:latin typeface="Meiryo"/>
                <a:ea typeface="Meiryo"/>
                <a:cs typeface="Meiryo"/>
              </a:rPr>
              <a:t>Sign up on the next slide.</a:t>
            </a:r>
          </a:p>
          <a:p>
            <a:pPr>
              <a:lnSpc>
                <a:spcPct val="114000"/>
              </a:lnSpc>
              <a:spcBef>
                <a:spcPts val="0"/>
              </a:spcBef>
              <a:spcAft>
                <a:spcPts val="0"/>
              </a:spcAft>
              <a:buNone/>
              <a:defRPr sz="2025" b="0">
                <a:solidFill>
                  <a:srgbClr val="1D343E"/>
                </a:solidFill>
                <a:latin typeface="Meiryo"/>
                <a:ea typeface="Meiryo"/>
                <a:cs typeface="Meiryo"/>
              </a:defRPr>
            </a:pPr>
            <a:r>
              <a:rPr sz="2025" b="0">
                <a:solidFill>
                  <a:srgbClr val="1D343E"/>
                </a:solidFill>
                <a:latin typeface="Meiryo"/>
                <a:ea typeface="Meiryo"/>
                <a:cs typeface="Meiryo"/>
              </a:rPr>
              <a:t>Use your university email</a:t>
            </a:r>
          </a:p>
          <a:p>
            <a:pPr>
              <a:lnSpc>
                <a:spcPct val="114000"/>
              </a:lnSpc>
              <a:spcBef>
                <a:spcPts val="0"/>
              </a:spcBef>
              <a:spcAft>
                <a:spcPts val="0"/>
              </a:spcAft>
              <a:buNone/>
              <a:defRPr sz="2025" b="0">
                <a:solidFill>
                  <a:srgbClr val="1D343E"/>
                </a:solidFill>
                <a:latin typeface="Meiryo"/>
                <a:ea typeface="Meiryo"/>
                <a:cs typeface="Meiryo"/>
              </a:defRPr>
            </a:pPr>
            <a:r>
              <a:rPr sz="2025" b="0">
                <a:solidFill>
                  <a:srgbClr val="1D343E"/>
                </a:solidFill>
                <a:latin typeface="Meiryo"/>
                <a:ea typeface="Meiryo"/>
                <a:cs typeface="Meiryo"/>
              </a:rPr>
              <a:t>and confirm the message.</a:t>
            </a:r>
          </a:p>
        </p:txBody>
      </p:sp>
      <p:sp>
        <p:nvSpPr>
          <p:cNvPr id="11" name="Rectangle 10"/>
          <p:cNvSpPr/>
          <p:nvPr/>
        </p:nvSpPr>
        <p:spPr>
          <a:xfrm>
            <a:off x="6217920" y="1691640"/>
            <a:ext cx="5367528" cy="3493008"/>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ircle-check_007F80.png"/>
          <p:cNvPicPr>
            <a:picLocks noChangeAspect="1"/>
          </p:cNvPicPr>
          <p:nvPr/>
        </p:nvPicPr>
        <p:blipFill>
          <a:blip r:embed="rId5"/>
          <a:stretch>
            <a:fillRect/>
          </a:stretch>
        </p:blipFill>
        <p:spPr>
          <a:xfrm>
            <a:off x="6464808" y="1938528"/>
            <a:ext cx="438912" cy="438912"/>
          </a:xfrm>
          <a:prstGeom prst="rect">
            <a:avLst/>
          </a:prstGeom>
        </p:spPr>
      </p:pic>
      <p:sp>
        <p:nvSpPr>
          <p:cNvPr id="13" name="body:Already have an account?"/>
          <p:cNvSpPr txBox="1"/>
          <p:nvPr/>
        </p:nvSpPr>
        <p:spPr>
          <a:xfrm>
            <a:off x="6464808" y="2633472"/>
            <a:ext cx="4873752" cy="477773"/>
          </a:xfrm>
          <a:prstGeom prst="rect">
            <a:avLst/>
          </a:prstGeom>
          <a:noFill/>
        </p:spPr>
        <p:txBody>
          <a:bodyPr wrap="none" lIns="0" rIns="0" tIns="0" bIns="0" anchor="t">
            <a:spAutoFit/>
          </a:bodyPr>
          <a:lstStyle/>
          <a:p>
            <a:pPr>
              <a:lnSpc>
                <a:spcPct val="114000"/>
              </a:lnSpc>
              <a:spcBef>
                <a:spcPts val="0"/>
              </a:spcBef>
              <a:spcAft>
                <a:spcPts val="0"/>
              </a:spcAft>
              <a:buNone/>
              <a:defRPr sz="2625" b="1">
                <a:solidFill>
                  <a:srgbClr val="1D343E"/>
                </a:solidFill>
                <a:latin typeface="Meiryo"/>
                <a:ea typeface="Meiryo"/>
                <a:cs typeface="Meiryo"/>
              </a:defRPr>
            </a:pPr>
            <a:r>
              <a:rPr sz="2625" b="1">
                <a:solidFill>
                  <a:srgbClr val="1D343E"/>
                </a:solidFill>
                <a:latin typeface="Meiryo"/>
                <a:ea typeface="Meiryo"/>
                <a:cs typeface="Meiryo"/>
              </a:rPr>
              <a:t>Already have an account?</a:t>
            </a:r>
          </a:p>
        </p:txBody>
      </p:sp>
      <p:sp>
        <p:nvSpPr>
          <p:cNvPr id="14" name="body:Use your current account.&#10;Add and verify your&#10;university email."/>
          <p:cNvSpPr txBox="1"/>
          <p:nvPr/>
        </p:nvSpPr>
        <p:spPr>
          <a:xfrm>
            <a:off x="6464808" y="3312413"/>
            <a:ext cx="4873752" cy="1152144"/>
          </a:xfrm>
          <a:prstGeom prst="rect">
            <a:avLst/>
          </a:prstGeom>
          <a:noFill/>
        </p:spPr>
        <p:txBody>
          <a:bodyPr wrap="none" lIns="0" rIns="0" tIns="0" bIns="0" anchor="t">
            <a:spAutoFit/>
          </a:bodyPr>
          <a:lstStyle/>
          <a:p>
            <a:pPr>
              <a:lnSpc>
                <a:spcPct val="114000"/>
              </a:lnSpc>
              <a:spcBef>
                <a:spcPts val="0"/>
              </a:spcBef>
              <a:spcAft>
                <a:spcPts val="0"/>
              </a:spcAft>
              <a:buNone/>
              <a:defRPr sz="2025" b="0">
                <a:solidFill>
                  <a:srgbClr val="1D343E"/>
                </a:solidFill>
                <a:latin typeface="Meiryo"/>
                <a:ea typeface="Meiryo"/>
                <a:cs typeface="Meiryo"/>
              </a:defRPr>
            </a:pPr>
            <a:r>
              <a:rPr sz="2025" b="0">
                <a:solidFill>
                  <a:srgbClr val="1D343E"/>
                </a:solidFill>
                <a:latin typeface="Meiryo"/>
                <a:ea typeface="Meiryo"/>
                <a:cs typeface="Meiryo"/>
              </a:rPr>
              <a:t>Use your current account.</a:t>
            </a:r>
          </a:p>
          <a:p>
            <a:pPr>
              <a:lnSpc>
                <a:spcPct val="114000"/>
              </a:lnSpc>
              <a:spcBef>
                <a:spcPts val="0"/>
              </a:spcBef>
              <a:spcAft>
                <a:spcPts val="0"/>
              </a:spcAft>
              <a:buNone/>
              <a:defRPr sz="2025" b="0">
                <a:solidFill>
                  <a:srgbClr val="1D343E"/>
                </a:solidFill>
                <a:latin typeface="Meiryo"/>
                <a:ea typeface="Meiryo"/>
                <a:cs typeface="Meiryo"/>
              </a:defRPr>
            </a:pPr>
            <a:r>
              <a:rPr sz="2025" b="0">
                <a:solidFill>
                  <a:srgbClr val="1D343E"/>
                </a:solidFill>
                <a:latin typeface="Meiryo"/>
                <a:ea typeface="Meiryo"/>
                <a:cs typeface="Meiryo"/>
              </a:rPr>
              <a:t>Add and verify your</a:t>
            </a:r>
          </a:p>
          <a:p>
            <a:pPr>
              <a:lnSpc>
                <a:spcPct val="114000"/>
              </a:lnSpc>
              <a:spcBef>
                <a:spcPts val="0"/>
              </a:spcBef>
              <a:spcAft>
                <a:spcPts val="0"/>
              </a:spcAft>
              <a:buNone/>
              <a:defRPr sz="2025" b="0">
                <a:solidFill>
                  <a:srgbClr val="1D343E"/>
                </a:solidFill>
                <a:latin typeface="Meiryo"/>
                <a:ea typeface="Meiryo"/>
                <a:cs typeface="Meiryo"/>
              </a:defRPr>
            </a:pPr>
            <a:r>
              <a:rPr sz="2025" b="0">
                <a:solidFill>
                  <a:srgbClr val="1D343E"/>
                </a:solidFill>
                <a:latin typeface="Meiryo"/>
                <a:ea typeface="Meiryo"/>
                <a:cs typeface="Meiryo"/>
              </a:rPr>
              <a:t>university email.</a:t>
            </a:r>
          </a:p>
        </p:txBody>
      </p:sp>
      <p:sp>
        <p:nvSpPr>
          <p:cNvPr id="15" name="Rectangle 14"/>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ircle-check_007F80.png"/>
          <p:cNvPicPr>
            <a:picLocks noChangeAspect="1"/>
          </p:cNvPicPr>
          <p:nvPr/>
        </p:nvPicPr>
        <p:blipFill>
          <a:blip r:embed="rId5"/>
          <a:stretch>
            <a:fillRect/>
          </a:stretch>
        </p:blipFill>
        <p:spPr>
          <a:xfrm>
            <a:off x="749808" y="5751576"/>
            <a:ext cx="283464" cy="283464"/>
          </a:xfrm>
          <a:prstGeom prst="rect">
            <a:avLst/>
          </a:prstGeom>
        </p:spPr>
      </p:pic>
      <p:sp>
        <p:nvSpPr>
          <p:cNvPr id="17" name="result:Keep your student ID and university email out of your public profile."/>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buNone/>
              <a:defRPr sz="2200" b="0">
                <a:solidFill>
                  <a:srgbClr val="1D343E"/>
                </a:solidFill>
                <a:latin typeface="Meiryo"/>
                <a:ea typeface="Meiryo"/>
                <a:cs typeface="Meiryo"/>
              </a:defRPr>
            </a:pPr>
            <a:r>
              <a:rPr sz="2200" b="0">
                <a:solidFill>
                  <a:srgbClr val="1D343E"/>
                </a:solidFill>
                <a:latin typeface="Meiryo"/>
                <a:ea typeface="Meiryo"/>
                <a:cs typeface="Meiryo"/>
              </a:rPr>
              <a:t>Keep your student ID and university email out of your public profile.</a:t>
            </a:r>
          </a:p>
        </p:txBody>
      </p:sp>
      <p:sp>
        <p:nvSpPr>
          <p:cNvPr id="18" name="tag:Setup checklist">
            <a:hlinkClick action="ppaction://hlinksldjump" r:id="rId6"/>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buNone/>
              <a:defRPr sz="1575" b="0">
                <a:solidFill>
                  <a:srgbClr val="007F80"/>
                </a:solidFill>
                <a:latin typeface="Meiryo"/>
                <a:ea typeface="Meiryo"/>
                <a:cs typeface="Meiryo"/>
              </a:defRPr>
            </a:pPr>
            <a:r>
              <a:rPr sz="1575" b="0">
                <a:solidFill>
                  <a:srgbClr val="007F80"/>
                </a:solidFill>
                <a:latin typeface="Meiryo"/>
                <a:ea typeface="Meiryo"/>
                <a:cs typeface="Meiryo"/>
              </a:rPr>
              <a:t>Setup checklist</a:t>
            </a:r>
          </a:p>
        </p:txBody>
      </p:sp>
      <p:sp>
        <p:nvSpPr>
          <p:cNvPr id="19" name="footer:AI and Data Literacy    Initial setup"/>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 and Data Literacy    Initial setup</a:t>
            </a:r>
          </a:p>
        </p:txBody>
      </p:sp>
      <p:sp>
        <p:nvSpPr>
          <p:cNvPr id="20" name="footer:06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06 / 37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1 / 5    Accounts"/>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buNone/>
              <a:defRPr sz="1800" b="1">
                <a:solidFill>
                  <a:srgbClr val="007F80"/>
                </a:solidFill>
                <a:latin typeface="Meiryo"/>
                <a:ea typeface="Meiryo"/>
                <a:cs typeface="Meiryo"/>
              </a:defRPr>
            </a:pPr>
            <a:r>
              <a:rPr sz="1800" b="1">
                <a:solidFill>
                  <a:srgbClr val="007F80"/>
                </a:solidFill>
                <a:latin typeface="Meiryo"/>
                <a:ea typeface="Meiryo"/>
                <a:cs typeface="Meiryo"/>
              </a:rPr>
              <a:t>1 / 5    Accounts</a:t>
            </a:r>
          </a:p>
        </p:txBody>
      </p:sp>
      <p:sp>
        <p:nvSpPr>
          <p:cNvPr id="4" name="title:Signing up for GitHub"/>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buNone/>
              <a:defRPr sz="3400" b="1">
                <a:solidFill>
                  <a:srgbClr val="1D343E"/>
                </a:solidFill>
                <a:latin typeface="Meiryo"/>
                <a:ea typeface="Meiryo"/>
                <a:cs typeface="Meiryo"/>
              </a:defRPr>
            </a:pPr>
            <a:r>
              <a:rPr sz="3400" b="1">
                <a:solidFill>
                  <a:srgbClr val="1D343E"/>
                </a:solidFill>
                <a:latin typeface="Meiryo"/>
                <a:ea typeface="Meiryo"/>
                <a:cs typeface="Meiryo"/>
              </a:rPr>
              <a:t>Signing up for GitHub</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keyboard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700784"/>
            <a:ext cx="6565392" cy="3547872"/>
          </a:xfrm>
          <a:prstGeom prst="rect">
            <a:avLst/>
          </a:prstGeom>
          <a:solidFill>
            <a:srgbClr val="F5F7F8"/>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700784"/>
            <a:ext cx="6565392" cy="50292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ag:GitHub / Sign up"/>
          <p:cNvSpPr txBox="1"/>
          <p:nvPr/>
        </p:nvSpPr>
        <p:spPr>
          <a:xfrm>
            <a:off x="795528" y="1787652"/>
            <a:ext cx="6163055" cy="387858"/>
          </a:xfrm>
          <a:prstGeom prst="rect">
            <a:avLst/>
          </a:prstGeom>
          <a:noFill/>
        </p:spPr>
        <p:txBody>
          <a:bodyPr wrap="none" lIns="0" rIns="0" tIns="0" bIns="0" anchor="t">
            <a:spAutoFit/>
          </a:bodyPr>
          <a:lstStyle/>
          <a:p>
            <a:pPr>
              <a:lnSpc>
                <a:spcPct val="114000"/>
              </a:lnSpc>
              <a:spcBef>
                <a:spcPts val="0"/>
              </a:spcBef>
              <a:spcAft>
                <a:spcPts val="0"/>
              </a:spcAft>
              <a:defRPr sz="2100" b="0">
                <a:solidFill>
                  <a:srgbClr val="53656D"/>
                </a:solidFill>
                <a:latin typeface="Meiryo"/>
              </a:defRPr>
            </a:pPr>
            <a:r>
              <a:rPr sz="2100" b="0">
                <a:solidFill>
                  <a:srgbClr val="53656D"/>
                </a:solidFill>
                <a:latin typeface="Meiryo"/>
                <a:ea typeface="Meiryo"/>
                <a:cs typeface="Meiryo"/>
              </a:rPr>
              <a:t>GitHub / Sign up</a:t>
            </a:r>
          </a:p>
        </p:txBody>
      </p:sp>
      <p:sp>
        <p:nvSpPr>
          <p:cNvPr id="10" name="tag:Email"/>
          <p:cNvSpPr txBox="1"/>
          <p:nvPr/>
        </p:nvSpPr>
        <p:spPr>
          <a:xfrm>
            <a:off x="841248" y="2423160"/>
            <a:ext cx="6071616" cy="357886"/>
          </a:xfrm>
          <a:prstGeom prst="rect">
            <a:avLst/>
          </a:prstGeom>
          <a:noFill/>
        </p:spPr>
        <p:txBody>
          <a:bodyPr wrap="none" lIns="0" rIns="0" tIns="0" bIns="0" anchor="t">
            <a:spAutoFit/>
          </a:bodyPr>
          <a:lstStyle/>
          <a:p>
            <a:pPr>
              <a:lnSpc>
                <a:spcPct val="114000"/>
              </a:lnSpc>
              <a:spcBef>
                <a:spcPts val="0"/>
              </a:spcBef>
              <a:spcAft>
                <a:spcPts val="0"/>
              </a:spcAft>
              <a:defRPr sz="1900" b="0">
                <a:solidFill>
                  <a:srgbClr val="53656D"/>
                </a:solidFill>
                <a:latin typeface="Meiryo"/>
              </a:defRPr>
            </a:pPr>
            <a:r>
              <a:rPr sz="1900" b="0">
                <a:solidFill>
                  <a:srgbClr val="53656D"/>
                </a:solidFill>
                <a:latin typeface="Meiryo"/>
                <a:ea typeface="Meiryo"/>
                <a:cs typeface="Meiryo"/>
              </a:rPr>
              <a:t>Email</a:t>
            </a:r>
          </a:p>
        </p:txBody>
      </p:sp>
      <p:sp>
        <p:nvSpPr>
          <p:cNvPr id="11" name="Rectangle 10"/>
          <p:cNvSpPr/>
          <p:nvPr/>
        </p:nvSpPr>
        <p:spPr>
          <a:xfrm>
            <a:off x="841248" y="2761488"/>
            <a:ext cx="6071616" cy="576072"/>
          </a:xfrm>
          <a:prstGeom prst="rect">
            <a:avLst/>
          </a:prstGeom>
          <a:solidFill>
            <a:srgbClr val="FFFFFF"/>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input:Your university email"/>
          <p:cNvSpPr txBox="1"/>
          <p:nvPr/>
        </p:nvSpPr>
        <p:spPr>
          <a:xfrm>
            <a:off x="978408" y="2852928"/>
            <a:ext cx="5797296" cy="438912"/>
          </a:xfrm>
          <a:prstGeom prst="rect">
            <a:avLst/>
          </a:prstGeom>
          <a:noFill/>
        </p:spPr>
        <p:txBody>
          <a:bodyPr wrap="none" lIns="0" rIns="0" tIns="0" bIns="0" anchor="t">
            <a:spAutoFit/>
          </a:bodyPr>
          <a:lstStyle/>
          <a:p>
            <a:pPr>
              <a:lnSpc>
                <a:spcPct val="114000"/>
              </a:lnSpc>
              <a:spcBef>
                <a:spcPts val="0"/>
              </a:spcBef>
              <a:spcAft>
                <a:spcPts val="0"/>
              </a:spcAft>
              <a:buNone/>
              <a:defRPr sz="2500" b="0">
                <a:solidFill>
                  <a:srgbClr val="1D343E"/>
                </a:solidFill>
                <a:latin typeface="Meiryo"/>
                <a:ea typeface="Meiryo"/>
                <a:cs typeface="Meiryo"/>
              </a:defRPr>
            </a:pPr>
            <a:r>
              <a:rPr sz="2500" b="0">
                <a:solidFill>
                  <a:srgbClr val="1D343E"/>
                </a:solidFill>
                <a:latin typeface="Meiryo"/>
                <a:ea typeface="Meiryo"/>
                <a:cs typeface="Meiryo"/>
              </a:rPr>
              <a:t>Your university email</a:t>
            </a:r>
          </a:p>
        </p:txBody>
      </p:sp>
      <p:sp>
        <p:nvSpPr>
          <p:cNvPr id="13" name="tag:Username"/>
          <p:cNvSpPr txBox="1"/>
          <p:nvPr/>
        </p:nvSpPr>
        <p:spPr>
          <a:xfrm>
            <a:off x="841248" y="3520440"/>
            <a:ext cx="6071616" cy="357886"/>
          </a:xfrm>
          <a:prstGeom prst="rect">
            <a:avLst/>
          </a:prstGeom>
          <a:noFill/>
        </p:spPr>
        <p:txBody>
          <a:bodyPr wrap="none" lIns="0" rIns="0" tIns="0" bIns="0" anchor="t">
            <a:spAutoFit/>
          </a:bodyPr>
          <a:lstStyle/>
          <a:p>
            <a:pPr>
              <a:lnSpc>
                <a:spcPct val="114000"/>
              </a:lnSpc>
              <a:spcBef>
                <a:spcPts val="0"/>
              </a:spcBef>
              <a:spcAft>
                <a:spcPts val="0"/>
              </a:spcAft>
              <a:defRPr sz="1900" b="0">
                <a:solidFill>
                  <a:srgbClr val="53656D"/>
                </a:solidFill>
                <a:latin typeface="Meiryo"/>
              </a:defRPr>
            </a:pPr>
            <a:r>
              <a:rPr sz="1900" b="0">
                <a:solidFill>
                  <a:srgbClr val="53656D"/>
                </a:solidFill>
                <a:latin typeface="Meiryo"/>
                <a:ea typeface="Meiryo"/>
                <a:cs typeface="Meiryo"/>
              </a:rPr>
              <a:t>Username</a:t>
            </a:r>
          </a:p>
        </p:txBody>
      </p:sp>
      <p:sp>
        <p:nvSpPr>
          <p:cNvPr id="14" name="Rectangle 13"/>
          <p:cNvSpPr/>
          <p:nvPr/>
        </p:nvSpPr>
        <p:spPr>
          <a:xfrm>
            <a:off x="841248" y="3858768"/>
            <a:ext cx="6071616" cy="576072"/>
          </a:xfrm>
          <a:prstGeom prst="rect">
            <a:avLst/>
          </a:prstGeom>
          <a:solidFill>
            <a:srgbClr val="FFFFFF"/>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nput:A username you choose"/>
          <p:cNvSpPr txBox="1"/>
          <p:nvPr/>
        </p:nvSpPr>
        <p:spPr>
          <a:xfrm>
            <a:off x="978408" y="3950208"/>
            <a:ext cx="5797296" cy="438912"/>
          </a:xfrm>
          <a:prstGeom prst="rect">
            <a:avLst/>
          </a:prstGeom>
          <a:noFill/>
        </p:spPr>
        <p:txBody>
          <a:bodyPr wrap="none" lIns="0" rIns="0" tIns="0" bIns="0" anchor="t">
            <a:spAutoFit/>
          </a:bodyPr>
          <a:lstStyle/>
          <a:p>
            <a:pPr>
              <a:lnSpc>
                <a:spcPct val="114000"/>
              </a:lnSpc>
              <a:spcBef>
                <a:spcPts val="0"/>
              </a:spcBef>
              <a:spcAft>
                <a:spcPts val="0"/>
              </a:spcAft>
              <a:buNone/>
              <a:defRPr sz="2500" b="0">
                <a:solidFill>
                  <a:srgbClr val="1D343E"/>
                </a:solidFill>
                <a:latin typeface="Meiryo"/>
                <a:ea typeface="Meiryo"/>
                <a:cs typeface="Meiryo"/>
              </a:defRPr>
            </a:pPr>
            <a:r>
              <a:rPr sz="2500" b="0">
                <a:solidFill>
                  <a:srgbClr val="1D343E"/>
                </a:solidFill>
                <a:latin typeface="Meiryo"/>
                <a:ea typeface="Meiryo"/>
                <a:cs typeface="Meiryo"/>
              </a:rPr>
              <a:t>A username you choose</a:t>
            </a:r>
          </a:p>
        </p:txBody>
      </p:sp>
      <p:sp>
        <p:nvSpPr>
          <p:cNvPr id="16" name="caption:Diagram showing the fields to use"/>
          <p:cNvSpPr txBox="1"/>
          <p:nvPr/>
        </p:nvSpPr>
        <p:spPr>
          <a:xfrm>
            <a:off x="731520" y="5303520"/>
            <a:ext cx="6291072" cy="342900"/>
          </a:xfrm>
          <a:prstGeom prst="rect">
            <a:avLst/>
          </a:prstGeom>
          <a:noFill/>
        </p:spPr>
        <p:txBody>
          <a:bodyPr wrap="none" lIns="0" rIns="0" t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Diagram showing the fields to use</a:t>
            </a:r>
          </a:p>
        </p:txBody>
      </p:sp>
      <p:sp>
        <p:nvSpPr>
          <p:cNvPr id="17" name="Oval 16"/>
          <p:cNvSpPr/>
          <p:nvPr/>
        </p:nvSpPr>
        <p:spPr>
          <a:xfrm>
            <a:off x="7406640" y="1728216"/>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number:1"/>
          <p:cNvSpPr txBox="1"/>
          <p:nvPr/>
        </p:nvSpPr>
        <p:spPr>
          <a:xfrm>
            <a:off x="7406640" y="1751075"/>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9" name="body:Open GitHub Sign up."/>
          <p:cNvSpPr txBox="1"/>
          <p:nvPr/>
        </p:nvSpPr>
        <p:spPr>
          <a:xfrm>
            <a:off x="7982712" y="1719072"/>
            <a:ext cx="3557015" cy="429514"/>
          </a:xfrm>
          <a:prstGeom prst="rect">
            <a:avLst/>
          </a:prstGeom>
          <a:noFill/>
        </p:spPr>
        <p:txBody>
          <a:bodyPr wrap="none" lIns="0" tIns="0" rIns="0" bIns="0" anchor="t">
            <a:noAutofit/>
          </a:bodyPr>
          <a:lstStyle/>
          <a:p>
            <a:pPr>
              <a:lnSpc>
                <a:spcPct val="114000"/>
              </a:lnSpc>
              <a:spcBef>
                <a:spcPts val="0"/>
              </a:spcBef>
              <a:spcAft>
                <a:spcPts val="0"/>
              </a:spcAft>
              <a:buNone/>
              <a:defRPr sz="2238" b="1">
                <a:solidFill>
                  <a:srgbClr val="007F83"/>
                </a:solidFill>
                <a:latin typeface="Meiryo"/>
                <a:ea typeface="Meiryo"/>
                <a:cs typeface="Meiryo"/>
              </a:defRPr>
            </a:pPr>
            <a:r>
              <a:rPr sz="2238" b="1" u="sng">
                <a:solidFill>
                  <a:srgbClr val="007F83"/>
                </a:solidFill>
                <a:latin typeface="Meiryo"/>
                <a:ea typeface="Meiryo"/>
                <a:cs typeface="Meiryo"/>
                <a:hlinkClick r:id="rIdHandson19"/>
              </a:rPr>
              <a:t>Open GitHub Sign up.</a:t>
            </a:r>
          </a:p>
        </p:txBody>
      </p:sp>
      <p:sp>
        <p:nvSpPr>
          <p:cNvPr id="20" name="Oval 19"/>
          <p:cNvSpPr/>
          <p:nvPr/>
        </p:nvSpPr>
        <p:spPr>
          <a:xfrm>
            <a:off x="7406640" y="2432049"/>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number:2"/>
          <p:cNvSpPr txBox="1"/>
          <p:nvPr/>
        </p:nvSpPr>
        <p:spPr>
          <a:xfrm>
            <a:off x="7406640" y="2454909"/>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22" name="body:Enter your email,&#10;username and password."/>
          <p:cNvSpPr txBox="1"/>
          <p:nvPr/>
        </p:nvSpPr>
        <p:spPr>
          <a:xfrm>
            <a:off x="7982712" y="2422906"/>
            <a:ext cx="3557015" cy="1178814"/>
          </a:xfrm>
          <a:prstGeom prst="rect">
            <a:avLst/>
          </a:prstGeom>
          <a:noFill/>
        </p:spPr>
        <p:txBody>
          <a:bodyPr wrap="none" lIns="0" tIns="0" rIns="0" bIns="0" anchor="t">
            <a:noAutofit/>
          </a:bodyPr>
          <a:lstStyle/>
          <a:p>
            <a:pPr>
              <a:lnSpc>
                <a:spcPct val="114000"/>
              </a:lnSpc>
              <a:spcBef>
                <a:spcPts val="0"/>
              </a:spcBef>
              <a:spcAft>
                <a:spcPts val="0"/>
              </a:spcAft>
              <a:buNone/>
              <a:defRPr sz="1938" b="1">
                <a:solidFill>
                  <a:srgbClr val="1D343E"/>
                </a:solidFill>
                <a:latin typeface="Meiryo"/>
                <a:ea typeface="Meiryo"/>
                <a:cs typeface="Meiryo"/>
              </a:defRPr>
            </a:pPr>
            <a:r>
              <a:rPr sz="1938" b="1">
                <a:solidFill>
                  <a:srgbClr val="1D343E"/>
                </a:solidFill>
                <a:latin typeface="Meiryo"/>
                <a:ea typeface="Meiryo"/>
                <a:cs typeface="Meiryo"/>
              </a:rPr>
              <a:t>Enter your email,</a:t>
            </a:r>
          </a:p>
          <a:p>
            <a:pPr>
              <a:lnSpc>
                <a:spcPct val="114000"/>
              </a:lnSpc>
              <a:spcBef>
                <a:spcPts val="0"/>
              </a:spcBef>
              <a:spcAft>
                <a:spcPts val="0"/>
              </a:spcAft>
              <a:buNone/>
              <a:defRPr sz="1938" b="1">
                <a:solidFill>
                  <a:srgbClr val="1D343E"/>
                </a:solidFill>
                <a:latin typeface="Meiryo"/>
                <a:ea typeface="Meiryo"/>
                <a:cs typeface="Meiryo"/>
              </a:defRPr>
            </a:pPr>
            <a:r>
              <a:rPr sz="1938" b="1">
                <a:solidFill>
                  <a:srgbClr val="1D343E"/>
                </a:solidFill>
                <a:latin typeface="Meiryo"/>
                <a:ea typeface="Meiryo"/>
                <a:cs typeface="Meiryo"/>
              </a:rPr>
              <a:t>username and password.</a:t>
            </a:r>
          </a:p>
        </p:txBody>
      </p:sp>
      <p:sp>
        <p:nvSpPr>
          <p:cNvPr id="23" name="Oval 22"/>
          <p:cNvSpPr/>
          <p:nvPr/>
        </p:nvSpPr>
        <p:spPr>
          <a:xfrm>
            <a:off x="7406640" y="3885184"/>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umber:3"/>
          <p:cNvSpPr txBox="1"/>
          <p:nvPr/>
        </p:nvSpPr>
        <p:spPr>
          <a:xfrm>
            <a:off x="7406640" y="3908044"/>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3</a:t>
            </a:r>
          </a:p>
        </p:txBody>
      </p:sp>
      <p:sp>
        <p:nvSpPr>
          <p:cNvPr id="25" name="body:Follow the prompts.&#10;Confirm your&#10;university email."/>
          <p:cNvSpPr txBox="1"/>
          <p:nvPr/>
        </p:nvSpPr>
        <p:spPr>
          <a:xfrm>
            <a:off x="7982712" y="3876040"/>
            <a:ext cx="3557015" cy="804164"/>
          </a:xfrm>
          <a:prstGeom prst="rect">
            <a:avLst/>
          </a:prstGeom>
          <a:noFill/>
        </p:spPr>
        <p:txBody>
          <a:bodyPr wrap="none" lIns="0" tIns="0" rIns="0" bIns="0" anchor="t">
            <a:noAutofit/>
          </a:bodyPr>
          <a:lstStyle/>
          <a:p>
            <a:pPr>
              <a:lnSpc>
                <a:spcPct val="114000"/>
              </a:lnSpc>
              <a:spcBef>
                <a:spcPts val="0"/>
              </a:spcBef>
              <a:spcAft>
                <a:spcPts val="0"/>
              </a:spcAft>
              <a:buNone/>
              <a:defRPr sz="1413" b="1">
                <a:solidFill>
                  <a:srgbClr val="1D343E"/>
                </a:solidFill>
                <a:latin typeface="Meiryo"/>
                <a:ea typeface="Meiryo"/>
                <a:cs typeface="Meiryo"/>
              </a:defRPr>
            </a:pPr>
            <a:r>
              <a:rPr sz="1413" b="1">
                <a:solidFill>
                  <a:srgbClr val="1D343E"/>
                </a:solidFill>
                <a:latin typeface="Meiryo"/>
                <a:ea typeface="Meiryo"/>
                <a:cs typeface="Meiryo"/>
              </a:rPr>
              <a:t>Follow the prompts.</a:t>
            </a:r>
          </a:p>
          <a:p>
            <a:pPr>
              <a:lnSpc>
                <a:spcPct val="114000"/>
              </a:lnSpc>
              <a:spcBef>
                <a:spcPts val="0"/>
              </a:spcBef>
              <a:spcAft>
                <a:spcPts val="0"/>
              </a:spcAft>
              <a:buNone/>
              <a:defRPr sz="1413" b="1">
                <a:solidFill>
                  <a:srgbClr val="1D343E"/>
                </a:solidFill>
                <a:latin typeface="Meiryo"/>
                <a:ea typeface="Meiryo"/>
                <a:cs typeface="Meiryo"/>
              </a:defRPr>
            </a:pPr>
            <a:r>
              <a:rPr sz="1413" b="1">
                <a:solidFill>
                  <a:srgbClr val="1D343E"/>
                </a:solidFill>
                <a:latin typeface="Meiryo"/>
                <a:ea typeface="Meiryo"/>
                <a:cs typeface="Meiryo"/>
              </a:rPr>
              <a:t>Confirm your</a:t>
            </a:r>
          </a:p>
          <a:p>
            <a:pPr>
              <a:lnSpc>
                <a:spcPct val="114000"/>
              </a:lnSpc>
              <a:spcBef>
                <a:spcPts val="0"/>
              </a:spcBef>
              <a:spcAft>
                <a:spcPts val="0"/>
              </a:spcAft>
              <a:buNone/>
              <a:defRPr sz="1413" b="1">
                <a:solidFill>
                  <a:srgbClr val="1D343E"/>
                </a:solidFill>
                <a:latin typeface="Meiryo"/>
                <a:ea typeface="Meiryo"/>
                <a:cs typeface="Meiryo"/>
              </a:defRPr>
            </a:pPr>
            <a:r>
              <a:rPr sz="1413" b="1">
                <a:solidFill>
                  <a:srgbClr val="1D343E"/>
                </a:solidFill>
                <a:latin typeface="Meiryo"/>
                <a:ea typeface="Meiryo"/>
                <a:cs typeface="Meiryo"/>
              </a:rPr>
              <a:t>university email.</a:t>
            </a:r>
          </a:p>
        </p:txBody>
      </p:sp>
      <p:sp>
        <p:nvSpPr>
          <p:cNvPr id="26" name="Rectangle 25"/>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circle-check_007F80.png"/>
          <p:cNvPicPr>
            <a:picLocks noChangeAspect="1"/>
          </p:cNvPicPr>
          <p:nvPr/>
        </p:nvPicPr>
        <p:blipFill>
          <a:blip r:embed="rId4"/>
          <a:stretch>
            <a:fillRect/>
          </a:stretch>
        </p:blipFill>
        <p:spPr>
          <a:xfrm>
            <a:off x="749808" y="5751576"/>
            <a:ext cx="283464" cy="283464"/>
          </a:xfrm>
          <a:prstGeom prst="rect">
            <a:avLst/>
          </a:prstGeom>
        </p:spPr>
      </p:pic>
      <p:sp>
        <p:nvSpPr>
          <p:cNvPr id="28" name="result:Already registered? Use Sign in with your existing account."/>
          <p:cNvSpPr txBox="1"/>
          <p:nvPr/>
        </p:nvSpPr>
        <p:spPr>
          <a:xfrm>
            <a:off x="1179576" y="5710428"/>
            <a:ext cx="10168128" cy="438912"/>
          </a:xfrm>
          <a:prstGeom prst="rect">
            <a:avLst/>
          </a:prstGeom>
          <a:noFill/>
        </p:spPr>
        <p:txBody>
          <a:bodyPr wrap="none" lIns="0" tIns="0" rIns="0" bIns="0" anchor="t">
            <a:noAutofit/>
          </a:bodyPr>
          <a:lstStyle/>
          <a:p>
            <a:pPr>
              <a:lnSpc>
                <a:spcPct val="114000"/>
              </a:lnSpc>
              <a:spcBef>
                <a:spcPts val="0"/>
              </a:spcBef>
              <a:spcAft>
                <a:spcPts val="0"/>
              </a:spcAft>
              <a:buNone/>
              <a:defRPr sz="2200" b="0">
                <a:solidFill>
                  <a:srgbClr val="1D343E"/>
                </a:solidFill>
                <a:latin typeface="Meiryo"/>
                <a:ea typeface="Meiryo"/>
                <a:cs typeface="Meiryo"/>
              </a:defRPr>
            </a:pPr>
            <a:r>
              <a:rPr sz="2200" b="0">
                <a:solidFill>
                  <a:srgbClr val="1D343E"/>
                </a:solidFill>
                <a:latin typeface="Meiryo"/>
                <a:ea typeface="Meiryo"/>
                <a:cs typeface="Meiryo"/>
              </a:rPr>
              <a:t>Already registered? Use Sign in with your existing account.</a:t>
            </a:r>
          </a:p>
        </p:txBody>
      </p:sp>
      <p:sp>
        <p:nvSpPr>
          <p:cNvPr id="29" name="tag:Setup checklist">
            <a:hlinkClick action="ppaction://hlinksldjump" r:id="rId5"/>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buNone/>
              <a:defRPr sz="1575" b="0">
                <a:solidFill>
                  <a:srgbClr val="007F80"/>
                </a:solidFill>
                <a:latin typeface="Meiryo"/>
                <a:ea typeface="Meiryo"/>
                <a:cs typeface="Meiryo"/>
              </a:defRPr>
            </a:pPr>
            <a:r>
              <a:rPr sz="1575" b="0">
                <a:solidFill>
                  <a:srgbClr val="007F80"/>
                </a:solidFill>
                <a:latin typeface="Meiryo"/>
                <a:ea typeface="Meiryo"/>
                <a:cs typeface="Meiryo"/>
              </a:rPr>
              <a:t>Setup checklist</a:t>
            </a:r>
          </a:p>
        </p:txBody>
      </p:sp>
      <p:sp>
        <p:nvSpPr>
          <p:cNvPr id="30" name="footer:AI and Data Literacy    Initial setup"/>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 and Data Literacy    Initial setup</a:t>
            </a:r>
          </a:p>
        </p:txBody>
      </p:sp>
      <p:sp>
        <p:nvSpPr>
          <p:cNvPr id="31" name="footer:07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07 / 37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1 / 5    Accounts"/>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buNone/>
              <a:defRPr sz="1800" b="1">
                <a:solidFill>
                  <a:srgbClr val="007F80"/>
                </a:solidFill>
                <a:latin typeface="Meiryo"/>
                <a:ea typeface="Meiryo"/>
                <a:cs typeface="Meiryo"/>
              </a:defRPr>
            </a:pPr>
            <a:r>
              <a:rPr sz="1800" b="1">
                <a:solidFill>
                  <a:srgbClr val="007F80"/>
                </a:solidFill>
                <a:latin typeface="Meiryo"/>
                <a:ea typeface="Meiryo"/>
                <a:cs typeface="Meiryo"/>
              </a:rPr>
              <a:t>1 / 5    Accounts</a:t>
            </a:r>
          </a:p>
        </p:txBody>
      </p:sp>
      <p:sp>
        <p:nvSpPr>
          <p:cNvPr id="4" name="title:Email verification and privacy"/>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buNone/>
              <a:defRPr sz="3400" b="1">
                <a:solidFill>
                  <a:srgbClr val="1D343E"/>
                </a:solidFill>
                <a:latin typeface="Meiryo"/>
                <a:ea typeface="Meiryo"/>
                <a:cs typeface="Meiryo"/>
              </a:defRPr>
            </a:pPr>
            <a:r>
              <a:rPr sz="3400" b="1">
                <a:solidFill>
                  <a:srgbClr val="1D343E"/>
                </a:solidFill>
                <a:latin typeface="Meiryo"/>
                <a:ea typeface="Meiryo"/>
                <a:cs typeface="Meiryo"/>
              </a:rPr>
              <a:t>Email verification and privacy</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ck-keyhole_007F80.png"/>
          <p:cNvPicPr>
            <a:picLocks noChangeAspect="1"/>
          </p:cNvPicPr>
          <p:nvPr/>
        </p:nvPicPr>
        <p:blipFill>
          <a:blip r:embed="rId2"/>
          <a:stretch>
            <a:fillRect/>
          </a:stretch>
        </p:blipFill>
        <p:spPr>
          <a:xfrm>
            <a:off x="11064240" y="740664"/>
            <a:ext cx="420624" cy="420624"/>
          </a:xfrm>
          <a:prstGeom prst="rect">
            <a:avLst/>
          </a:prstGeom>
        </p:spPr>
      </p:pic>
      <p:sp>
        <p:nvSpPr>
          <p:cNvPr id="7" name="Oval 6"/>
          <p:cNvSpPr/>
          <p:nvPr/>
        </p:nvSpPr>
        <p:spPr>
          <a:xfrm>
            <a:off x="749808" y="1691640"/>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number:1"/>
          <p:cNvSpPr txBox="1"/>
          <p:nvPr/>
        </p:nvSpPr>
        <p:spPr>
          <a:xfrm>
            <a:off x="749808" y="1714500"/>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9" name="body:Open Settings from your profile menu at the top right."/>
          <p:cNvSpPr txBox="1"/>
          <p:nvPr/>
        </p:nvSpPr>
        <p:spPr>
          <a:xfrm>
            <a:off x="1325880" y="1682496"/>
            <a:ext cx="9893807" cy="459485"/>
          </a:xfrm>
          <a:prstGeom prst="rect">
            <a:avLst/>
          </a:prstGeom>
          <a:noFill/>
        </p:spPr>
        <p:txBody>
          <a:bodyPr wrap="none" lIns="0" rIns="0" tIns="0" bIns="0" anchor="t">
            <a:spAutoFit/>
          </a:bodyPr>
          <a:lstStyle/>
          <a:p>
            <a:pPr>
              <a:lnSpc>
                <a:spcPct val="114000"/>
              </a:lnSpc>
              <a:spcBef>
                <a:spcPts val="0"/>
              </a:spcBef>
              <a:spcAft>
                <a:spcPts val="0"/>
              </a:spcAft>
              <a:buNone/>
              <a:defRPr sz="2550" b="1">
                <a:solidFill>
                  <a:srgbClr val="1D343E"/>
                </a:solidFill>
                <a:latin typeface="Meiryo"/>
                <a:ea typeface="Meiryo"/>
                <a:cs typeface="Meiryo"/>
              </a:defRPr>
            </a:pPr>
            <a:r>
              <a:rPr sz="2550" b="1">
                <a:solidFill>
                  <a:srgbClr val="1D343E"/>
                </a:solidFill>
                <a:latin typeface="Meiryo"/>
                <a:ea typeface="Meiryo"/>
                <a:cs typeface="Meiryo"/>
              </a:rPr>
              <a:t>Open Settings from your profile menu at the top right.</a:t>
            </a:r>
          </a:p>
        </p:txBody>
      </p:sp>
      <p:sp>
        <p:nvSpPr>
          <p:cNvPr id="10" name="body:These are settings for your whole GitHub account."/>
          <p:cNvSpPr txBox="1"/>
          <p:nvPr/>
        </p:nvSpPr>
        <p:spPr>
          <a:xfrm>
            <a:off x="1325880" y="2205990"/>
            <a:ext cx="9893807" cy="399542"/>
          </a:xfrm>
          <a:prstGeom prst="rect">
            <a:avLst/>
          </a:prstGeom>
          <a:noFill/>
        </p:spPr>
        <p:txBody>
          <a:bodyPr wrap="none" lIns="0" rIns="0" tIns="0" bIns="0" anchor="t">
            <a:spAutoFit/>
          </a:bodyPr>
          <a:lstStyle/>
          <a:p>
            <a:pPr>
              <a:lnSpc>
                <a:spcPct val="114000"/>
              </a:lnSpc>
              <a:spcBef>
                <a:spcPts val="0"/>
              </a:spcBef>
              <a:spcAft>
                <a:spcPts val="0"/>
              </a:spcAft>
              <a:buNone/>
              <a:defRPr sz="2300" b="0">
                <a:solidFill>
                  <a:srgbClr val="53656D"/>
                </a:solidFill>
                <a:latin typeface="Meiryo"/>
                <a:ea typeface="Meiryo"/>
                <a:cs typeface="Meiryo"/>
              </a:defRPr>
            </a:pPr>
            <a:r>
              <a:rPr sz="2300" b="0">
                <a:solidFill>
                  <a:srgbClr val="53656D"/>
                </a:solidFill>
                <a:latin typeface="Meiryo"/>
                <a:ea typeface="Meiryo"/>
                <a:cs typeface="Meiryo"/>
              </a:rPr>
              <a:t>These are settings for your whole GitHub account.</a:t>
            </a:r>
          </a:p>
        </p:txBody>
      </p:sp>
      <p:sp>
        <p:nvSpPr>
          <p:cNvPr id="11" name="Oval 10"/>
          <p:cNvSpPr/>
          <p:nvPr/>
        </p:nvSpPr>
        <p:spPr>
          <a:xfrm>
            <a:off x="749808" y="2829337"/>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number:2"/>
          <p:cNvSpPr txBox="1"/>
          <p:nvPr/>
        </p:nvSpPr>
        <p:spPr>
          <a:xfrm>
            <a:off x="749808" y="2869615"/>
            <a:ext cx="374904" cy="374904"/>
          </a:xfrm>
          <a:prstGeom prst="rect">
            <a:avLst/>
          </a:prstGeom>
          <a:noFill/>
        </p:spPr>
        <p:txBody>
          <a:bodyPr wrap="none" lIns="0" tIns="0" rIns="0" bIns="0" anchor="t">
            <a:spAutoFit/>
          </a:bodyPr>
          <a:lstStyle/>
          <a:p>
            <a:pPr algn="ctr">
              <a:lnSpc>
                <a:spcPct val="114000"/>
              </a:lnSpc>
              <a:spcBef>
                <a:spcPts val="0"/>
              </a:spcBef>
              <a:spcAft>
                <a:spcPts val="0"/>
              </a:spcAft>
              <a:defRPr sz="1900" b="1">
                <a:solidFill>
                  <a:srgbClr val="FFFFFF"/>
                </a:solidFill>
                <a:latin typeface="Meiryo"/>
              </a:defRPr>
            </a:pPr>
            <a:r>
              <a:rPr sz="1900" b="1" dirty="0">
                <a:solidFill>
                  <a:srgbClr val="FFFFFF"/>
                </a:solidFill>
                <a:latin typeface="Meiryo"/>
                <a:ea typeface="Meiryo"/>
                <a:cs typeface="Meiryo"/>
              </a:rPr>
              <a:t>2</a:t>
            </a:r>
          </a:p>
        </p:txBody>
      </p:sp>
      <p:sp>
        <p:nvSpPr>
          <p:cNvPr id="13" name="body:In Emails, add and verify your university email."/>
          <p:cNvSpPr txBox="1"/>
          <p:nvPr/>
        </p:nvSpPr>
        <p:spPr>
          <a:xfrm>
            <a:off x="1325880" y="2802775"/>
            <a:ext cx="9893807" cy="459485"/>
          </a:xfrm>
          <a:prstGeom prst="rect">
            <a:avLst/>
          </a:prstGeom>
          <a:noFill/>
        </p:spPr>
        <p:txBody>
          <a:bodyPr wrap="none" lIns="0" tIns="0" rIns="0" bIns="0" anchor="t">
            <a:spAutoFit/>
          </a:bodyPr>
          <a:lstStyle/>
          <a:p>
            <a:pPr>
              <a:lnSpc>
                <a:spcPct val="114000"/>
              </a:lnSpc>
              <a:spcBef>
                <a:spcPts val="0"/>
              </a:spcBef>
              <a:spcAft>
                <a:spcPts val="0"/>
              </a:spcAft>
              <a:buNone/>
              <a:defRPr sz="2700" b="1">
                <a:solidFill>
                  <a:srgbClr val="007F83"/>
                </a:solidFill>
                <a:latin typeface="Meiryo"/>
                <a:ea typeface="Meiryo"/>
                <a:cs typeface="Meiryo"/>
              </a:defRPr>
            </a:pPr>
            <a:r>
              <a:rPr sz="2700" b="1" u="sng">
                <a:solidFill>
                  <a:srgbClr val="007F83"/>
                </a:solidFill>
                <a:latin typeface="Meiryo"/>
                <a:ea typeface="Meiryo"/>
                <a:cs typeface="Meiryo"/>
                <a:hlinkClick r:id="rIdHandson13"/>
              </a:rPr>
              <a:t>In Emails, add and verify your university email.</a:t>
            </a:r>
          </a:p>
        </p:txBody>
      </p:sp>
      <p:sp>
        <p:nvSpPr>
          <p:cNvPr id="14" name="body:Enter it in Add email address, select Add, then confirm the email.&#10;Skip this if your university email is already your Primary email address."/>
          <p:cNvSpPr txBox="1"/>
          <p:nvPr/>
        </p:nvSpPr>
        <p:spPr>
          <a:xfrm>
            <a:off x="1325880" y="3326269"/>
            <a:ext cx="9893807" cy="399542"/>
          </a:xfrm>
          <a:prstGeom prst="rect">
            <a:avLst/>
          </a:prstGeom>
          <a:noFill/>
        </p:spPr>
        <p:txBody>
          <a:bodyPr wrap="none" lIns="0" tIns="0" rIns="0" bIns="0" anchor="t">
            <a:noAutofit/>
          </a:bodyPr>
          <a:lstStyle/>
          <a:p>
            <a:pPr>
              <a:lnSpc>
                <a:spcPct val="114000"/>
              </a:lnSpc>
              <a:spcBef>
                <a:spcPts val="0"/>
              </a:spcBef>
              <a:spcAft>
                <a:spcPts val="0"/>
              </a:spcAft>
              <a:buNone/>
              <a:defRPr sz="1063" b="0">
                <a:solidFill>
                  <a:srgbClr val="53656D"/>
                </a:solidFill>
                <a:latin typeface="Meiryo"/>
                <a:ea typeface="Meiryo"/>
                <a:cs typeface="Meiryo"/>
              </a:defRPr>
            </a:pPr>
            <a:r>
              <a:rPr sz="1063" b="0">
                <a:solidFill>
                  <a:srgbClr val="53656D"/>
                </a:solidFill>
                <a:latin typeface="Meiryo"/>
                <a:ea typeface="Meiryo"/>
                <a:cs typeface="Meiryo"/>
              </a:rPr>
              <a:t>Enter it in Add email address, select Add, then confirm the email.</a:t>
            </a:r>
            <a:endParaRPr sz="2300" b="0">
              <a:solidFill>
                <a:srgbClr val="53656D"/>
              </a:solidFill>
              <a:latin typeface="Meiryo"/>
              <a:ea typeface="Meiryo"/>
              <a:cs typeface="Meiryo"/>
            </a:endParaRPr>
          </a:p>
          <a:p>
            <a:pPr>
              <a:lnSpc>
                <a:spcPct val="100000"/>
              </a:lnSpc>
              <a:spcBef>
                <a:spcPts val="0"/>
              </a:spcBef>
              <a:spcAft>
                <a:spcPts val="0"/>
              </a:spcAft>
              <a:buNone/>
              <a:defRPr sz="1063" b="0">
                <a:solidFill>
                  <a:srgbClr val="53656D"/>
                </a:solidFill>
                <a:latin typeface="Meiryo"/>
                <a:ea typeface="Meiryo"/>
                <a:cs typeface="Meiryo"/>
              </a:defRPr>
            </a:pPr>
            <a:r>
              <a:rPr sz="1063" b="0">
                <a:solidFill>
                  <a:srgbClr val="53656D"/>
                </a:solidFill>
                <a:latin typeface="Meiryo"/>
                <a:ea typeface="Meiryo"/>
                <a:cs typeface="Meiryo"/>
              </a:rPr>
              <a:t>Skip this if your university email is already your Primary email address.</a:t>
            </a:r>
            <a:endParaRPr sz="2300" b="0">
              <a:solidFill>
                <a:srgbClr val="53656D"/>
              </a:solidFill>
              <a:latin typeface="Meiryo"/>
              <a:ea typeface="Meiryo"/>
              <a:cs typeface="Meiryo"/>
            </a:endParaRPr>
          </a:p>
        </p:txBody>
      </p:sp>
      <p:sp>
        <p:nvSpPr>
          <p:cNvPr id="15" name="Oval 14"/>
          <p:cNvSpPr/>
          <p:nvPr/>
        </p:nvSpPr>
        <p:spPr>
          <a:xfrm>
            <a:off x="749808" y="4315395"/>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number:3"/>
          <p:cNvSpPr txBox="1"/>
          <p:nvPr/>
        </p:nvSpPr>
        <p:spPr>
          <a:xfrm>
            <a:off x="749808" y="4346964"/>
            <a:ext cx="374904" cy="374904"/>
          </a:xfrm>
          <a:prstGeom prst="rect">
            <a:avLst/>
          </a:prstGeom>
          <a:noFill/>
        </p:spPr>
        <p:txBody>
          <a:bodyPr wrap="none" lIns="0" tIns="0" rIns="0" bIns="0" anchor="t">
            <a:spAutoFit/>
          </a:bodyPr>
          <a:lstStyle/>
          <a:p>
            <a:pPr algn="ctr">
              <a:lnSpc>
                <a:spcPct val="114000"/>
              </a:lnSpc>
              <a:spcBef>
                <a:spcPts val="0"/>
              </a:spcBef>
              <a:spcAft>
                <a:spcPts val="0"/>
              </a:spcAft>
              <a:defRPr sz="1900" b="1">
                <a:solidFill>
                  <a:srgbClr val="FFFFFF"/>
                </a:solidFill>
                <a:latin typeface="Meiryo"/>
              </a:defRPr>
            </a:pPr>
            <a:r>
              <a:rPr sz="1900" b="1" dirty="0">
                <a:solidFill>
                  <a:srgbClr val="FFFFFF"/>
                </a:solidFill>
                <a:latin typeface="Meiryo"/>
                <a:ea typeface="Meiryo"/>
                <a:cs typeface="Meiryo"/>
              </a:rPr>
              <a:t>3</a:t>
            </a:r>
          </a:p>
        </p:txBody>
      </p:sp>
      <p:sp>
        <p:nvSpPr>
          <p:cNvPr id="17" name="body:Check Keep my email addresses private."/>
          <p:cNvSpPr txBox="1"/>
          <p:nvPr/>
        </p:nvSpPr>
        <p:spPr>
          <a:xfrm>
            <a:off x="1325880" y="4306251"/>
            <a:ext cx="9893807" cy="459485"/>
          </a:xfrm>
          <a:prstGeom prst="rect">
            <a:avLst/>
          </a:prstGeom>
          <a:noFill/>
        </p:spPr>
        <p:txBody>
          <a:bodyPr wrap="none" lIns="0" tIns="0" rIns="0" bIns="0" anchor="t">
            <a:spAutoFit/>
          </a:bodyPr>
          <a:lstStyle/>
          <a:p>
            <a:pPr>
              <a:lnSpc>
                <a:spcPct val="114000"/>
              </a:lnSpc>
              <a:spcBef>
                <a:spcPts val="0"/>
              </a:spcBef>
              <a:spcAft>
                <a:spcPts val="0"/>
              </a:spcAft>
              <a:buNone/>
              <a:defRPr sz="2700" b="1">
                <a:solidFill>
                  <a:srgbClr val="1D343E"/>
                </a:solidFill>
                <a:latin typeface="Meiryo"/>
                <a:ea typeface="Meiryo"/>
                <a:cs typeface="Meiryo"/>
              </a:defRPr>
            </a:pPr>
            <a:r>
              <a:rPr sz="2700" b="1">
                <a:solidFill>
                  <a:srgbClr val="1D343E"/>
                </a:solidFill>
                <a:latin typeface="Meiryo"/>
                <a:ea typeface="Meiryo"/>
                <a:cs typeface="Meiryo"/>
              </a:rPr>
              <a:t>Check Keep my email addresses private.</a:t>
            </a:r>
          </a:p>
        </p:txBody>
      </p:sp>
      <p:sp>
        <p:nvSpPr>
          <p:cNvPr id="18" name="body:Tick the box and check that your university email shows Verified."/>
          <p:cNvSpPr txBox="1"/>
          <p:nvPr/>
        </p:nvSpPr>
        <p:spPr>
          <a:xfrm>
            <a:off x="1325880" y="4829745"/>
            <a:ext cx="9893807" cy="399542"/>
          </a:xfrm>
          <a:prstGeom prst="rect">
            <a:avLst/>
          </a:prstGeom>
          <a:noFill/>
        </p:spPr>
        <p:txBody>
          <a:bodyPr wrap="none" lIns="0" tIns="0" rIns="0" bIns="0" anchor="t">
            <a:noAutofit/>
          </a:bodyPr>
          <a:lstStyle/>
          <a:p>
            <a:pPr>
              <a:lnSpc>
                <a:spcPct val="114000"/>
              </a:lnSpc>
              <a:spcBef>
                <a:spcPts val="0"/>
              </a:spcBef>
              <a:spcAft>
                <a:spcPts val="0"/>
              </a:spcAft>
              <a:buNone/>
              <a:defRPr sz="2225" b="0">
                <a:solidFill>
                  <a:srgbClr val="53656D"/>
                </a:solidFill>
                <a:latin typeface="Meiryo"/>
                <a:ea typeface="Meiryo"/>
                <a:cs typeface="Meiryo"/>
              </a:defRPr>
            </a:pPr>
            <a:r>
              <a:rPr sz="2225" b="0">
                <a:solidFill>
                  <a:srgbClr val="53656D"/>
                </a:solidFill>
                <a:latin typeface="Meiryo"/>
                <a:ea typeface="Meiryo"/>
                <a:cs typeface="Meiryo"/>
              </a:rPr>
              <a:t>Tick the box and check that your university email shows Verified.</a:t>
            </a:r>
          </a:p>
        </p:txBody>
      </p:sp>
      <p:sp>
        <p:nvSpPr>
          <p:cNvPr id="19" name="Rectangle 18"/>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ircle-check_007F80.png"/>
          <p:cNvPicPr>
            <a:picLocks noChangeAspect="1"/>
          </p:cNvPicPr>
          <p:nvPr/>
        </p:nvPicPr>
        <p:blipFill>
          <a:blip r:embed="rId4"/>
          <a:stretch>
            <a:fillRect/>
          </a:stretch>
        </p:blipFill>
        <p:spPr>
          <a:xfrm>
            <a:off x="749808" y="5751576"/>
            <a:ext cx="283464" cy="283464"/>
          </a:xfrm>
          <a:prstGeom prst="rect">
            <a:avLst/>
          </a:prstGeom>
        </p:spPr>
      </p:pic>
      <p:sp>
        <p:nvSpPr>
          <p:cNvPr id="21" name="result:You can keep your usual primary email address."/>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buNone/>
              <a:defRPr sz="2200" b="0">
                <a:solidFill>
                  <a:srgbClr val="1D343E"/>
                </a:solidFill>
                <a:latin typeface="Meiryo"/>
                <a:ea typeface="Meiryo"/>
                <a:cs typeface="Meiryo"/>
              </a:defRPr>
            </a:pPr>
            <a:r>
              <a:rPr sz="2200" b="0">
                <a:solidFill>
                  <a:srgbClr val="1D343E"/>
                </a:solidFill>
                <a:latin typeface="Meiryo"/>
                <a:ea typeface="Meiryo"/>
                <a:cs typeface="Meiryo"/>
              </a:rPr>
              <a:t>You can keep your usual primary email address.</a:t>
            </a:r>
          </a:p>
        </p:txBody>
      </p:sp>
      <p:sp>
        <p:nvSpPr>
          <p:cNvPr id="22" name="tag:Setup checklist">
            <a:hlinkClick action="ppaction://hlinksldjump" r:id="rId5"/>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buNone/>
              <a:defRPr sz="1575" b="0">
                <a:solidFill>
                  <a:srgbClr val="007F80"/>
                </a:solidFill>
                <a:latin typeface="Meiryo"/>
                <a:ea typeface="Meiryo"/>
                <a:cs typeface="Meiryo"/>
              </a:defRPr>
            </a:pPr>
            <a:r>
              <a:rPr sz="1575" b="0">
                <a:solidFill>
                  <a:srgbClr val="007F80"/>
                </a:solidFill>
                <a:latin typeface="Meiryo"/>
                <a:ea typeface="Meiryo"/>
                <a:cs typeface="Meiryo"/>
              </a:rPr>
              <a:t>Setup checklist</a:t>
            </a:r>
          </a:p>
        </p:txBody>
      </p:sp>
      <p:sp>
        <p:nvSpPr>
          <p:cNvPr id="23" name="footer:AI and Data Literacy    Initial setup"/>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 and Data Literacy    Initial setup</a:t>
            </a:r>
          </a:p>
        </p:txBody>
      </p:sp>
      <p:sp>
        <p:nvSpPr>
          <p:cNvPr id="24" name="footer:08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08 / 37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1 / 5    Accounts"/>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buNone/>
              <a:defRPr sz="1800" b="1">
                <a:solidFill>
                  <a:srgbClr val="007F80"/>
                </a:solidFill>
                <a:latin typeface="Meiryo"/>
                <a:ea typeface="Meiryo"/>
                <a:cs typeface="Meiryo"/>
              </a:defRPr>
            </a:pPr>
            <a:r>
              <a:rPr sz="1800" b="1">
                <a:solidFill>
                  <a:srgbClr val="007F80"/>
                </a:solidFill>
                <a:latin typeface="Meiryo"/>
                <a:ea typeface="Meiryo"/>
                <a:cs typeface="Meiryo"/>
              </a:rPr>
              <a:t>1 / 5    Accounts</a:t>
            </a:r>
          </a:p>
        </p:txBody>
      </p:sp>
      <p:sp>
        <p:nvSpPr>
          <p:cNvPr id="4" name="title:Finding your username"/>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buNone/>
              <a:defRPr sz="3400" b="1">
                <a:solidFill>
                  <a:srgbClr val="1D343E"/>
                </a:solidFill>
                <a:latin typeface="Meiryo"/>
                <a:ea typeface="Meiryo"/>
                <a:cs typeface="Meiryo"/>
              </a:defRPr>
            </a:pPr>
            <a:r>
              <a:rPr sz="3400" b="1">
                <a:solidFill>
                  <a:srgbClr val="1D343E"/>
                </a:solidFill>
                <a:latin typeface="Meiryo"/>
                <a:ea typeface="Meiryo"/>
                <a:cs typeface="Meiryo"/>
              </a:rPr>
              <a:t>Finding your username</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le-text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700784"/>
            <a:ext cx="6565392" cy="3538728"/>
          </a:xfrm>
          <a:prstGeom prst="rect">
            <a:avLst/>
          </a:prstGeom>
          <a:solidFill>
            <a:srgbClr val="F5F7F8"/>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700784"/>
            <a:ext cx="6565392" cy="50292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ag:Profile"/>
          <p:cNvSpPr txBox="1"/>
          <p:nvPr/>
        </p:nvSpPr>
        <p:spPr>
          <a:xfrm>
            <a:off x="795528" y="1787652"/>
            <a:ext cx="6163055" cy="387858"/>
          </a:xfrm>
          <a:prstGeom prst="rect">
            <a:avLst/>
          </a:prstGeom>
          <a:noFill/>
        </p:spPr>
        <p:txBody>
          <a:bodyPr wrap="none" lIns="0" tIns="0" rIns="0" bIns="0" anchor="t">
            <a:noAutofit/>
          </a:bodyPr>
          <a:lstStyle/>
          <a:p>
            <a:pPr>
              <a:lnSpc>
                <a:spcPct val="114000"/>
              </a:lnSpc>
              <a:spcBef>
                <a:spcPts val="0"/>
              </a:spcBef>
              <a:spcAft>
                <a:spcPts val="0"/>
              </a:spcAft>
              <a:buNone/>
              <a:defRPr sz="2100" b="0">
                <a:solidFill>
                  <a:srgbClr val="506772"/>
                </a:solidFill>
                <a:latin typeface="Meiryo"/>
                <a:ea typeface="Meiryo"/>
                <a:cs typeface="Meiryo"/>
              </a:defRPr>
            </a:pPr>
            <a:r>
              <a:rPr sz="2100" b="0">
                <a:solidFill>
                  <a:srgbClr val="506772"/>
                </a:solidFill>
                <a:latin typeface="Meiryo"/>
                <a:ea typeface="Meiryo"/>
                <a:cs typeface="Meiryo"/>
              </a:rPr>
              <a:t>Profile</a:t>
            </a:r>
          </a:p>
        </p:txBody>
      </p:sp>
      <p:sp>
        <p:nvSpPr>
          <p:cNvPr id="10" name="tag:Your profile URL"/>
          <p:cNvSpPr txBox="1"/>
          <p:nvPr/>
        </p:nvSpPr>
        <p:spPr>
          <a:xfrm>
            <a:off x="841248" y="2423160"/>
            <a:ext cx="6071616" cy="357886"/>
          </a:xfrm>
          <a:prstGeom prst="rect">
            <a:avLst/>
          </a:prstGeom>
          <a:noFill/>
        </p:spPr>
        <p:txBody>
          <a:bodyPr wrap="none" lIns="0" tIns="0" rIns="0" bIns="0" anchor="t">
            <a:spAutoFit/>
          </a:bodyPr>
          <a:lstStyle/>
          <a:p>
            <a:pPr>
              <a:lnSpc>
                <a:spcPct val="114000"/>
              </a:lnSpc>
              <a:spcBef>
                <a:spcPts val="0"/>
              </a:spcBef>
              <a:spcAft>
                <a:spcPts val="0"/>
              </a:spcAft>
              <a:buNone/>
              <a:defRPr sz="1900" b="0">
                <a:solidFill>
                  <a:srgbClr val="53656D"/>
                </a:solidFill>
                <a:latin typeface="Meiryo"/>
                <a:ea typeface="Meiryo"/>
                <a:cs typeface="Meiryo"/>
              </a:defRPr>
            </a:pPr>
            <a:r>
              <a:rPr sz="1900" b="0">
                <a:solidFill>
                  <a:srgbClr val="53656D"/>
                </a:solidFill>
                <a:latin typeface="Meiryo"/>
                <a:ea typeface="Meiryo"/>
                <a:cs typeface="Meiryo"/>
              </a:rPr>
              <a:t>Your profile URL</a:t>
            </a:r>
          </a:p>
        </p:txBody>
      </p:sp>
      <p:sp>
        <p:nvSpPr>
          <p:cNvPr id="11" name="Rectangle 10"/>
          <p:cNvSpPr/>
          <p:nvPr/>
        </p:nvSpPr>
        <p:spPr>
          <a:xfrm>
            <a:off x="841248" y="2761488"/>
            <a:ext cx="6071616" cy="576072"/>
          </a:xfrm>
          <a:prstGeom prst="rect">
            <a:avLst/>
          </a:prstGeom>
          <a:solidFill>
            <a:srgbClr val="FFFFFF"/>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input:github.com/example-student"/>
          <p:cNvSpPr txBox="1"/>
          <p:nvPr/>
        </p:nvSpPr>
        <p:spPr>
          <a:xfrm>
            <a:off x="978408" y="2852928"/>
            <a:ext cx="5797296" cy="438912"/>
          </a:xfrm>
          <a:prstGeom prst="rect">
            <a:avLst/>
          </a:prstGeom>
          <a:noFill/>
        </p:spPr>
        <p:txBody>
          <a:bodyPr wrap="none" lIns="0" tIns="0" rIns="0" bIns="0" anchor="t">
            <a:spAutoFit/>
          </a:bodyPr>
          <a:lstStyle/>
          <a:p>
            <a:pPr>
              <a:lnSpc>
                <a:spcPct val="114000"/>
              </a:lnSpc>
              <a:spcBef>
                <a:spcPts val="0"/>
              </a:spcBef>
              <a:spcAft>
                <a:spcPts val="0"/>
              </a:spcAft>
              <a:defRPr sz="2500" b="0">
                <a:solidFill>
                  <a:srgbClr val="1D343E"/>
                </a:solidFill>
                <a:latin typeface="Meiryo"/>
              </a:defRPr>
            </a:pPr>
            <a:r>
              <a:rPr sz="2500" b="0">
                <a:solidFill>
                  <a:srgbClr val="1D343E"/>
                </a:solidFill>
                <a:latin typeface="Meiryo"/>
                <a:ea typeface="Meiryo"/>
                <a:cs typeface="Meiryo"/>
              </a:rPr>
              <a:t>github.com/example-student</a:t>
            </a:r>
          </a:p>
        </p:txBody>
      </p:sp>
      <p:sp>
        <p:nvSpPr>
          <p:cNvPr id="13" name="tag:Name to enter in registration"/>
          <p:cNvSpPr txBox="1"/>
          <p:nvPr/>
        </p:nvSpPr>
        <p:spPr>
          <a:xfrm>
            <a:off x="841248" y="3520440"/>
            <a:ext cx="6071616" cy="357886"/>
          </a:xfrm>
          <a:prstGeom prst="rect">
            <a:avLst/>
          </a:prstGeom>
          <a:noFill/>
        </p:spPr>
        <p:txBody>
          <a:bodyPr wrap="none" lIns="0" tIns="0" rIns="0" bIns="0" anchor="t">
            <a:spAutoFit/>
          </a:bodyPr>
          <a:lstStyle/>
          <a:p>
            <a:pPr>
              <a:lnSpc>
                <a:spcPct val="114000"/>
              </a:lnSpc>
              <a:spcBef>
                <a:spcPts val="0"/>
              </a:spcBef>
              <a:spcAft>
                <a:spcPts val="0"/>
              </a:spcAft>
              <a:buNone/>
              <a:defRPr sz="1900" b="0">
                <a:solidFill>
                  <a:srgbClr val="53656D"/>
                </a:solidFill>
                <a:latin typeface="Meiryo"/>
                <a:ea typeface="Meiryo"/>
                <a:cs typeface="Meiryo"/>
              </a:defRPr>
            </a:pPr>
            <a:r>
              <a:rPr sz="1900" b="0">
                <a:solidFill>
                  <a:srgbClr val="53656D"/>
                </a:solidFill>
                <a:latin typeface="Meiryo"/>
                <a:ea typeface="Meiryo"/>
                <a:cs typeface="Meiryo"/>
              </a:rPr>
              <a:t>Name to enter in registration</a:t>
            </a:r>
          </a:p>
        </p:txBody>
      </p:sp>
      <p:sp>
        <p:nvSpPr>
          <p:cNvPr id="14" name="Rectangle 13"/>
          <p:cNvSpPr/>
          <p:nvPr/>
        </p:nvSpPr>
        <p:spPr>
          <a:xfrm>
            <a:off x="841248" y="3858768"/>
            <a:ext cx="6071616" cy="576072"/>
          </a:xfrm>
          <a:prstGeom prst="rect">
            <a:avLst/>
          </a:prstGeom>
          <a:solidFill>
            <a:srgbClr val="FFFFFF"/>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nput:example-student"/>
          <p:cNvSpPr txBox="1"/>
          <p:nvPr/>
        </p:nvSpPr>
        <p:spPr>
          <a:xfrm>
            <a:off x="978408" y="3950208"/>
            <a:ext cx="5797296" cy="438912"/>
          </a:xfrm>
          <a:prstGeom prst="rect">
            <a:avLst/>
          </a:prstGeom>
          <a:noFill/>
        </p:spPr>
        <p:txBody>
          <a:bodyPr wrap="none" lIns="0" tIns="0" rIns="0" bIns="0" anchor="t">
            <a:spAutoFit/>
          </a:bodyPr>
          <a:lstStyle/>
          <a:p>
            <a:pPr>
              <a:lnSpc>
                <a:spcPct val="114000"/>
              </a:lnSpc>
              <a:spcBef>
                <a:spcPts val="0"/>
              </a:spcBef>
              <a:spcAft>
                <a:spcPts val="0"/>
              </a:spcAft>
              <a:defRPr sz="2500" b="0">
                <a:solidFill>
                  <a:srgbClr val="1D343E"/>
                </a:solidFill>
                <a:latin typeface="Meiryo"/>
              </a:defRPr>
            </a:pPr>
            <a:r>
              <a:rPr sz="2500" b="0">
                <a:solidFill>
                  <a:srgbClr val="1D343E"/>
                </a:solidFill>
                <a:latin typeface="Meiryo"/>
                <a:ea typeface="Meiryo"/>
                <a:cs typeface="Meiryo"/>
              </a:rPr>
              <a:t>example-student</a:t>
            </a:r>
          </a:p>
        </p:txBody>
      </p:sp>
      <p:sp>
        <p:nvSpPr>
          <p:cNvPr id="16" name="caption:Diagram showing the fields to use"/>
          <p:cNvSpPr txBox="1"/>
          <p:nvPr/>
        </p:nvSpPr>
        <p:spPr>
          <a:xfrm>
            <a:off x="731520" y="5294376"/>
            <a:ext cx="6291072" cy="342900"/>
          </a:xfrm>
          <a:prstGeom prst="rect">
            <a:avLst/>
          </a:prstGeom>
          <a:noFill/>
        </p:spPr>
        <p:txBody>
          <a:bodyPr wrap="none" lIns="0" rIns="0" t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Diagram showing the fields to use</a:t>
            </a:r>
          </a:p>
        </p:txBody>
      </p:sp>
      <p:sp>
        <p:nvSpPr>
          <p:cNvPr id="17" name="Oval 16"/>
          <p:cNvSpPr/>
          <p:nvPr/>
        </p:nvSpPr>
        <p:spPr>
          <a:xfrm>
            <a:off x="7406640" y="1728216"/>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number:1"/>
          <p:cNvSpPr txBox="1"/>
          <p:nvPr/>
        </p:nvSpPr>
        <p:spPr>
          <a:xfrm>
            <a:off x="7406640" y="1751075"/>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9" name="body:Open Profile at the top right."/>
          <p:cNvSpPr txBox="1"/>
          <p:nvPr/>
        </p:nvSpPr>
        <p:spPr>
          <a:xfrm>
            <a:off x="7982711" y="1719072"/>
            <a:ext cx="3678065" cy="438582"/>
          </a:xfrm>
          <a:prstGeom prst="rect">
            <a:avLst/>
          </a:prstGeom>
          <a:noFill/>
        </p:spPr>
        <p:txBody>
          <a:bodyPr wrap="none" lIns="0" tIns="0" rIns="0" bIns="0" anchor="t">
            <a:noAutofit/>
          </a:bodyPr>
          <a:lstStyle/>
          <a:p>
            <a:pPr>
              <a:lnSpc>
                <a:spcPct val="114000"/>
              </a:lnSpc>
              <a:spcBef>
                <a:spcPts val="0"/>
              </a:spcBef>
              <a:spcAft>
                <a:spcPts val="0"/>
              </a:spcAft>
              <a:buNone/>
              <a:defRPr sz="1713" b="1">
                <a:solidFill>
                  <a:srgbClr val="19313D"/>
                </a:solidFill>
                <a:latin typeface="Meiryo"/>
                <a:ea typeface="Meiryo"/>
                <a:cs typeface="Meiryo"/>
              </a:defRPr>
            </a:pPr>
            <a:r>
              <a:rPr sz="1713" b="1">
                <a:solidFill>
                  <a:srgbClr val="19313D"/>
                </a:solidFill>
                <a:latin typeface="Meiryo"/>
                <a:ea typeface="Meiryo"/>
                <a:cs typeface="Meiryo"/>
              </a:rPr>
              <a:t>Open Profile at the top right.</a:t>
            </a:r>
          </a:p>
        </p:txBody>
      </p:sp>
      <p:sp>
        <p:nvSpPr>
          <p:cNvPr id="20" name="Oval 19"/>
          <p:cNvSpPr/>
          <p:nvPr/>
        </p:nvSpPr>
        <p:spPr>
          <a:xfrm>
            <a:off x="7406640" y="2564653"/>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number:2"/>
          <p:cNvSpPr txBox="1"/>
          <p:nvPr/>
        </p:nvSpPr>
        <p:spPr>
          <a:xfrm>
            <a:off x="7406640" y="2587512"/>
            <a:ext cx="374904" cy="374904"/>
          </a:xfrm>
          <a:prstGeom prst="rect">
            <a:avLst/>
          </a:prstGeom>
          <a:noFill/>
        </p:spPr>
        <p:txBody>
          <a:bodyPr wrap="none" lIns="0" tIns="0" r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22" name="body:The last part of the URL&#10;is your username."/>
          <p:cNvSpPr txBox="1"/>
          <p:nvPr/>
        </p:nvSpPr>
        <p:spPr>
          <a:xfrm>
            <a:off x="7982712" y="2555509"/>
            <a:ext cx="3614772" cy="1315745"/>
          </a:xfrm>
          <a:prstGeom prst="rect">
            <a:avLst/>
          </a:prstGeom>
          <a:noFill/>
        </p:spPr>
        <p:txBody>
          <a:bodyPr wrap="none" lIns="0" tIns="0" rIns="0" bIns="0" anchor="t">
            <a:spAutoFit/>
          </a:bodyPr>
          <a:lstStyle/>
          <a:p>
            <a:pPr>
              <a:lnSpc>
                <a:spcPct val="114000"/>
              </a:lnSpc>
              <a:spcBef>
                <a:spcPts val="0"/>
              </a:spcBef>
              <a:spcAft>
                <a:spcPts val="0"/>
              </a:spcAft>
              <a:buNone/>
              <a:defRPr sz="2088" b="1">
                <a:solidFill>
                  <a:srgbClr val="1D343E"/>
                </a:solidFill>
                <a:latin typeface="Meiryo"/>
                <a:ea typeface="Meiryo"/>
                <a:cs typeface="Meiryo"/>
              </a:defRPr>
            </a:pPr>
            <a:r>
              <a:rPr sz="2088" b="1">
                <a:solidFill>
                  <a:srgbClr val="1D343E"/>
                </a:solidFill>
                <a:latin typeface="Meiryo"/>
                <a:ea typeface="Meiryo"/>
                <a:cs typeface="Meiryo"/>
              </a:rPr>
              <a:t>The last part of the URL</a:t>
            </a:r>
            <a:endParaRPr sz="2500" b="1">
              <a:solidFill>
                <a:srgbClr val="1D343E"/>
              </a:solidFill>
              <a:latin typeface="Meiryo"/>
              <a:ea typeface="Meiryo"/>
              <a:cs typeface="Meiryo"/>
            </a:endParaRPr>
          </a:p>
          <a:p>
            <a:pPr>
              <a:lnSpc>
                <a:spcPct val="114000"/>
              </a:lnSpc>
              <a:spcBef>
                <a:spcPts val="0"/>
              </a:spcBef>
              <a:spcAft>
                <a:spcPts val="0"/>
              </a:spcAft>
              <a:buNone/>
              <a:defRPr sz="2088" b="1">
                <a:solidFill>
                  <a:srgbClr val="1D343E"/>
                </a:solidFill>
                <a:latin typeface="Meiryo"/>
                <a:ea typeface="Meiryo"/>
                <a:cs typeface="Meiryo"/>
              </a:defRPr>
            </a:pPr>
            <a:r>
              <a:rPr sz="2088" b="1">
                <a:solidFill>
                  <a:srgbClr val="1D343E"/>
                </a:solidFill>
                <a:latin typeface="Meiryo"/>
                <a:ea typeface="Meiryo"/>
                <a:cs typeface="Meiryo"/>
              </a:rPr>
              <a:t>is your username.</a:t>
            </a:r>
            <a:endParaRPr sz="2500" b="1">
              <a:solidFill>
                <a:srgbClr val="1D343E"/>
              </a:solidFill>
              <a:latin typeface="Meiryo"/>
              <a:ea typeface="Meiryo"/>
              <a:cs typeface="Meiryo"/>
            </a:endParaRPr>
          </a:p>
        </p:txBody>
      </p:sp>
      <p:sp>
        <p:nvSpPr>
          <p:cNvPr id="23" name="Oval 22"/>
          <p:cNvSpPr/>
          <p:nvPr/>
        </p:nvSpPr>
        <p:spPr>
          <a:xfrm>
            <a:off x="7406640" y="3885184"/>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umber:3"/>
          <p:cNvSpPr txBox="1"/>
          <p:nvPr/>
        </p:nvSpPr>
        <p:spPr>
          <a:xfrm>
            <a:off x="7406640" y="3908044"/>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3</a:t>
            </a:r>
          </a:p>
        </p:txBody>
      </p:sp>
      <p:sp>
        <p:nvSpPr>
          <p:cNvPr id="25" name="body:Write down your username.&#10;You will use it&#10;for registration."/>
          <p:cNvSpPr txBox="1"/>
          <p:nvPr/>
        </p:nvSpPr>
        <p:spPr>
          <a:xfrm>
            <a:off x="7982712" y="3876040"/>
            <a:ext cx="3557015" cy="1178814"/>
          </a:xfrm>
          <a:prstGeom prst="rect">
            <a:avLst/>
          </a:prstGeom>
          <a:noFill/>
        </p:spPr>
        <p:txBody>
          <a:bodyPr wrap="none" lIns="0" rIns="0" tIns="0" bIns="0" anchor="t">
            <a:spAutoFit/>
          </a:bodyPr>
          <a:lstStyle/>
          <a:p>
            <a:pPr>
              <a:lnSpc>
                <a:spcPct val="114000"/>
              </a:lnSpc>
              <a:spcBef>
                <a:spcPts val="0"/>
              </a:spcBef>
              <a:spcAft>
                <a:spcPts val="0"/>
              </a:spcAft>
              <a:buNone/>
              <a:defRPr sz="1713" b="1">
                <a:solidFill>
                  <a:srgbClr val="1D343E"/>
                </a:solidFill>
                <a:latin typeface="Meiryo"/>
                <a:ea typeface="Meiryo"/>
                <a:cs typeface="Meiryo"/>
              </a:defRPr>
            </a:pPr>
            <a:r>
              <a:rPr sz="1713" b="1">
                <a:solidFill>
                  <a:srgbClr val="1D343E"/>
                </a:solidFill>
                <a:latin typeface="Meiryo"/>
                <a:ea typeface="Meiryo"/>
                <a:cs typeface="Meiryo"/>
              </a:rPr>
              <a:t>Write down your username.</a:t>
            </a:r>
          </a:p>
          <a:p>
            <a:pPr>
              <a:lnSpc>
                <a:spcPct val="114000"/>
              </a:lnSpc>
              <a:spcBef>
                <a:spcPts val="0"/>
              </a:spcBef>
              <a:spcAft>
                <a:spcPts val="0"/>
              </a:spcAft>
              <a:buNone/>
              <a:defRPr sz="1713" b="1">
                <a:solidFill>
                  <a:srgbClr val="1D343E"/>
                </a:solidFill>
                <a:latin typeface="Meiryo"/>
                <a:ea typeface="Meiryo"/>
                <a:cs typeface="Meiryo"/>
              </a:defRPr>
            </a:pPr>
            <a:r>
              <a:rPr sz="1713" b="1">
                <a:solidFill>
                  <a:srgbClr val="1D343E"/>
                </a:solidFill>
                <a:latin typeface="Meiryo"/>
                <a:ea typeface="Meiryo"/>
                <a:cs typeface="Meiryo"/>
              </a:rPr>
              <a:t>You will use it</a:t>
            </a:r>
          </a:p>
          <a:p>
            <a:pPr>
              <a:lnSpc>
                <a:spcPct val="114000"/>
              </a:lnSpc>
              <a:spcBef>
                <a:spcPts val="0"/>
              </a:spcBef>
              <a:spcAft>
                <a:spcPts val="0"/>
              </a:spcAft>
              <a:buNone/>
              <a:defRPr sz="1713" b="1">
                <a:solidFill>
                  <a:srgbClr val="1D343E"/>
                </a:solidFill>
                <a:latin typeface="Meiryo"/>
                <a:ea typeface="Meiryo"/>
                <a:cs typeface="Meiryo"/>
              </a:defRPr>
            </a:pPr>
            <a:r>
              <a:rPr sz="1713" b="1">
                <a:solidFill>
                  <a:srgbClr val="1D343E"/>
                </a:solidFill>
                <a:latin typeface="Meiryo"/>
                <a:ea typeface="Meiryo"/>
                <a:cs typeface="Meiryo"/>
              </a:rPr>
              <a:t>for registration.</a:t>
            </a:r>
          </a:p>
        </p:txBody>
      </p:sp>
      <p:sp>
        <p:nvSpPr>
          <p:cNvPr id="26" name="Rectangle 25"/>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circle-check_007F80.png"/>
          <p:cNvPicPr>
            <a:picLocks noChangeAspect="1"/>
          </p:cNvPicPr>
          <p:nvPr/>
        </p:nvPicPr>
        <p:blipFill>
          <a:blip r:embed="rId4"/>
          <a:stretch>
            <a:fillRect/>
          </a:stretch>
        </p:blipFill>
        <p:spPr>
          <a:xfrm>
            <a:off x="749808" y="5751576"/>
            <a:ext cx="283464" cy="283464"/>
          </a:xfrm>
          <a:prstGeom prst="rect">
            <a:avLst/>
          </a:prstGeom>
        </p:spPr>
      </p:pic>
      <p:sp>
        <p:nvSpPr>
          <p:cNvPr id="28" name="result:Use the name at the end of your profile URL, rather than your display name or email."/>
          <p:cNvSpPr txBox="1"/>
          <p:nvPr/>
        </p:nvSpPr>
        <p:spPr>
          <a:xfrm>
            <a:off x="1179576" y="5710428"/>
            <a:ext cx="10168128" cy="438912"/>
          </a:xfrm>
          <a:prstGeom prst="rect">
            <a:avLst/>
          </a:prstGeom>
          <a:noFill/>
        </p:spPr>
        <p:txBody>
          <a:bodyPr wrap="none" lIns="0" tIns="0" rIns="0" bIns="0" anchor="t">
            <a:spAutoFit/>
          </a:bodyPr>
          <a:lstStyle/>
          <a:p>
            <a:pPr>
              <a:lnSpc>
                <a:spcPct val="114000"/>
              </a:lnSpc>
              <a:spcBef>
                <a:spcPts val="0"/>
              </a:spcBef>
              <a:spcAft>
                <a:spcPts val="0"/>
              </a:spcAft>
              <a:buNone/>
              <a:defRPr sz="1713" b="0">
                <a:solidFill>
                  <a:srgbClr val="1D343E"/>
                </a:solidFill>
                <a:latin typeface="Meiryo"/>
                <a:ea typeface="Meiryo"/>
                <a:cs typeface="Meiryo"/>
              </a:defRPr>
            </a:pPr>
            <a:r>
              <a:rPr sz="1713" b="0">
                <a:solidFill>
                  <a:srgbClr val="1D343E"/>
                </a:solidFill>
                <a:latin typeface="Meiryo"/>
                <a:ea typeface="Meiryo"/>
                <a:cs typeface="Meiryo"/>
              </a:rPr>
              <a:t>Use the name at the end of your profile URL, rather than your display name or email.</a:t>
            </a:r>
          </a:p>
        </p:txBody>
      </p:sp>
      <p:sp>
        <p:nvSpPr>
          <p:cNvPr id="29" name="tag:Setup checklist">
            <a:hlinkClick action="ppaction://hlinksldjump" r:id="rId5"/>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buNone/>
              <a:defRPr sz="1575" b="0">
                <a:solidFill>
                  <a:srgbClr val="007F80"/>
                </a:solidFill>
                <a:latin typeface="Meiryo"/>
                <a:ea typeface="Meiryo"/>
                <a:cs typeface="Meiryo"/>
              </a:defRPr>
            </a:pPr>
            <a:r>
              <a:rPr sz="1575" b="0">
                <a:solidFill>
                  <a:srgbClr val="007F80"/>
                </a:solidFill>
                <a:latin typeface="Meiryo"/>
                <a:ea typeface="Meiryo"/>
                <a:cs typeface="Meiryo"/>
              </a:rPr>
              <a:t>Setup checklist</a:t>
            </a:r>
          </a:p>
        </p:txBody>
      </p:sp>
      <p:sp>
        <p:nvSpPr>
          <p:cNvPr id="30" name="footer:AI and Data Literacy    Initial setup"/>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 and Data Literacy    Initial setup</a:t>
            </a:r>
          </a:p>
        </p:txBody>
      </p:sp>
      <p:sp>
        <p:nvSpPr>
          <p:cNvPr id="31" name="footer:09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09 / 37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2 / 5    Repository"/>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buNone/>
              <a:defRPr sz="1800" b="1">
                <a:solidFill>
                  <a:srgbClr val="007F80"/>
                </a:solidFill>
                <a:latin typeface="Meiryo"/>
                <a:ea typeface="Meiryo"/>
                <a:cs typeface="Meiryo"/>
              </a:defRPr>
            </a:pPr>
            <a:r>
              <a:rPr sz="1800" b="1">
                <a:solidFill>
                  <a:srgbClr val="007F80"/>
                </a:solidFill>
                <a:latin typeface="Meiryo"/>
                <a:ea typeface="Meiryo"/>
                <a:cs typeface="Meiryo"/>
              </a:rPr>
              <a:t>2 / 5    Repository</a:t>
            </a:r>
          </a:p>
        </p:txBody>
      </p:sp>
      <p:sp>
        <p:nvSpPr>
          <p:cNvPr id="4" name="title:Your course's student template"/>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buNone/>
              <a:defRPr sz="3400" b="1">
                <a:solidFill>
                  <a:srgbClr val="1D343E"/>
                </a:solidFill>
                <a:latin typeface="Meiryo"/>
                <a:ea typeface="Meiryo"/>
                <a:cs typeface="Meiryo"/>
              </a:defRPr>
            </a:pPr>
            <a:r>
              <a:rPr sz="3400" b="1">
                <a:solidFill>
                  <a:srgbClr val="1D343E"/>
                </a:solidFill>
                <a:latin typeface="Meiryo"/>
                <a:ea typeface="Meiryo"/>
                <a:cs typeface="Meiryo"/>
              </a:rPr>
              <a:t>Your course's student template</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older_007F80.png"/>
          <p:cNvPicPr>
            <a:picLocks noChangeAspect="1"/>
          </p:cNvPicPr>
          <p:nvPr/>
        </p:nvPicPr>
        <p:blipFill>
          <a:blip r:embed="rId2"/>
          <a:stretch>
            <a:fillRect/>
          </a:stretch>
        </p:blipFill>
        <p:spPr>
          <a:xfrm>
            <a:off x="11064240" y="740664"/>
            <a:ext cx="420624" cy="420624"/>
          </a:xfrm>
          <a:prstGeom prst="rect">
            <a:avLst/>
          </a:prstGeom>
        </p:spPr>
      </p:pic>
      <p:sp>
        <p:nvSpPr>
          <p:cNvPr id="7" name="caption:This is the instructor's public template. Sign in, then make your own copy."/>
          <p:cNvSpPr txBox="1"/>
          <p:nvPr/>
        </p:nvSpPr>
        <p:spPr>
          <a:xfrm>
            <a:off x="758952" y="1481328"/>
            <a:ext cx="10789920" cy="342900"/>
          </a:xfrm>
          <a:prstGeom prst="rect">
            <a:avLst/>
          </a:prstGeom>
          <a:noFill/>
        </p:spPr>
        <p:txBody>
          <a:bodyPr wrap="none" lIns="0" rIns="0" t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This is the instructor's public template. Sign in, then make your own copy.</a:t>
            </a:r>
          </a:p>
        </p:txBody>
      </p:sp>
      <p:sp>
        <p:nvSpPr>
          <p:cNvPr id="8" name="Rectangle 7"/>
          <p:cNvSpPr/>
          <p:nvPr/>
        </p:nvSpPr>
        <p:spPr>
          <a:xfrm>
            <a:off x="594360" y="1847088"/>
            <a:ext cx="11000232" cy="2990088"/>
          </a:xfrm>
          <a:prstGeom prst="rect">
            <a:avLst/>
          </a:prstGeom>
          <a:solidFill>
            <a:srgbClr val="F5F7F8"/>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v13_s07_img2.png"/>
          <p:cNvPicPr>
            <a:picLocks noChangeAspect="1"/>
          </p:cNvPicPr>
          <p:nvPr/>
        </p:nvPicPr>
        <p:blipFill>
          <a:blip r:embed="rId4"/>
          <a:stretch>
            <a:fillRect/>
          </a:stretch>
        </p:blipFill>
        <p:spPr>
          <a:xfrm>
            <a:off x="1272114" y="1947672"/>
            <a:ext cx="9644723" cy="2798064"/>
          </a:xfrm>
          <a:prstGeom prst="rect">
            <a:avLst/>
          </a:prstGeom>
        </p:spPr>
      </p:pic>
      <p:sp>
        <p:nvSpPr>
          <p:cNvPr id="10" name="Oval 9"/>
          <p:cNvSpPr/>
          <p:nvPr/>
        </p:nvSpPr>
        <p:spPr>
          <a:xfrm>
            <a:off x="758952" y="5047488"/>
            <a:ext cx="365760" cy="365760"/>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number:1"/>
          <p:cNvSpPr txBox="1"/>
          <p:nvPr/>
        </p:nvSpPr>
        <p:spPr>
          <a:xfrm>
            <a:off x="758952" y="5070348"/>
            <a:ext cx="365760" cy="365760"/>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2" name="body:Open the student template."/>
          <p:cNvSpPr txBox="1"/>
          <p:nvPr/>
        </p:nvSpPr>
        <p:spPr>
          <a:xfrm>
            <a:off x="1307592" y="5038344"/>
            <a:ext cx="4709160" cy="457200"/>
          </a:xfrm>
          <a:prstGeom prst="rect">
            <a:avLst/>
          </a:prstGeom>
          <a:noFill/>
        </p:spPr>
        <p:txBody>
          <a:bodyPr wrap="none" lIns="0" tIns="0" rIns="0" bIns="0" anchor="t">
            <a:noAutofit/>
          </a:bodyPr>
          <a:lstStyle/>
          <a:p>
            <a:pPr>
              <a:lnSpc>
                <a:spcPct val="114000"/>
              </a:lnSpc>
              <a:spcBef>
                <a:spcPts val="0"/>
              </a:spcBef>
              <a:spcAft>
                <a:spcPts val="0"/>
              </a:spcAft>
              <a:buNone/>
              <a:defRPr sz="2325" b="1">
                <a:solidFill>
                  <a:srgbClr val="007F83"/>
                </a:solidFill>
                <a:latin typeface="Meiryo"/>
                <a:ea typeface="Meiryo"/>
                <a:cs typeface="Meiryo"/>
              </a:defRPr>
            </a:pPr>
            <a:r>
              <a:rPr sz="2325" b="1" u="sng">
                <a:solidFill>
                  <a:srgbClr val="007F83"/>
                </a:solidFill>
                <a:latin typeface="Meiryo"/>
                <a:ea typeface="Meiryo"/>
                <a:cs typeface="Meiryo"/>
                <a:hlinkClick r:id="rIdHandson12"/>
              </a:rPr>
              <a:t>Open the student template.</a:t>
            </a:r>
          </a:p>
        </p:txBody>
      </p:sp>
      <p:sp>
        <p:nvSpPr>
          <p:cNvPr id="13" name="Oval 12"/>
          <p:cNvSpPr/>
          <p:nvPr/>
        </p:nvSpPr>
        <p:spPr>
          <a:xfrm>
            <a:off x="6382512" y="5047488"/>
            <a:ext cx="365760" cy="365760"/>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number:2"/>
          <p:cNvSpPr txBox="1"/>
          <p:nvPr/>
        </p:nvSpPr>
        <p:spPr>
          <a:xfrm>
            <a:off x="6382512" y="5070348"/>
            <a:ext cx="365760" cy="365760"/>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15" name="body:Find setup and the other folders."/>
          <p:cNvSpPr txBox="1"/>
          <p:nvPr/>
        </p:nvSpPr>
        <p:spPr>
          <a:xfrm>
            <a:off x="6931152" y="5038344"/>
            <a:ext cx="4709160" cy="457200"/>
          </a:xfrm>
          <a:prstGeom prst="rect">
            <a:avLst/>
          </a:prstGeom>
          <a:noFill/>
        </p:spPr>
        <p:txBody>
          <a:bodyPr wrap="none" lIns="0" rIns="0" tIns="0" bIns="0" anchor="t">
            <a:spAutoFit/>
          </a:bodyPr>
          <a:lstStyle/>
          <a:p>
            <a:pPr>
              <a:lnSpc>
                <a:spcPct val="114000"/>
              </a:lnSpc>
              <a:spcBef>
                <a:spcPts val="0"/>
              </a:spcBef>
              <a:spcAft>
                <a:spcPts val="0"/>
              </a:spcAft>
              <a:buNone/>
              <a:defRPr sz="1950" b="1">
                <a:solidFill>
                  <a:srgbClr val="1D343E"/>
                </a:solidFill>
                <a:latin typeface="Meiryo"/>
                <a:ea typeface="Meiryo"/>
                <a:cs typeface="Meiryo"/>
              </a:defRPr>
            </a:pPr>
            <a:r>
              <a:rPr sz="1950" b="1">
                <a:solidFill>
                  <a:srgbClr val="1D343E"/>
                </a:solidFill>
                <a:latin typeface="Meiryo"/>
                <a:ea typeface="Meiryo"/>
                <a:cs typeface="Meiryo"/>
              </a:rPr>
              <a:t>Find setup and the other folders.</a:t>
            </a:r>
          </a:p>
        </p:txBody>
      </p:sp>
      <p:sp>
        <p:nvSpPr>
          <p:cNvPr id="16" name="Rectangle 15"/>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ircle-check_007F80.png"/>
          <p:cNvPicPr>
            <a:picLocks noChangeAspect="1"/>
          </p:cNvPicPr>
          <p:nvPr/>
        </p:nvPicPr>
        <p:blipFill>
          <a:blip r:embed="rId5"/>
          <a:stretch>
            <a:fillRect/>
          </a:stretch>
        </p:blipFill>
        <p:spPr>
          <a:xfrm>
            <a:off x="749808" y="5751576"/>
            <a:ext cx="283464" cy="283464"/>
          </a:xfrm>
          <a:prstGeom prst="rect">
            <a:avLst/>
          </a:prstGeom>
        </p:spPr>
      </p:pic>
      <p:sp>
        <p:nvSpPr>
          <p:cNvPr id="18" name="result:Copy the template into your own repository before editing it."/>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buNone/>
              <a:defRPr sz="2200" b="0">
                <a:solidFill>
                  <a:srgbClr val="1D343E"/>
                </a:solidFill>
                <a:latin typeface="Meiryo"/>
                <a:ea typeface="Meiryo"/>
                <a:cs typeface="Meiryo"/>
              </a:defRPr>
            </a:pPr>
            <a:r>
              <a:rPr sz="2200" b="0">
                <a:solidFill>
                  <a:srgbClr val="1D343E"/>
                </a:solidFill>
                <a:latin typeface="Meiryo"/>
                <a:ea typeface="Meiryo"/>
                <a:cs typeface="Meiryo"/>
              </a:rPr>
              <a:t>Copy the template into your own repository before editing it.</a:t>
            </a:r>
          </a:p>
        </p:txBody>
      </p:sp>
      <p:sp>
        <p:nvSpPr>
          <p:cNvPr id="19" name="tag:Setup checklist">
            <a:hlinkClick action="ppaction://hlinksldjump" r:id="rId6"/>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buNone/>
              <a:defRPr sz="1575" b="0">
                <a:solidFill>
                  <a:srgbClr val="007F80"/>
                </a:solidFill>
                <a:latin typeface="Meiryo"/>
                <a:ea typeface="Meiryo"/>
                <a:cs typeface="Meiryo"/>
              </a:defRPr>
            </a:pPr>
            <a:r>
              <a:rPr sz="1575" b="0">
                <a:solidFill>
                  <a:srgbClr val="007F80"/>
                </a:solidFill>
                <a:latin typeface="Meiryo"/>
                <a:ea typeface="Meiryo"/>
                <a:cs typeface="Meiryo"/>
              </a:rPr>
              <a:t>Setup checklist</a:t>
            </a:r>
          </a:p>
        </p:txBody>
      </p:sp>
      <p:sp>
        <p:nvSpPr>
          <p:cNvPr id="20" name="footer:AI and Data Literacy    Initial setup"/>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 and Data Literacy    Initial setup</a:t>
            </a:r>
          </a:p>
        </p:txBody>
      </p:sp>
      <p:sp>
        <p:nvSpPr>
          <p:cNvPr id="21" name="footer:10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10 / 37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2 / 5    Repository"/>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buNone/>
              <a:defRPr sz="1800" b="1">
                <a:solidFill>
                  <a:srgbClr val="007F80"/>
                </a:solidFill>
                <a:latin typeface="Meiryo"/>
                <a:ea typeface="Meiryo"/>
                <a:cs typeface="Meiryo"/>
              </a:defRPr>
            </a:pPr>
            <a:r>
              <a:rPr sz="1800" b="1">
                <a:solidFill>
                  <a:srgbClr val="007F80"/>
                </a:solidFill>
                <a:latin typeface="Meiryo"/>
                <a:ea typeface="Meiryo"/>
                <a:cs typeface="Meiryo"/>
              </a:rPr>
              <a:t>2 / 5    Repository</a:t>
            </a:r>
          </a:p>
        </p:txBody>
      </p:sp>
      <p:sp>
        <p:nvSpPr>
          <p:cNvPr id="4" name="title:Copying with Use this template"/>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buNone/>
              <a:defRPr sz="3400" b="1">
                <a:solidFill>
                  <a:srgbClr val="1D343E"/>
                </a:solidFill>
                <a:latin typeface="Meiryo"/>
                <a:ea typeface="Meiryo"/>
                <a:cs typeface="Meiryo"/>
              </a:defRPr>
            </a:pPr>
            <a:r>
              <a:rPr sz="3400" b="1">
                <a:solidFill>
                  <a:srgbClr val="1D343E"/>
                </a:solidFill>
                <a:latin typeface="Meiryo"/>
                <a:ea typeface="Meiryo"/>
                <a:cs typeface="Meiryo"/>
              </a:rPr>
              <a:t>Copying with Use this template</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ouse-pointer-2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645920"/>
            <a:ext cx="6565392" cy="3575304"/>
          </a:xfrm>
          <a:prstGeom prst="rect">
            <a:avLst/>
          </a:prstGeom>
          <a:solidFill>
            <a:srgbClr val="F5F7F8"/>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v13_s08_img2.png"/>
          <p:cNvPicPr>
            <a:picLocks noChangeAspect="1"/>
          </p:cNvPicPr>
          <p:nvPr/>
        </p:nvPicPr>
        <p:blipFill>
          <a:blip r:embed="rId4"/>
          <a:stretch>
            <a:fillRect/>
          </a:stretch>
        </p:blipFill>
        <p:spPr>
          <a:xfrm>
            <a:off x="731520" y="2077151"/>
            <a:ext cx="6291072" cy="2657977"/>
          </a:xfrm>
          <a:prstGeom prst="rect">
            <a:avLst/>
          </a:prstGeom>
        </p:spPr>
      </p:pic>
      <p:sp>
        <p:nvSpPr>
          <p:cNvPr id="9" name="caption:Example from GitHub Docs"/>
          <p:cNvSpPr txBox="1"/>
          <p:nvPr/>
        </p:nvSpPr>
        <p:spPr>
          <a:xfrm>
            <a:off x="740664" y="5221224"/>
            <a:ext cx="6492240" cy="342900"/>
          </a:xfrm>
          <a:prstGeom prst="rect">
            <a:avLst/>
          </a:prstGeom>
          <a:noFill/>
        </p:spPr>
        <p:txBody>
          <a:bodyPr wrap="none" lIns="0" rIns="0" t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Example from GitHub Docs</a:t>
            </a:r>
          </a:p>
        </p:txBody>
      </p:sp>
      <p:sp>
        <p:nvSpPr>
          <p:cNvPr id="10" name="Oval 9"/>
          <p:cNvSpPr/>
          <p:nvPr/>
        </p:nvSpPr>
        <p:spPr>
          <a:xfrm>
            <a:off x="7406640" y="1728216"/>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number:1"/>
          <p:cNvSpPr txBox="1"/>
          <p:nvPr/>
        </p:nvSpPr>
        <p:spPr>
          <a:xfrm>
            <a:off x="7406640" y="1751075"/>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2" name="body:Select Use this template."/>
          <p:cNvSpPr txBox="1"/>
          <p:nvPr/>
        </p:nvSpPr>
        <p:spPr>
          <a:xfrm>
            <a:off x="7982712" y="1719072"/>
            <a:ext cx="3557015" cy="804164"/>
          </a:xfrm>
          <a:prstGeom prst="rect">
            <a:avLst/>
          </a:prstGeom>
          <a:noFill/>
        </p:spPr>
        <p:txBody>
          <a:bodyPr wrap="none" lIns="0" rIns="0" tIns="0" bIns="0" anchor="t">
            <a:spAutoFit/>
          </a:bodyPr>
          <a:lstStyle/>
          <a:p>
            <a:pPr>
              <a:lnSpc>
                <a:spcPct val="114000"/>
              </a:lnSpc>
              <a:spcBef>
                <a:spcPts val="0"/>
              </a:spcBef>
              <a:spcAft>
                <a:spcPts val="0"/>
              </a:spcAft>
              <a:buNone/>
              <a:defRPr sz="1938" b="1">
                <a:solidFill>
                  <a:srgbClr val="1D343E"/>
                </a:solidFill>
                <a:latin typeface="Meiryo"/>
                <a:ea typeface="Meiryo"/>
                <a:cs typeface="Meiryo"/>
              </a:defRPr>
            </a:pPr>
            <a:r>
              <a:rPr sz="1938" b="1">
                <a:solidFill>
                  <a:srgbClr val="1D343E"/>
                </a:solidFill>
                <a:latin typeface="Meiryo"/>
                <a:ea typeface="Meiryo"/>
                <a:cs typeface="Meiryo"/>
              </a:rPr>
              <a:t>Select Use this template.</a:t>
            </a:r>
          </a:p>
        </p:txBody>
      </p:sp>
      <p:sp>
        <p:nvSpPr>
          <p:cNvPr id="13" name="body:Sign in to GitHub first."/>
          <p:cNvSpPr txBox="1"/>
          <p:nvPr/>
        </p:nvSpPr>
        <p:spPr>
          <a:xfrm>
            <a:off x="7982712" y="2587243"/>
            <a:ext cx="3557015" cy="744220"/>
          </a:xfrm>
          <a:prstGeom prst="rect">
            <a:avLst/>
          </a:prstGeom>
          <a:noFill/>
        </p:spPr>
        <p:txBody>
          <a:bodyPr wrap="none" lIns="0" rIns="0" tIns="0" bIns="0" anchor="t">
            <a:spAutoFit/>
          </a:bodyPr>
          <a:lstStyle/>
          <a:p>
            <a:pPr>
              <a:lnSpc>
                <a:spcPct val="114000"/>
              </a:lnSpc>
              <a:spcBef>
                <a:spcPts val="0"/>
              </a:spcBef>
              <a:spcAft>
                <a:spcPts val="0"/>
              </a:spcAft>
              <a:buNone/>
              <a:defRPr sz="2300" b="0">
                <a:solidFill>
                  <a:srgbClr val="53656D"/>
                </a:solidFill>
                <a:latin typeface="Meiryo"/>
                <a:ea typeface="Meiryo"/>
                <a:cs typeface="Meiryo"/>
              </a:defRPr>
            </a:pPr>
            <a:r>
              <a:rPr sz="2300" b="0">
                <a:solidFill>
                  <a:srgbClr val="53656D"/>
                </a:solidFill>
                <a:latin typeface="Meiryo"/>
                <a:ea typeface="Meiryo"/>
                <a:cs typeface="Meiryo"/>
              </a:rPr>
              <a:t>Sign in to GitHub first.</a:t>
            </a:r>
          </a:p>
        </p:txBody>
      </p:sp>
      <p:sp>
        <p:nvSpPr>
          <p:cNvPr id="14" name="Oval 13"/>
          <p:cNvSpPr/>
          <p:nvPr/>
        </p:nvSpPr>
        <p:spPr>
          <a:xfrm>
            <a:off x="7406640" y="3688080"/>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number:2"/>
          <p:cNvSpPr txBox="1"/>
          <p:nvPr/>
        </p:nvSpPr>
        <p:spPr>
          <a:xfrm>
            <a:off x="7406640" y="3710940"/>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16" name="body:Select Create a new&#10;repository."/>
          <p:cNvSpPr txBox="1"/>
          <p:nvPr/>
        </p:nvSpPr>
        <p:spPr>
          <a:xfrm>
            <a:off x="7982712" y="3678936"/>
            <a:ext cx="3557015" cy="804164"/>
          </a:xfrm>
          <a:prstGeom prst="rect">
            <a:avLst/>
          </a:prstGeom>
          <a:noFill/>
        </p:spPr>
        <p:txBody>
          <a:bodyPr wrap="none" lIns="0" rIns="0" tIns="0" bIns="0" anchor="t">
            <a:spAutoFit/>
          </a:bodyPr>
          <a:lstStyle/>
          <a:p>
            <a:pPr>
              <a:lnSpc>
                <a:spcPct val="114000"/>
              </a:lnSpc>
              <a:spcBef>
                <a:spcPts val="0"/>
              </a:spcBef>
              <a:spcAft>
                <a:spcPts val="0"/>
              </a:spcAft>
              <a:buNone/>
              <a:defRPr sz="2125" b="1">
                <a:solidFill>
                  <a:srgbClr val="1D343E"/>
                </a:solidFill>
                <a:latin typeface="Meiryo"/>
                <a:ea typeface="Meiryo"/>
                <a:cs typeface="Meiryo"/>
              </a:defRPr>
            </a:pPr>
            <a:r>
              <a:rPr sz="2125" b="1">
                <a:solidFill>
                  <a:srgbClr val="1D343E"/>
                </a:solidFill>
                <a:latin typeface="Meiryo"/>
                <a:ea typeface="Meiryo"/>
                <a:cs typeface="Meiryo"/>
              </a:rPr>
              <a:t>Select Create a new</a:t>
            </a:r>
          </a:p>
          <a:p>
            <a:pPr>
              <a:lnSpc>
                <a:spcPct val="114000"/>
              </a:lnSpc>
              <a:spcBef>
                <a:spcPts val="0"/>
              </a:spcBef>
              <a:spcAft>
                <a:spcPts val="0"/>
              </a:spcAft>
              <a:buNone/>
              <a:defRPr sz="2125" b="1">
                <a:solidFill>
                  <a:srgbClr val="1D343E"/>
                </a:solidFill>
                <a:latin typeface="Meiryo"/>
                <a:ea typeface="Meiryo"/>
                <a:cs typeface="Meiryo"/>
              </a:defRPr>
            </a:pPr>
            <a:r>
              <a:rPr sz="2125" b="1">
                <a:solidFill>
                  <a:srgbClr val="1D343E"/>
                </a:solidFill>
                <a:latin typeface="Meiryo"/>
                <a:ea typeface="Meiryo"/>
                <a:cs typeface="Meiryo"/>
              </a:rPr>
              <a:t>repository.</a:t>
            </a:r>
          </a:p>
        </p:txBody>
      </p:sp>
      <p:sp>
        <p:nvSpPr>
          <p:cNvPr id="17" name="body:This opens the form&#10;for your own repository."/>
          <p:cNvSpPr txBox="1"/>
          <p:nvPr/>
        </p:nvSpPr>
        <p:spPr>
          <a:xfrm>
            <a:off x="7982712" y="4547108"/>
            <a:ext cx="3557015" cy="744220"/>
          </a:xfrm>
          <a:prstGeom prst="rect">
            <a:avLst/>
          </a:prstGeom>
          <a:noFill/>
        </p:spPr>
        <p:txBody>
          <a:bodyPr wrap="none" lIns="0" rIns="0" tIns="0" bIns="0" anchor="t">
            <a:spAutoFit/>
          </a:bodyPr>
          <a:lstStyle/>
          <a:p>
            <a:pPr>
              <a:lnSpc>
                <a:spcPct val="114000"/>
              </a:lnSpc>
              <a:spcBef>
                <a:spcPts val="0"/>
              </a:spcBef>
              <a:spcAft>
                <a:spcPts val="0"/>
              </a:spcAft>
              <a:buNone/>
              <a:defRPr sz="1963" b="0">
                <a:solidFill>
                  <a:srgbClr val="53656D"/>
                </a:solidFill>
                <a:latin typeface="Meiryo"/>
                <a:ea typeface="Meiryo"/>
                <a:cs typeface="Meiryo"/>
              </a:defRPr>
            </a:pPr>
            <a:r>
              <a:rPr sz="1963" b="0">
                <a:solidFill>
                  <a:srgbClr val="53656D"/>
                </a:solidFill>
                <a:latin typeface="Meiryo"/>
                <a:ea typeface="Meiryo"/>
                <a:cs typeface="Meiryo"/>
              </a:rPr>
              <a:t>This opens the form</a:t>
            </a:r>
          </a:p>
          <a:p>
            <a:pPr>
              <a:lnSpc>
                <a:spcPct val="114000"/>
              </a:lnSpc>
              <a:spcBef>
                <a:spcPts val="0"/>
              </a:spcBef>
              <a:spcAft>
                <a:spcPts val="0"/>
              </a:spcAft>
              <a:buNone/>
              <a:defRPr sz="1963" b="0">
                <a:solidFill>
                  <a:srgbClr val="53656D"/>
                </a:solidFill>
                <a:latin typeface="Meiryo"/>
                <a:ea typeface="Meiryo"/>
                <a:cs typeface="Meiryo"/>
              </a:defRPr>
            </a:pPr>
            <a:r>
              <a:rPr sz="1963" b="0">
                <a:solidFill>
                  <a:srgbClr val="53656D"/>
                </a:solidFill>
                <a:latin typeface="Meiryo"/>
                <a:ea typeface="Meiryo"/>
                <a:cs typeface="Meiryo"/>
              </a:rPr>
              <a:t>for your own repository.</a:t>
            </a:r>
          </a:p>
        </p:txBody>
      </p:sp>
      <p:sp>
        <p:nvSpPr>
          <p:cNvPr id="18" name="Rectangle 17"/>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ircle-check_007F80.png"/>
          <p:cNvPicPr>
            <a:picLocks noChangeAspect="1"/>
          </p:cNvPicPr>
          <p:nvPr/>
        </p:nvPicPr>
        <p:blipFill>
          <a:blip r:embed="rId5"/>
          <a:stretch>
            <a:fillRect/>
          </a:stretch>
        </p:blipFill>
        <p:spPr>
          <a:xfrm>
            <a:off x="749808" y="5751576"/>
            <a:ext cx="283464" cy="283464"/>
          </a:xfrm>
          <a:prstGeom prst="rect">
            <a:avLst/>
          </a:prstGeom>
        </p:spPr>
      </p:pic>
      <p:sp>
        <p:nvSpPr>
          <p:cNvPr id="20" name="result:Already created ai-learning? Keep it and go to slide 14."/>
          <p:cNvSpPr txBox="1"/>
          <p:nvPr/>
        </p:nvSpPr>
        <p:spPr>
          <a:xfrm>
            <a:off x="1179576" y="5710428"/>
            <a:ext cx="10168128" cy="438912"/>
          </a:xfrm>
          <a:prstGeom prst="rect">
            <a:avLst/>
          </a:prstGeom>
          <a:noFill/>
        </p:spPr>
        <p:txBody>
          <a:bodyPr wrap="none" lIns="0" tIns="0" rIns="0" bIns="0" anchor="t">
            <a:noAutofit/>
          </a:bodyPr>
          <a:lstStyle/>
          <a:p>
            <a:pPr>
              <a:lnSpc>
                <a:spcPct val="114000"/>
              </a:lnSpc>
              <a:spcBef>
                <a:spcPts val="0"/>
              </a:spcBef>
              <a:spcAft>
                <a:spcPts val="0"/>
              </a:spcAft>
              <a:buNone/>
              <a:defRPr sz="2200" b="0">
                <a:solidFill>
                  <a:srgbClr val="1D343E"/>
                </a:solidFill>
                <a:latin typeface="Meiryo"/>
                <a:ea typeface="Meiryo"/>
                <a:cs typeface="Meiryo"/>
              </a:defRPr>
            </a:pPr>
            <a:r>
              <a:rPr sz="2200" b="0">
                <a:solidFill>
                  <a:srgbClr val="1D343E"/>
                </a:solidFill>
                <a:latin typeface="Meiryo"/>
                <a:ea typeface="Meiryo"/>
                <a:cs typeface="Meiryo"/>
              </a:rPr>
              <a:t>Already created ai-learning? Keep it and go to slide 14.</a:t>
            </a:r>
          </a:p>
        </p:txBody>
      </p:sp>
      <p:sp>
        <p:nvSpPr>
          <p:cNvPr id="21" name="tag:Setup checklist">
            <a:hlinkClick action="ppaction://hlinksldjump" r:id="rId6"/>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buNone/>
              <a:defRPr sz="1575" b="0">
                <a:solidFill>
                  <a:srgbClr val="007F80"/>
                </a:solidFill>
                <a:latin typeface="Meiryo"/>
                <a:ea typeface="Meiryo"/>
                <a:cs typeface="Meiryo"/>
              </a:defRPr>
            </a:pPr>
            <a:r>
              <a:rPr sz="1575" b="0">
                <a:solidFill>
                  <a:srgbClr val="007F80"/>
                </a:solidFill>
                <a:latin typeface="Meiryo"/>
                <a:ea typeface="Meiryo"/>
                <a:cs typeface="Meiryo"/>
              </a:rPr>
              <a:t>Setup checklist</a:t>
            </a:r>
          </a:p>
        </p:txBody>
      </p:sp>
      <p:sp>
        <p:nvSpPr>
          <p:cNvPr id="22" name="footer:AI and Data Literacy    Initial setup"/>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 and Data Literacy    Initial setup</a:t>
            </a:r>
          </a:p>
        </p:txBody>
      </p:sp>
      <p:sp>
        <p:nvSpPr>
          <p:cNvPr id="23" name="footer:11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11 / 37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2 / 5    Repository"/>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buNone/>
              <a:defRPr sz="1800" b="1">
                <a:solidFill>
                  <a:srgbClr val="007F80"/>
                </a:solidFill>
                <a:latin typeface="Meiryo"/>
                <a:ea typeface="Meiryo"/>
                <a:cs typeface="Meiryo"/>
              </a:defRPr>
            </a:pPr>
            <a:r>
              <a:rPr sz="1800" b="1">
                <a:solidFill>
                  <a:srgbClr val="007F80"/>
                </a:solidFill>
                <a:latin typeface="Meiryo"/>
                <a:ea typeface="Meiryo"/>
                <a:cs typeface="Meiryo"/>
              </a:rPr>
              <a:t>2 / 5    Repository</a:t>
            </a:r>
          </a:p>
        </p:txBody>
      </p:sp>
      <p:sp>
        <p:nvSpPr>
          <p:cNvPr id="4" name="title:Owner and repository name"/>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buNone/>
              <a:defRPr sz="3400" b="1">
                <a:solidFill>
                  <a:srgbClr val="1D343E"/>
                </a:solidFill>
                <a:latin typeface="Meiryo"/>
                <a:ea typeface="Meiryo"/>
                <a:cs typeface="Meiryo"/>
              </a:defRPr>
            </a:pPr>
            <a:r>
              <a:rPr sz="3400" b="1">
                <a:solidFill>
                  <a:srgbClr val="1D343E"/>
                </a:solidFill>
                <a:latin typeface="Meiryo"/>
                <a:ea typeface="Meiryo"/>
                <a:cs typeface="Meiryo"/>
              </a:rPr>
              <a:t>Owner and repository name</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keyboard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645920"/>
            <a:ext cx="6565392" cy="3575304"/>
          </a:xfrm>
          <a:prstGeom prst="rect">
            <a:avLst/>
          </a:prstGeom>
          <a:solidFill>
            <a:srgbClr val="F5F7F8"/>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rop_09_55_70_510_235.png"/>
          <p:cNvPicPr>
            <a:picLocks noChangeAspect="1"/>
          </p:cNvPicPr>
          <p:nvPr/>
        </p:nvPicPr>
        <p:blipFill>
          <a:blip r:embed="rId4"/>
          <a:stretch>
            <a:fillRect/>
          </a:stretch>
        </p:blipFill>
        <p:spPr>
          <a:xfrm>
            <a:off x="1948087" y="1810512"/>
            <a:ext cx="3857936" cy="1399032"/>
          </a:xfrm>
          <a:prstGeom prst="rect">
            <a:avLst/>
          </a:prstGeom>
        </p:spPr>
      </p:pic>
      <p:pic>
        <p:nvPicPr>
          <p:cNvPr id="9" name="Picture 8" descr="crop_10_330_85_1425_245.png"/>
          <p:cNvPicPr>
            <a:picLocks noChangeAspect="1"/>
          </p:cNvPicPr>
          <p:nvPr/>
        </p:nvPicPr>
        <p:blipFill>
          <a:blip r:embed="rId5"/>
          <a:stretch>
            <a:fillRect/>
          </a:stretch>
        </p:blipFill>
        <p:spPr>
          <a:xfrm>
            <a:off x="758952" y="3741482"/>
            <a:ext cx="6236208" cy="911226"/>
          </a:xfrm>
          <a:prstGeom prst="rect">
            <a:avLst/>
          </a:prstGeom>
        </p:spPr>
      </p:pic>
      <p:sp>
        <p:nvSpPr>
          <p:cNvPr id="10" name="caption:Official example. Use the values shown on the right."/>
          <p:cNvSpPr txBox="1"/>
          <p:nvPr/>
        </p:nvSpPr>
        <p:spPr>
          <a:xfrm>
            <a:off x="749808" y="5230368"/>
            <a:ext cx="6492240" cy="342900"/>
          </a:xfrm>
          <a:prstGeom prst="rect">
            <a:avLst/>
          </a:prstGeom>
          <a:noFill/>
        </p:spPr>
        <p:txBody>
          <a:bodyPr wrap="none" lIns="0" rIns="0" t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Official example. Use the values shown on the right.</a:t>
            </a:r>
          </a:p>
        </p:txBody>
      </p:sp>
      <p:sp>
        <p:nvSpPr>
          <p:cNvPr id="11" name="Oval 10"/>
          <p:cNvSpPr/>
          <p:nvPr/>
        </p:nvSpPr>
        <p:spPr>
          <a:xfrm>
            <a:off x="7406640" y="1746504"/>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number:1"/>
          <p:cNvSpPr txBox="1"/>
          <p:nvPr/>
        </p:nvSpPr>
        <p:spPr>
          <a:xfrm>
            <a:off x="7406640" y="1769363"/>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3" name="body:Choose your own&#10;account as Owner."/>
          <p:cNvSpPr txBox="1"/>
          <p:nvPr/>
        </p:nvSpPr>
        <p:spPr>
          <a:xfrm>
            <a:off x="7982712" y="1737360"/>
            <a:ext cx="3557015" cy="804164"/>
          </a:xfrm>
          <a:prstGeom prst="rect">
            <a:avLst/>
          </a:prstGeom>
          <a:noFill/>
        </p:spPr>
        <p:txBody>
          <a:bodyPr wrap="none" lIns="0" rIns="0" tIns="0" bIns="0" anchor="t">
            <a:spAutoFit/>
          </a:bodyPr>
          <a:lstStyle/>
          <a:p>
            <a:pPr>
              <a:lnSpc>
                <a:spcPct val="114000"/>
              </a:lnSpc>
              <a:spcBef>
                <a:spcPts val="0"/>
              </a:spcBef>
              <a:spcAft>
                <a:spcPts val="0"/>
              </a:spcAft>
              <a:buNone/>
              <a:defRPr sz="2125" b="1">
                <a:solidFill>
                  <a:srgbClr val="1D343E"/>
                </a:solidFill>
                <a:latin typeface="Meiryo"/>
                <a:ea typeface="Meiryo"/>
                <a:cs typeface="Meiryo"/>
              </a:defRPr>
            </a:pPr>
            <a:r>
              <a:rPr sz="2125" b="1">
                <a:solidFill>
                  <a:srgbClr val="1D343E"/>
                </a:solidFill>
                <a:latin typeface="Meiryo"/>
                <a:ea typeface="Meiryo"/>
                <a:cs typeface="Meiryo"/>
              </a:rPr>
              <a:t>Choose your own</a:t>
            </a:r>
          </a:p>
          <a:p>
            <a:pPr>
              <a:lnSpc>
                <a:spcPct val="114000"/>
              </a:lnSpc>
              <a:spcBef>
                <a:spcPts val="0"/>
              </a:spcBef>
              <a:spcAft>
                <a:spcPts val="0"/>
              </a:spcAft>
              <a:buNone/>
              <a:defRPr sz="2125" b="1">
                <a:solidFill>
                  <a:srgbClr val="1D343E"/>
                </a:solidFill>
                <a:latin typeface="Meiryo"/>
                <a:ea typeface="Meiryo"/>
                <a:cs typeface="Meiryo"/>
              </a:defRPr>
            </a:pPr>
            <a:r>
              <a:rPr sz="2125" b="1">
                <a:solidFill>
                  <a:srgbClr val="1D343E"/>
                </a:solidFill>
                <a:latin typeface="Meiryo"/>
                <a:ea typeface="Meiryo"/>
                <a:cs typeface="Meiryo"/>
              </a:rPr>
              <a:t>account as Owner.</a:t>
            </a:r>
          </a:p>
        </p:txBody>
      </p:sp>
      <p:sp>
        <p:nvSpPr>
          <p:cNvPr id="14" name="Oval 13"/>
          <p:cNvSpPr/>
          <p:nvPr/>
        </p:nvSpPr>
        <p:spPr>
          <a:xfrm>
            <a:off x="7406640" y="2834131"/>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number:2"/>
          <p:cNvSpPr txBox="1"/>
          <p:nvPr/>
        </p:nvSpPr>
        <p:spPr>
          <a:xfrm>
            <a:off x="7406640" y="2856991"/>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16" name="body:Enter ai-learning&#10;in Repository name."/>
          <p:cNvSpPr txBox="1"/>
          <p:nvPr/>
        </p:nvSpPr>
        <p:spPr>
          <a:xfrm>
            <a:off x="7982712" y="2824988"/>
            <a:ext cx="3557015" cy="1178814"/>
          </a:xfrm>
          <a:prstGeom prst="rect">
            <a:avLst/>
          </a:prstGeom>
          <a:noFill/>
        </p:spPr>
        <p:txBody>
          <a:bodyPr wrap="none" lIns="0" rIns="0" tIns="0" bIns="0" anchor="t">
            <a:spAutoFit/>
          </a:bodyPr>
          <a:lstStyle/>
          <a:p>
            <a:pPr>
              <a:lnSpc>
                <a:spcPct val="114000"/>
              </a:lnSpc>
              <a:spcBef>
                <a:spcPts val="0"/>
              </a:spcBef>
              <a:spcAft>
                <a:spcPts val="0"/>
              </a:spcAft>
              <a:buNone/>
              <a:defRPr sz="2463" b="1">
                <a:solidFill>
                  <a:srgbClr val="1D343E"/>
                </a:solidFill>
                <a:latin typeface="Meiryo"/>
                <a:ea typeface="Meiryo"/>
                <a:cs typeface="Meiryo"/>
              </a:defRPr>
            </a:pPr>
            <a:r>
              <a:rPr sz="2463" b="1">
                <a:solidFill>
                  <a:srgbClr val="1D343E"/>
                </a:solidFill>
                <a:latin typeface="Meiryo"/>
                <a:ea typeface="Meiryo"/>
                <a:cs typeface="Meiryo"/>
              </a:rPr>
              <a:t>Enter ai-learning</a:t>
            </a:r>
          </a:p>
          <a:p>
            <a:pPr>
              <a:lnSpc>
                <a:spcPct val="114000"/>
              </a:lnSpc>
              <a:spcBef>
                <a:spcPts val="0"/>
              </a:spcBef>
              <a:spcAft>
                <a:spcPts val="0"/>
              </a:spcAft>
              <a:buNone/>
              <a:defRPr sz="2463" b="1">
                <a:solidFill>
                  <a:srgbClr val="1D343E"/>
                </a:solidFill>
                <a:latin typeface="Meiryo"/>
                <a:ea typeface="Meiryo"/>
                <a:cs typeface="Meiryo"/>
              </a:defRPr>
            </a:pPr>
            <a:r>
              <a:rPr sz="2463" b="1">
                <a:solidFill>
                  <a:srgbClr val="1D343E"/>
                </a:solidFill>
                <a:latin typeface="Meiryo"/>
                <a:ea typeface="Meiryo"/>
                <a:cs typeface="Meiryo"/>
              </a:rPr>
              <a:t>in Repository name.</a:t>
            </a:r>
          </a:p>
        </p:txBody>
      </p:sp>
      <p:sp>
        <p:nvSpPr>
          <p:cNvPr id="17" name="Oval 16"/>
          <p:cNvSpPr/>
          <p:nvPr/>
        </p:nvSpPr>
        <p:spPr>
          <a:xfrm>
            <a:off x="7406640" y="4296410"/>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number:3"/>
          <p:cNvSpPr txBox="1"/>
          <p:nvPr/>
        </p:nvSpPr>
        <p:spPr>
          <a:xfrm>
            <a:off x="7406640" y="4319270"/>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3</a:t>
            </a:r>
          </a:p>
        </p:txBody>
      </p:sp>
      <p:sp>
        <p:nvSpPr>
          <p:cNvPr id="19" name="body:Use ai-learning rather&#10;than hello or your student ID."/>
          <p:cNvSpPr txBox="1"/>
          <p:nvPr/>
        </p:nvSpPr>
        <p:spPr>
          <a:xfrm>
            <a:off x="7982712" y="4287266"/>
            <a:ext cx="3557015" cy="804164"/>
          </a:xfrm>
          <a:prstGeom prst="rect">
            <a:avLst/>
          </a:prstGeom>
          <a:noFill/>
        </p:spPr>
        <p:txBody>
          <a:bodyPr wrap="none" lIns="0" rIns="0" tIns="0" bIns="0" anchor="t">
            <a:spAutoFit/>
          </a:bodyPr>
          <a:lstStyle/>
          <a:p>
            <a:pPr>
              <a:lnSpc>
                <a:spcPct val="114000"/>
              </a:lnSpc>
              <a:spcBef>
                <a:spcPts val="0"/>
              </a:spcBef>
              <a:spcAft>
                <a:spcPts val="0"/>
              </a:spcAft>
              <a:buNone/>
              <a:defRPr sz="1638" b="1">
                <a:solidFill>
                  <a:srgbClr val="1D343E"/>
                </a:solidFill>
                <a:latin typeface="Meiryo"/>
                <a:ea typeface="Meiryo"/>
                <a:cs typeface="Meiryo"/>
              </a:defRPr>
            </a:pPr>
            <a:r>
              <a:rPr sz="1638" b="1">
                <a:solidFill>
                  <a:srgbClr val="1D343E"/>
                </a:solidFill>
                <a:latin typeface="Meiryo"/>
                <a:ea typeface="Meiryo"/>
                <a:cs typeface="Meiryo"/>
              </a:rPr>
              <a:t>Use ai-learning rather</a:t>
            </a:r>
          </a:p>
          <a:p>
            <a:pPr>
              <a:lnSpc>
                <a:spcPct val="114000"/>
              </a:lnSpc>
              <a:spcBef>
                <a:spcPts val="0"/>
              </a:spcBef>
              <a:spcAft>
                <a:spcPts val="0"/>
              </a:spcAft>
              <a:buNone/>
              <a:defRPr sz="1638" b="1">
                <a:solidFill>
                  <a:srgbClr val="1D343E"/>
                </a:solidFill>
                <a:latin typeface="Meiryo"/>
                <a:ea typeface="Meiryo"/>
                <a:cs typeface="Meiryo"/>
              </a:defRPr>
            </a:pPr>
            <a:r>
              <a:rPr sz="1638" b="1">
                <a:solidFill>
                  <a:srgbClr val="1D343E"/>
                </a:solidFill>
                <a:latin typeface="Meiryo"/>
                <a:ea typeface="Meiryo"/>
                <a:cs typeface="Meiryo"/>
              </a:rPr>
              <a:t>than hello or your student ID.</a:t>
            </a:r>
          </a:p>
        </p:txBody>
      </p:sp>
      <p:sp>
        <p:nvSpPr>
          <p:cNvPr id="20" name="Rectangle 19"/>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ircle-check_007F80.png"/>
          <p:cNvPicPr>
            <a:picLocks noChangeAspect="1"/>
          </p:cNvPicPr>
          <p:nvPr/>
        </p:nvPicPr>
        <p:blipFill>
          <a:blip r:embed="rId6"/>
          <a:stretch>
            <a:fillRect/>
          </a:stretch>
        </p:blipFill>
        <p:spPr>
          <a:xfrm>
            <a:off x="749808" y="5751576"/>
            <a:ext cx="283464" cy="283464"/>
          </a:xfrm>
          <a:prstGeom prst="rect">
            <a:avLst/>
          </a:prstGeom>
        </p:spPr>
      </p:pic>
      <p:sp>
        <p:nvSpPr>
          <p:cNvPr id="22" name="result:A repository stores your files and their change history."/>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buNone/>
              <a:defRPr sz="2200" b="0">
                <a:solidFill>
                  <a:srgbClr val="1D343E"/>
                </a:solidFill>
                <a:latin typeface="Meiryo"/>
                <a:ea typeface="Meiryo"/>
                <a:cs typeface="Meiryo"/>
              </a:defRPr>
            </a:pPr>
            <a:r>
              <a:rPr sz="2200" b="0">
                <a:solidFill>
                  <a:srgbClr val="1D343E"/>
                </a:solidFill>
                <a:latin typeface="Meiryo"/>
                <a:ea typeface="Meiryo"/>
                <a:cs typeface="Meiryo"/>
              </a:rPr>
              <a:t>A repository stores your files and their change history.</a:t>
            </a:r>
          </a:p>
        </p:txBody>
      </p:sp>
      <p:sp>
        <p:nvSpPr>
          <p:cNvPr id="23" name="tag:Setup checklist">
            <a:hlinkClick action="ppaction://hlinksldjump" r:id="rId7"/>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buNone/>
              <a:defRPr sz="1575" b="0">
                <a:solidFill>
                  <a:srgbClr val="007F80"/>
                </a:solidFill>
                <a:latin typeface="Meiryo"/>
                <a:ea typeface="Meiryo"/>
                <a:cs typeface="Meiryo"/>
              </a:defRPr>
            </a:pPr>
            <a:r>
              <a:rPr sz="1575" b="0">
                <a:solidFill>
                  <a:srgbClr val="007F80"/>
                </a:solidFill>
                <a:latin typeface="Meiryo"/>
                <a:ea typeface="Meiryo"/>
                <a:cs typeface="Meiryo"/>
              </a:rPr>
              <a:t>Setup checklist</a:t>
            </a:r>
          </a:p>
        </p:txBody>
      </p:sp>
      <p:sp>
        <p:nvSpPr>
          <p:cNvPr id="24" name="footer:AI and Data Literacy    Initial setup"/>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 and Data Literacy    Initial setup</a:t>
            </a:r>
          </a:p>
        </p:txBody>
      </p:sp>
      <p:sp>
        <p:nvSpPr>
          <p:cNvPr id="25" name="footer:12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12 / 37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2 / 5    Repository"/>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buNone/>
              <a:defRPr sz="1800" b="1">
                <a:solidFill>
                  <a:srgbClr val="007F80"/>
                </a:solidFill>
                <a:latin typeface="Meiryo"/>
                <a:ea typeface="Meiryo"/>
                <a:cs typeface="Meiryo"/>
              </a:defRPr>
            </a:pPr>
            <a:r>
              <a:rPr sz="1800" b="1">
                <a:solidFill>
                  <a:srgbClr val="007F80"/>
                </a:solidFill>
                <a:latin typeface="Meiryo"/>
                <a:ea typeface="Meiryo"/>
                <a:cs typeface="Meiryo"/>
              </a:rPr>
              <a:t>2 / 5    Repository</a:t>
            </a:r>
          </a:p>
        </p:txBody>
      </p:sp>
      <p:sp>
        <p:nvSpPr>
          <p:cNvPr id="4" name="title:Creating a Private repository"/>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buNone/>
              <a:defRPr sz="3400" b="1">
                <a:solidFill>
                  <a:srgbClr val="1D343E"/>
                </a:solidFill>
                <a:latin typeface="Meiryo"/>
                <a:ea typeface="Meiryo"/>
                <a:cs typeface="Meiryo"/>
              </a:defRPr>
            </a:pPr>
            <a:r>
              <a:rPr sz="3400" b="1">
                <a:solidFill>
                  <a:srgbClr val="1D343E"/>
                </a:solidFill>
                <a:latin typeface="Meiryo"/>
                <a:ea typeface="Meiryo"/>
                <a:cs typeface="Meiryo"/>
              </a:rPr>
              <a:t>Creating a Private repository</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ck-keyhole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700784"/>
            <a:ext cx="6565392" cy="3538728"/>
          </a:xfrm>
          <a:prstGeom prst="rect">
            <a:avLst/>
          </a:prstGeom>
          <a:solidFill>
            <a:srgbClr val="F5F7F8"/>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700784"/>
            <a:ext cx="6565392" cy="50292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ag:Create a new repository"/>
          <p:cNvSpPr txBox="1"/>
          <p:nvPr/>
        </p:nvSpPr>
        <p:spPr>
          <a:xfrm>
            <a:off x="795528" y="1787652"/>
            <a:ext cx="6163055" cy="387858"/>
          </a:xfrm>
          <a:prstGeom prst="rect">
            <a:avLst/>
          </a:prstGeom>
          <a:noFill/>
        </p:spPr>
        <p:txBody>
          <a:bodyPr wrap="none" lIns="0" rIns="0" tIns="0" bIns="0" anchor="t">
            <a:spAutoFit/>
          </a:bodyPr>
          <a:lstStyle/>
          <a:p>
            <a:pPr>
              <a:lnSpc>
                <a:spcPct val="114000"/>
              </a:lnSpc>
              <a:spcBef>
                <a:spcPts val="0"/>
              </a:spcBef>
              <a:spcAft>
                <a:spcPts val="0"/>
              </a:spcAft>
              <a:defRPr sz="2100" b="0">
                <a:solidFill>
                  <a:srgbClr val="53656D"/>
                </a:solidFill>
                <a:latin typeface="Meiryo"/>
              </a:defRPr>
            </a:pPr>
            <a:r>
              <a:rPr sz="2100" b="0">
                <a:solidFill>
                  <a:srgbClr val="53656D"/>
                </a:solidFill>
                <a:latin typeface="Meiryo"/>
                <a:ea typeface="Meiryo"/>
                <a:cs typeface="Meiryo"/>
              </a:rPr>
              <a:t>Create a new repository</a:t>
            </a:r>
          </a:p>
        </p:txBody>
      </p:sp>
      <p:sp>
        <p:nvSpPr>
          <p:cNvPr id="10" name="tag:Repository name"/>
          <p:cNvSpPr txBox="1"/>
          <p:nvPr/>
        </p:nvSpPr>
        <p:spPr>
          <a:xfrm>
            <a:off x="841248" y="2423160"/>
            <a:ext cx="6071616" cy="357886"/>
          </a:xfrm>
          <a:prstGeom prst="rect">
            <a:avLst/>
          </a:prstGeom>
          <a:noFill/>
        </p:spPr>
        <p:txBody>
          <a:bodyPr wrap="none" lIns="0" rIns="0" tIns="0" bIns="0" anchor="t">
            <a:spAutoFit/>
          </a:bodyPr>
          <a:lstStyle/>
          <a:p>
            <a:pPr>
              <a:lnSpc>
                <a:spcPct val="114000"/>
              </a:lnSpc>
              <a:spcBef>
                <a:spcPts val="0"/>
              </a:spcBef>
              <a:spcAft>
                <a:spcPts val="0"/>
              </a:spcAft>
              <a:defRPr sz="1900" b="0">
                <a:solidFill>
                  <a:srgbClr val="53656D"/>
                </a:solidFill>
                <a:latin typeface="Meiryo"/>
              </a:defRPr>
            </a:pPr>
            <a:r>
              <a:rPr sz="1900" b="0">
                <a:solidFill>
                  <a:srgbClr val="53656D"/>
                </a:solidFill>
                <a:latin typeface="Meiryo"/>
                <a:ea typeface="Meiryo"/>
                <a:cs typeface="Meiryo"/>
              </a:rPr>
              <a:t>Repository name</a:t>
            </a:r>
          </a:p>
        </p:txBody>
      </p:sp>
      <p:sp>
        <p:nvSpPr>
          <p:cNvPr id="11" name="Rectangle 10"/>
          <p:cNvSpPr/>
          <p:nvPr/>
        </p:nvSpPr>
        <p:spPr>
          <a:xfrm>
            <a:off x="841248" y="2761488"/>
            <a:ext cx="6071616" cy="576072"/>
          </a:xfrm>
          <a:prstGeom prst="rect">
            <a:avLst/>
          </a:prstGeom>
          <a:solidFill>
            <a:srgbClr val="FFFFFF"/>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input:ai-learning"/>
          <p:cNvSpPr txBox="1"/>
          <p:nvPr/>
        </p:nvSpPr>
        <p:spPr>
          <a:xfrm>
            <a:off x="978408" y="2852928"/>
            <a:ext cx="5797296" cy="438912"/>
          </a:xfrm>
          <a:prstGeom prst="rect">
            <a:avLst/>
          </a:prstGeom>
          <a:noFill/>
        </p:spPr>
        <p:txBody>
          <a:bodyPr wrap="none" lIns="0" rIns="0" tIns="0" bIns="0" anchor="t">
            <a:spAutoFit/>
          </a:bodyPr>
          <a:lstStyle/>
          <a:p>
            <a:pPr>
              <a:lnSpc>
                <a:spcPct val="114000"/>
              </a:lnSpc>
              <a:spcBef>
                <a:spcPts val="0"/>
              </a:spcBef>
              <a:spcAft>
                <a:spcPts val="0"/>
              </a:spcAft>
              <a:defRPr sz="2500" b="0">
                <a:solidFill>
                  <a:srgbClr val="1D343E"/>
                </a:solidFill>
                <a:latin typeface="Meiryo"/>
              </a:defRPr>
            </a:pPr>
            <a:r>
              <a:rPr sz="2500" b="0">
                <a:solidFill>
                  <a:srgbClr val="1D343E"/>
                </a:solidFill>
                <a:latin typeface="Meiryo"/>
                <a:ea typeface="Meiryo"/>
                <a:cs typeface="Meiryo"/>
              </a:rPr>
              <a:t>ai-learning</a:t>
            </a:r>
          </a:p>
        </p:txBody>
      </p:sp>
      <p:sp>
        <p:nvSpPr>
          <p:cNvPr id="13" name="tag:Visibility"/>
          <p:cNvSpPr txBox="1"/>
          <p:nvPr/>
        </p:nvSpPr>
        <p:spPr>
          <a:xfrm>
            <a:off x="841248" y="3520440"/>
            <a:ext cx="6071616" cy="357886"/>
          </a:xfrm>
          <a:prstGeom prst="rect">
            <a:avLst/>
          </a:prstGeom>
          <a:noFill/>
        </p:spPr>
        <p:txBody>
          <a:bodyPr wrap="none" lIns="0" rIns="0" tIns="0" bIns="0" anchor="t">
            <a:spAutoFit/>
          </a:bodyPr>
          <a:lstStyle/>
          <a:p>
            <a:pPr>
              <a:lnSpc>
                <a:spcPct val="114000"/>
              </a:lnSpc>
              <a:spcBef>
                <a:spcPts val="0"/>
              </a:spcBef>
              <a:spcAft>
                <a:spcPts val="0"/>
              </a:spcAft>
              <a:defRPr sz="1900" b="0">
                <a:solidFill>
                  <a:srgbClr val="53656D"/>
                </a:solidFill>
                <a:latin typeface="Meiryo"/>
              </a:defRPr>
            </a:pPr>
            <a:r>
              <a:rPr sz="1900" b="0">
                <a:solidFill>
                  <a:srgbClr val="53656D"/>
                </a:solidFill>
                <a:latin typeface="Meiryo"/>
                <a:ea typeface="Meiryo"/>
                <a:cs typeface="Meiryo"/>
              </a:rPr>
              <a:t>Visibility</a:t>
            </a:r>
          </a:p>
        </p:txBody>
      </p:sp>
      <p:sp>
        <p:nvSpPr>
          <p:cNvPr id="14" name="Rectangle 13"/>
          <p:cNvSpPr/>
          <p:nvPr/>
        </p:nvSpPr>
        <p:spPr>
          <a:xfrm>
            <a:off x="841248" y="3858768"/>
            <a:ext cx="6071616" cy="576072"/>
          </a:xfrm>
          <a:prstGeom prst="rect">
            <a:avLst/>
          </a:prstGeom>
          <a:solidFill>
            <a:srgbClr val="FFFFFF"/>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nput:Private"/>
          <p:cNvSpPr txBox="1"/>
          <p:nvPr/>
        </p:nvSpPr>
        <p:spPr>
          <a:xfrm>
            <a:off x="978408" y="3950208"/>
            <a:ext cx="5797296" cy="438912"/>
          </a:xfrm>
          <a:prstGeom prst="rect">
            <a:avLst/>
          </a:prstGeom>
          <a:noFill/>
        </p:spPr>
        <p:txBody>
          <a:bodyPr wrap="none" lIns="0" rIns="0" tIns="0" bIns="0" anchor="t">
            <a:spAutoFit/>
          </a:bodyPr>
          <a:lstStyle/>
          <a:p>
            <a:pPr>
              <a:lnSpc>
                <a:spcPct val="114000"/>
              </a:lnSpc>
              <a:spcBef>
                <a:spcPts val="0"/>
              </a:spcBef>
              <a:spcAft>
                <a:spcPts val="0"/>
              </a:spcAft>
              <a:defRPr sz="2500" b="0">
                <a:solidFill>
                  <a:srgbClr val="1D343E"/>
                </a:solidFill>
                <a:latin typeface="Meiryo"/>
              </a:defRPr>
            </a:pPr>
            <a:r>
              <a:rPr sz="2500" b="0">
                <a:solidFill>
                  <a:srgbClr val="1D343E"/>
                </a:solidFill>
                <a:latin typeface="Meiryo"/>
                <a:ea typeface="Meiryo"/>
                <a:cs typeface="Meiryo"/>
              </a:rPr>
              <a:t>Private</a:t>
            </a:r>
          </a:p>
        </p:txBody>
      </p:sp>
      <p:sp>
        <p:nvSpPr>
          <p:cNvPr id="16" name="caption:Diagram showing the fields to use"/>
          <p:cNvSpPr txBox="1"/>
          <p:nvPr/>
        </p:nvSpPr>
        <p:spPr>
          <a:xfrm>
            <a:off x="731520" y="5294376"/>
            <a:ext cx="6291072" cy="342900"/>
          </a:xfrm>
          <a:prstGeom prst="rect">
            <a:avLst/>
          </a:prstGeom>
          <a:noFill/>
        </p:spPr>
        <p:txBody>
          <a:bodyPr wrap="none" lIns="0" rIns="0" t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Diagram showing the fields to use</a:t>
            </a:r>
          </a:p>
        </p:txBody>
      </p:sp>
      <p:sp>
        <p:nvSpPr>
          <p:cNvPr id="17" name="Oval 16"/>
          <p:cNvSpPr/>
          <p:nvPr/>
        </p:nvSpPr>
        <p:spPr>
          <a:xfrm>
            <a:off x="7406640" y="1728216"/>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number:1"/>
          <p:cNvSpPr txBox="1"/>
          <p:nvPr/>
        </p:nvSpPr>
        <p:spPr>
          <a:xfrm>
            <a:off x="7406640" y="1751075"/>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9" name="body:Select Private."/>
          <p:cNvSpPr txBox="1"/>
          <p:nvPr/>
        </p:nvSpPr>
        <p:spPr>
          <a:xfrm>
            <a:off x="7982712" y="1719072"/>
            <a:ext cx="3557015" cy="429514"/>
          </a:xfrm>
          <a:prstGeom prst="rect">
            <a:avLst/>
          </a:prstGeom>
          <a:noFill/>
        </p:spPr>
        <p:txBody>
          <a:bodyPr wrap="none" lIns="0" rIns="0" tIns="0" bIns="0" anchor="t">
            <a:spAutoFit/>
          </a:bodyPr>
          <a:lstStyle/>
          <a:p>
            <a:pPr>
              <a:lnSpc>
                <a:spcPct val="114000"/>
              </a:lnSpc>
              <a:spcBef>
                <a:spcPts val="0"/>
              </a:spcBef>
              <a:spcAft>
                <a:spcPts val="0"/>
              </a:spcAft>
              <a:buNone/>
              <a:defRPr sz="2500" b="1">
                <a:solidFill>
                  <a:srgbClr val="1D343E"/>
                </a:solidFill>
                <a:latin typeface="Meiryo"/>
                <a:ea typeface="Meiryo"/>
                <a:cs typeface="Meiryo"/>
              </a:defRPr>
            </a:pPr>
            <a:r>
              <a:rPr sz="2500" b="1">
                <a:solidFill>
                  <a:srgbClr val="1D343E"/>
                </a:solidFill>
                <a:latin typeface="Meiryo"/>
                <a:ea typeface="Meiryo"/>
                <a:cs typeface="Meiryo"/>
              </a:rPr>
              <a:t>Select Private.</a:t>
            </a:r>
          </a:p>
        </p:txBody>
      </p:sp>
      <p:sp>
        <p:nvSpPr>
          <p:cNvPr id="20" name="Oval 19"/>
          <p:cNvSpPr/>
          <p:nvPr/>
        </p:nvSpPr>
        <p:spPr>
          <a:xfrm>
            <a:off x="7406640" y="2432049"/>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number:2"/>
          <p:cNvSpPr txBox="1"/>
          <p:nvPr/>
        </p:nvSpPr>
        <p:spPr>
          <a:xfrm>
            <a:off x="7406640" y="2454909"/>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22" name="body:Check the Owner&#10;and repository name."/>
          <p:cNvSpPr txBox="1"/>
          <p:nvPr/>
        </p:nvSpPr>
        <p:spPr>
          <a:xfrm>
            <a:off x="7982712" y="2422906"/>
            <a:ext cx="3557015" cy="804164"/>
          </a:xfrm>
          <a:prstGeom prst="rect">
            <a:avLst/>
          </a:prstGeom>
          <a:noFill/>
        </p:spPr>
        <p:txBody>
          <a:bodyPr wrap="none" lIns="0" rIns="0" tIns="0" bIns="0" anchor="t">
            <a:spAutoFit/>
          </a:bodyPr>
          <a:lstStyle/>
          <a:p>
            <a:pPr>
              <a:lnSpc>
                <a:spcPct val="114000"/>
              </a:lnSpc>
              <a:spcBef>
                <a:spcPts val="0"/>
              </a:spcBef>
              <a:spcAft>
                <a:spcPts val="0"/>
              </a:spcAft>
              <a:buNone/>
              <a:defRPr sz="2125" b="1">
                <a:solidFill>
                  <a:srgbClr val="1D343E"/>
                </a:solidFill>
                <a:latin typeface="Meiryo"/>
                <a:ea typeface="Meiryo"/>
                <a:cs typeface="Meiryo"/>
              </a:defRPr>
            </a:pPr>
            <a:r>
              <a:rPr sz="2125" b="1">
                <a:solidFill>
                  <a:srgbClr val="1D343E"/>
                </a:solidFill>
                <a:latin typeface="Meiryo"/>
                <a:ea typeface="Meiryo"/>
                <a:cs typeface="Meiryo"/>
              </a:rPr>
              <a:t>Check the Owner</a:t>
            </a:r>
          </a:p>
          <a:p>
            <a:pPr>
              <a:lnSpc>
                <a:spcPct val="114000"/>
              </a:lnSpc>
              <a:spcBef>
                <a:spcPts val="0"/>
              </a:spcBef>
              <a:spcAft>
                <a:spcPts val="0"/>
              </a:spcAft>
              <a:buNone/>
              <a:defRPr sz="2125" b="1">
                <a:solidFill>
                  <a:srgbClr val="1D343E"/>
                </a:solidFill>
                <a:latin typeface="Meiryo"/>
                <a:ea typeface="Meiryo"/>
                <a:cs typeface="Meiryo"/>
              </a:defRPr>
            </a:pPr>
            <a:r>
              <a:rPr sz="2125" b="1">
                <a:solidFill>
                  <a:srgbClr val="1D343E"/>
                </a:solidFill>
                <a:latin typeface="Meiryo"/>
                <a:ea typeface="Meiryo"/>
                <a:cs typeface="Meiryo"/>
              </a:rPr>
              <a:t>and repository name.</a:t>
            </a:r>
          </a:p>
        </p:txBody>
      </p:sp>
      <p:sp>
        <p:nvSpPr>
          <p:cNvPr id="23" name="Oval 22"/>
          <p:cNvSpPr/>
          <p:nvPr/>
        </p:nvSpPr>
        <p:spPr>
          <a:xfrm>
            <a:off x="7406640" y="3510533"/>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umber:3"/>
          <p:cNvSpPr txBox="1"/>
          <p:nvPr/>
        </p:nvSpPr>
        <p:spPr>
          <a:xfrm>
            <a:off x="7406640" y="3533393"/>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3</a:t>
            </a:r>
          </a:p>
        </p:txBody>
      </p:sp>
      <p:sp>
        <p:nvSpPr>
          <p:cNvPr id="25" name="body:Select Create repository."/>
          <p:cNvSpPr txBox="1"/>
          <p:nvPr/>
        </p:nvSpPr>
        <p:spPr>
          <a:xfrm>
            <a:off x="7982712" y="3501390"/>
            <a:ext cx="3557015" cy="804164"/>
          </a:xfrm>
          <a:prstGeom prst="rect">
            <a:avLst/>
          </a:prstGeom>
          <a:noFill/>
        </p:spPr>
        <p:txBody>
          <a:bodyPr wrap="none" lIns="0" rIns="0" tIns="0" bIns="0" anchor="t">
            <a:spAutoFit/>
          </a:bodyPr>
          <a:lstStyle/>
          <a:p>
            <a:pPr>
              <a:lnSpc>
                <a:spcPct val="114000"/>
              </a:lnSpc>
              <a:spcBef>
                <a:spcPts val="0"/>
              </a:spcBef>
              <a:spcAft>
                <a:spcPts val="0"/>
              </a:spcAft>
              <a:buNone/>
              <a:defRPr sz="1938" b="1">
                <a:solidFill>
                  <a:srgbClr val="1D343E"/>
                </a:solidFill>
                <a:latin typeface="Meiryo"/>
                <a:ea typeface="Meiryo"/>
                <a:cs typeface="Meiryo"/>
              </a:defRPr>
            </a:pPr>
            <a:r>
              <a:rPr sz="1938" b="1">
                <a:solidFill>
                  <a:srgbClr val="1D343E"/>
                </a:solidFill>
                <a:latin typeface="Meiryo"/>
                <a:ea typeface="Meiryo"/>
                <a:cs typeface="Meiryo"/>
              </a:rPr>
              <a:t>Select Create repository.</a:t>
            </a:r>
          </a:p>
        </p:txBody>
      </p:sp>
      <p:sp>
        <p:nvSpPr>
          <p:cNvPr id="26" name="Rectangle 25"/>
          <p:cNvSpPr/>
          <p:nvPr/>
        </p:nvSpPr>
        <p:spPr>
          <a:xfrm>
            <a:off x="594360" y="5605272"/>
            <a:ext cx="11000232" cy="630936"/>
          </a:xfrm>
          <a:prstGeom prst="rect">
            <a:avLst/>
          </a:prstGeom>
          <a:solidFill>
            <a:srgbClr val="FFF6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triangle-alert_9A6113.png"/>
          <p:cNvPicPr>
            <a:picLocks noChangeAspect="1"/>
          </p:cNvPicPr>
          <p:nvPr/>
        </p:nvPicPr>
        <p:blipFill>
          <a:blip r:embed="rId4"/>
          <a:stretch>
            <a:fillRect/>
          </a:stretch>
        </p:blipFill>
        <p:spPr>
          <a:xfrm>
            <a:off x="749808" y="5751576"/>
            <a:ext cx="283464" cy="283464"/>
          </a:xfrm>
          <a:prstGeom prst="rect">
            <a:avLst/>
          </a:prstGeom>
        </p:spPr>
      </p:pic>
      <p:sp>
        <p:nvSpPr>
          <p:cNvPr id="28" name="result:Check that the repository visibility is Private."/>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buNone/>
              <a:defRPr sz="2200" b="0">
                <a:solidFill>
                  <a:srgbClr val="9A6113"/>
                </a:solidFill>
                <a:latin typeface="Meiryo"/>
                <a:ea typeface="Meiryo"/>
                <a:cs typeface="Meiryo"/>
              </a:defRPr>
            </a:pPr>
            <a:r>
              <a:rPr sz="2200" b="0">
                <a:solidFill>
                  <a:srgbClr val="9A6113"/>
                </a:solidFill>
                <a:latin typeface="Meiryo"/>
                <a:ea typeface="Meiryo"/>
                <a:cs typeface="Meiryo"/>
              </a:rPr>
              <a:t>Check that the repository visibility is Private.</a:t>
            </a:r>
          </a:p>
        </p:txBody>
      </p:sp>
      <p:sp>
        <p:nvSpPr>
          <p:cNvPr id="29" name="tag:Setup checklist">
            <a:hlinkClick action="ppaction://hlinksldjump" r:id="rId5"/>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buNone/>
              <a:defRPr sz="1575" b="0">
                <a:solidFill>
                  <a:srgbClr val="007F80"/>
                </a:solidFill>
                <a:latin typeface="Meiryo"/>
                <a:ea typeface="Meiryo"/>
                <a:cs typeface="Meiryo"/>
              </a:defRPr>
            </a:pPr>
            <a:r>
              <a:rPr sz="1575" b="0">
                <a:solidFill>
                  <a:srgbClr val="007F80"/>
                </a:solidFill>
                <a:latin typeface="Meiryo"/>
                <a:ea typeface="Meiryo"/>
                <a:cs typeface="Meiryo"/>
              </a:rPr>
              <a:t>Setup checklist</a:t>
            </a:r>
          </a:p>
        </p:txBody>
      </p:sp>
      <p:sp>
        <p:nvSpPr>
          <p:cNvPr id="30" name="footer:AI and Data Literacy    Initial setup"/>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 and Data Literacy    Initial setup</a:t>
            </a:r>
          </a:p>
        </p:txBody>
      </p:sp>
      <p:sp>
        <p:nvSpPr>
          <p:cNvPr id="31" name="footer:13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13 / 37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2 / 5    Repository"/>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buNone/>
              <a:defRPr sz="1800" b="1">
                <a:solidFill>
                  <a:srgbClr val="007F80"/>
                </a:solidFill>
                <a:latin typeface="Meiryo"/>
                <a:ea typeface="Meiryo"/>
                <a:cs typeface="Meiryo"/>
              </a:defRPr>
            </a:pPr>
            <a:r>
              <a:rPr sz="1800" b="1">
                <a:solidFill>
                  <a:srgbClr val="007F80"/>
                </a:solidFill>
                <a:latin typeface="Meiryo"/>
                <a:ea typeface="Meiryo"/>
                <a:cs typeface="Meiryo"/>
              </a:rPr>
              <a:t>2 / 5    Repository</a:t>
            </a:r>
          </a:p>
        </p:txBody>
      </p:sp>
      <p:sp>
        <p:nvSpPr>
          <p:cNvPr id="4" name="title:Checking your new repository"/>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buNone/>
              <a:defRPr sz="3400" b="1">
                <a:solidFill>
                  <a:srgbClr val="1D343E"/>
                </a:solidFill>
                <a:latin typeface="Meiryo"/>
                <a:ea typeface="Meiryo"/>
                <a:cs typeface="Meiryo"/>
              </a:defRPr>
            </a:pPr>
            <a:r>
              <a:rPr sz="3400" b="1">
                <a:solidFill>
                  <a:srgbClr val="1D343E"/>
                </a:solidFill>
                <a:latin typeface="Meiryo"/>
                <a:ea typeface="Meiryo"/>
                <a:cs typeface="Meiryo"/>
              </a:rPr>
              <a:t>Checking your new repository</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ircle-check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603504" y="1728216"/>
            <a:ext cx="10981944" cy="100584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ody:your-username / ai-learning"/>
          <p:cNvSpPr txBox="1"/>
          <p:nvPr/>
        </p:nvSpPr>
        <p:spPr>
          <a:xfrm>
            <a:off x="859536" y="1956816"/>
            <a:ext cx="8778240" cy="548640"/>
          </a:xfrm>
          <a:prstGeom prst="rect">
            <a:avLst/>
          </a:prstGeom>
          <a:noFill/>
        </p:spPr>
        <p:txBody>
          <a:bodyPr wrap="none" lIns="0" rIns="0" tIns="0" bIns="0" anchor="t">
            <a:spAutoFit/>
          </a:bodyPr>
          <a:lstStyle/>
          <a:p>
            <a:pPr>
              <a:lnSpc>
                <a:spcPct val="114000"/>
              </a:lnSpc>
              <a:spcBef>
                <a:spcPts val="0"/>
              </a:spcBef>
              <a:spcAft>
                <a:spcPts val="0"/>
              </a:spcAft>
              <a:buNone/>
              <a:defRPr sz="3200" b="1">
                <a:solidFill>
                  <a:srgbClr val="1D343E"/>
                </a:solidFill>
                <a:latin typeface="Meiryo"/>
                <a:ea typeface="Meiryo"/>
                <a:cs typeface="Meiryo"/>
              </a:defRPr>
            </a:pPr>
            <a:r>
              <a:rPr sz="3200" b="1">
                <a:solidFill>
                  <a:srgbClr val="1D343E"/>
                </a:solidFill>
                <a:latin typeface="Meiryo"/>
                <a:ea typeface="Meiryo"/>
                <a:cs typeface="Meiryo"/>
              </a:rPr>
              <a:t>your-username / ai-learning</a:t>
            </a:r>
          </a:p>
        </p:txBody>
      </p:sp>
      <p:sp>
        <p:nvSpPr>
          <p:cNvPr id="9" name="Rectangle 8"/>
          <p:cNvSpPr/>
          <p:nvPr/>
        </p:nvSpPr>
        <p:spPr>
          <a:xfrm>
            <a:off x="9564624" y="1911095"/>
            <a:ext cx="1719072" cy="612648"/>
          </a:xfrm>
          <a:prstGeom prst="rect">
            <a:avLst/>
          </a:prstGeom>
          <a:solidFill>
            <a:srgbClr val="FFFFFF"/>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ody:Private"/>
          <p:cNvSpPr txBox="1"/>
          <p:nvPr/>
        </p:nvSpPr>
        <p:spPr>
          <a:xfrm>
            <a:off x="9692640" y="2011680"/>
            <a:ext cx="1463040" cy="420624"/>
          </a:xfrm>
          <a:prstGeom prst="rect">
            <a:avLst/>
          </a:prstGeom>
          <a:noFill/>
        </p:spPr>
        <p:txBody>
          <a:bodyPr wrap="none" lIns="0" rIns="0" tIns="0" bIns="0" anchor="t">
            <a:spAutoFit/>
          </a:bodyPr>
          <a:lstStyle/>
          <a:p>
            <a:pPr algn="ctr">
              <a:lnSpc>
                <a:spcPct val="114000"/>
              </a:lnSpc>
              <a:spcBef>
                <a:spcPts val="0"/>
              </a:spcBef>
              <a:spcAft>
                <a:spcPts val="0"/>
              </a:spcAft>
              <a:defRPr sz="2400" b="1">
                <a:solidFill>
                  <a:srgbClr val="1D343E"/>
                </a:solidFill>
                <a:latin typeface="Meiryo"/>
              </a:defRPr>
            </a:pPr>
            <a:r>
              <a:rPr sz="2400" b="1">
                <a:solidFill>
                  <a:srgbClr val="1D343E"/>
                </a:solidFill>
                <a:latin typeface="Meiryo"/>
                <a:ea typeface="Meiryo"/>
                <a:cs typeface="Meiryo"/>
              </a:rPr>
              <a:t>Private</a:t>
            </a:r>
          </a:p>
        </p:txBody>
      </p:sp>
      <p:sp>
        <p:nvSpPr>
          <p:cNvPr id="11" name="caption:Diagram of the page header. Check that the username is yours."/>
          <p:cNvSpPr txBox="1"/>
          <p:nvPr/>
        </p:nvSpPr>
        <p:spPr>
          <a:xfrm>
            <a:off x="758952" y="2898648"/>
            <a:ext cx="10698480" cy="374904"/>
          </a:xfrm>
          <a:prstGeom prst="rect">
            <a:avLst/>
          </a:prstGeom>
          <a:noFill/>
        </p:spPr>
        <p:txBody>
          <a:bodyPr wrap="none" lIns="0" rIns="0" tIns="0" bIns="0" anchor="t">
            <a:spAutoFit/>
          </a:bodyPr>
          <a:lstStyle/>
          <a:p>
            <a:pPr>
              <a:lnSpc>
                <a:spcPct val="114000"/>
              </a:lnSpc>
              <a:spcBef>
                <a:spcPts val="0"/>
              </a:spcBef>
              <a:spcAft>
                <a:spcPts val="0"/>
              </a:spcAft>
              <a:buNone/>
              <a:defRPr sz="2000" b="0">
                <a:solidFill>
                  <a:srgbClr val="53656D"/>
                </a:solidFill>
                <a:latin typeface="Meiryo"/>
                <a:ea typeface="Meiryo"/>
                <a:cs typeface="Meiryo"/>
              </a:defRPr>
            </a:pPr>
            <a:r>
              <a:rPr sz="2000" b="0">
                <a:solidFill>
                  <a:srgbClr val="53656D"/>
                </a:solidFill>
                <a:latin typeface="Meiryo"/>
                <a:ea typeface="Meiryo"/>
                <a:cs typeface="Meiryo"/>
              </a:rPr>
              <a:t>Diagram of the page header. Check that the username is yours.</a:t>
            </a:r>
          </a:p>
        </p:txBody>
      </p:sp>
      <p:sp>
        <p:nvSpPr>
          <p:cNvPr id="12" name="Oval 11"/>
          <p:cNvSpPr/>
          <p:nvPr/>
        </p:nvSpPr>
        <p:spPr>
          <a:xfrm>
            <a:off x="749808" y="3429000"/>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number:1"/>
          <p:cNvSpPr txBox="1"/>
          <p:nvPr/>
        </p:nvSpPr>
        <p:spPr>
          <a:xfrm>
            <a:off x="749808" y="3451860"/>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4" name="body:Find the setup folder."/>
          <p:cNvSpPr txBox="1"/>
          <p:nvPr/>
        </p:nvSpPr>
        <p:spPr>
          <a:xfrm>
            <a:off x="1325880" y="3419856"/>
            <a:ext cx="9893807" cy="459485"/>
          </a:xfrm>
          <a:prstGeom prst="rect">
            <a:avLst/>
          </a:prstGeom>
          <a:noFill/>
        </p:spPr>
        <p:txBody>
          <a:bodyPr wrap="none" lIns="0" rIns="0" tIns="0" bIns="0" anchor="t">
            <a:spAutoFit/>
          </a:bodyPr>
          <a:lstStyle/>
          <a:p>
            <a:pPr>
              <a:lnSpc>
                <a:spcPct val="114000"/>
              </a:lnSpc>
              <a:spcBef>
                <a:spcPts val="0"/>
              </a:spcBef>
              <a:spcAft>
                <a:spcPts val="0"/>
              </a:spcAft>
              <a:buNone/>
              <a:defRPr sz="2700" b="1">
                <a:solidFill>
                  <a:srgbClr val="1D343E"/>
                </a:solidFill>
                <a:latin typeface="Meiryo"/>
                <a:ea typeface="Meiryo"/>
                <a:cs typeface="Meiryo"/>
              </a:defRPr>
            </a:pPr>
            <a:r>
              <a:rPr sz="2700" b="1">
                <a:solidFill>
                  <a:srgbClr val="1D343E"/>
                </a:solidFill>
                <a:latin typeface="Meiryo"/>
                <a:ea typeface="Meiryo"/>
                <a:cs typeface="Meiryo"/>
              </a:rPr>
              <a:t>Find the setup folder.</a:t>
            </a:r>
          </a:p>
        </p:txBody>
      </p:sp>
      <p:sp>
        <p:nvSpPr>
          <p:cNvPr id="15" name="body:You will save your image and short record here."/>
          <p:cNvSpPr txBox="1"/>
          <p:nvPr/>
        </p:nvSpPr>
        <p:spPr>
          <a:xfrm>
            <a:off x="1325880" y="3943350"/>
            <a:ext cx="9893807" cy="399542"/>
          </a:xfrm>
          <a:prstGeom prst="rect">
            <a:avLst/>
          </a:prstGeom>
          <a:noFill/>
        </p:spPr>
        <p:txBody>
          <a:bodyPr wrap="none" lIns="0" rIns="0" tIns="0" bIns="0" anchor="t">
            <a:spAutoFit/>
          </a:bodyPr>
          <a:lstStyle/>
          <a:p>
            <a:pPr>
              <a:lnSpc>
                <a:spcPct val="114000"/>
              </a:lnSpc>
              <a:spcBef>
                <a:spcPts val="0"/>
              </a:spcBef>
              <a:spcAft>
                <a:spcPts val="0"/>
              </a:spcAft>
              <a:buNone/>
              <a:defRPr sz="2300" b="0">
                <a:solidFill>
                  <a:srgbClr val="53656D"/>
                </a:solidFill>
                <a:latin typeface="Meiryo"/>
                <a:ea typeface="Meiryo"/>
                <a:cs typeface="Meiryo"/>
              </a:defRPr>
            </a:pPr>
            <a:r>
              <a:rPr sz="2300" b="0">
                <a:solidFill>
                  <a:srgbClr val="53656D"/>
                </a:solidFill>
                <a:latin typeface="Meiryo"/>
                <a:ea typeface="Meiryo"/>
                <a:cs typeface="Meiryo"/>
              </a:rPr>
              <a:t>You will save your image and short record here.</a:t>
            </a:r>
          </a:p>
        </p:txBody>
      </p:sp>
      <p:sp>
        <p:nvSpPr>
          <p:cNvPr id="16" name="Oval 15"/>
          <p:cNvSpPr/>
          <p:nvPr/>
        </p:nvSpPr>
        <p:spPr>
          <a:xfrm>
            <a:off x="749808" y="4562348"/>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number:2"/>
          <p:cNvSpPr txBox="1"/>
          <p:nvPr/>
        </p:nvSpPr>
        <p:spPr>
          <a:xfrm>
            <a:off x="749808" y="4585208"/>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18" name="body:Find week01 and the later folders."/>
          <p:cNvSpPr txBox="1"/>
          <p:nvPr/>
        </p:nvSpPr>
        <p:spPr>
          <a:xfrm>
            <a:off x="1325880" y="4553204"/>
            <a:ext cx="9893807" cy="459485"/>
          </a:xfrm>
          <a:prstGeom prst="rect">
            <a:avLst/>
          </a:prstGeom>
          <a:noFill/>
        </p:spPr>
        <p:txBody>
          <a:bodyPr wrap="none" lIns="0" rIns="0" tIns="0" bIns="0" anchor="t">
            <a:spAutoFit/>
          </a:bodyPr>
          <a:lstStyle/>
          <a:p>
            <a:pPr>
              <a:lnSpc>
                <a:spcPct val="114000"/>
              </a:lnSpc>
              <a:spcBef>
                <a:spcPts val="0"/>
              </a:spcBef>
              <a:spcAft>
                <a:spcPts val="0"/>
              </a:spcAft>
              <a:buNone/>
              <a:defRPr sz="2700" b="1">
                <a:solidFill>
                  <a:srgbClr val="1D343E"/>
                </a:solidFill>
                <a:latin typeface="Meiryo"/>
                <a:ea typeface="Meiryo"/>
                <a:cs typeface="Meiryo"/>
              </a:defRPr>
            </a:pPr>
            <a:r>
              <a:rPr sz="2700" b="1">
                <a:solidFill>
                  <a:srgbClr val="1D343E"/>
                </a:solidFill>
                <a:latin typeface="Meiryo"/>
                <a:ea typeface="Meiryo"/>
                <a:cs typeface="Meiryo"/>
              </a:rPr>
              <a:t>Find week01 and the later folders.</a:t>
            </a:r>
          </a:p>
        </p:txBody>
      </p:sp>
      <p:sp>
        <p:nvSpPr>
          <p:cNvPr id="19" name="body:Save each week's work in the corresponding folder."/>
          <p:cNvSpPr txBox="1"/>
          <p:nvPr/>
        </p:nvSpPr>
        <p:spPr>
          <a:xfrm>
            <a:off x="1325880" y="5076698"/>
            <a:ext cx="9893807" cy="399542"/>
          </a:xfrm>
          <a:prstGeom prst="rect">
            <a:avLst/>
          </a:prstGeom>
          <a:noFill/>
        </p:spPr>
        <p:txBody>
          <a:bodyPr wrap="none" lIns="0" rIns="0" tIns="0" bIns="0" anchor="t">
            <a:spAutoFit/>
          </a:bodyPr>
          <a:lstStyle/>
          <a:p>
            <a:pPr>
              <a:lnSpc>
                <a:spcPct val="114000"/>
              </a:lnSpc>
              <a:spcBef>
                <a:spcPts val="0"/>
              </a:spcBef>
              <a:spcAft>
                <a:spcPts val="0"/>
              </a:spcAft>
              <a:buNone/>
              <a:defRPr sz="2300" b="0">
                <a:solidFill>
                  <a:srgbClr val="53656D"/>
                </a:solidFill>
                <a:latin typeface="Meiryo"/>
                <a:ea typeface="Meiryo"/>
                <a:cs typeface="Meiryo"/>
              </a:defRPr>
            </a:pPr>
            <a:r>
              <a:rPr sz="2300" b="0">
                <a:solidFill>
                  <a:srgbClr val="53656D"/>
                </a:solidFill>
                <a:latin typeface="Meiryo"/>
                <a:ea typeface="Meiryo"/>
                <a:cs typeface="Meiryo"/>
              </a:rPr>
              <a:t>Save each week's work in the corresponding folder.</a:t>
            </a:r>
          </a:p>
        </p:txBody>
      </p:sp>
      <p:sp>
        <p:nvSpPr>
          <p:cNvPr id="20" name="Rectangle 19"/>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ircle-check_007F80.png"/>
          <p:cNvPicPr>
            <a:picLocks noChangeAspect="1"/>
          </p:cNvPicPr>
          <p:nvPr/>
        </p:nvPicPr>
        <p:blipFill>
          <a:blip r:embed="rId2"/>
          <a:stretch>
            <a:fillRect/>
          </a:stretch>
        </p:blipFill>
        <p:spPr>
          <a:xfrm>
            <a:off x="749808" y="5751576"/>
            <a:ext cx="283464" cy="283464"/>
          </a:xfrm>
          <a:prstGeom prst="rect">
            <a:avLst/>
          </a:prstGeom>
        </p:spPr>
      </p:pic>
      <p:sp>
        <p:nvSpPr>
          <p:cNvPr id="22" name="result:Check your username, ai-learning and Private before continuing."/>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buNone/>
              <a:defRPr sz="2200" b="0">
                <a:solidFill>
                  <a:srgbClr val="1D343E"/>
                </a:solidFill>
                <a:latin typeface="Meiryo"/>
                <a:ea typeface="Meiryo"/>
                <a:cs typeface="Meiryo"/>
              </a:defRPr>
            </a:pPr>
            <a:r>
              <a:rPr sz="2200" b="0">
                <a:solidFill>
                  <a:srgbClr val="1D343E"/>
                </a:solidFill>
                <a:latin typeface="Meiryo"/>
                <a:ea typeface="Meiryo"/>
                <a:cs typeface="Meiryo"/>
              </a:rPr>
              <a:t>Check your username, ai-learning and Private before continuing.</a:t>
            </a:r>
          </a:p>
        </p:txBody>
      </p:sp>
      <p:sp>
        <p:nvSpPr>
          <p:cNvPr id="23" name="tag:Setup checklist">
            <a:hlinkClick action="ppaction://hlinksldjump" r:id="rId4"/>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buNone/>
              <a:defRPr sz="1575" b="0">
                <a:solidFill>
                  <a:srgbClr val="007F80"/>
                </a:solidFill>
                <a:latin typeface="Meiryo"/>
                <a:ea typeface="Meiryo"/>
                <a:cs typeface="Meiryo"/>
              </a:defRPr>
            </a:pPr>
            <a:r>
              <a:rPr sz="1575" b="0">
                <a:solidFill>
                  <a:srgbClr val="007F80"/>
                </a:solidFill>
                <a:latin typeface="Meiryo"/>
                <a:ea typeface="Meiryo"/>
                <a:cs typeface="Meiryo"/>
              </a:rPr>
              <a:t>Setup checklist</a:t>
            </a:r>
          </a:p>
        </p:txBody>
      </p:sp>
      <p:sp>
        <p:nvSpPr>
          <p:cNvPr id="24" name="footer:AI and Data Literacy    Initial setup"/>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 and Data Literacy    Initial setup</a:t>
            </a:r>
          </a:p>
        </p:txBody>
      </p:sp>
      <p:sp>
        <p:nvSpPr>
          <p:cNvPr id="25" name="footer:14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14 / 37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3 / 5    Image and record"/>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buNone/>
              <a:defRPr sz="1800" b="1">
                <a:solidFill>
                  <a:srgbClr val="007F80"/>
                </a:solidFill>
                <a:latin typeface="Meiryo"/>
                <a:ea typeface="Meiryo"/>
                <a:cs typeface="Meiryo"/>
              </a:defRPr>
            </a:pPr>
            <a:r>
              <a:rPr sz="1800" b="1">
                <a:solidFill>
                  <a:srgbClr val="007F80"/>
                </a:solidFill>
                <a:latin typeface="Meiryo"/>
                <a:ea typeface="Meiryo"/>
                <a:cs typeface="Meiryo"/>
              </a:rPr>
              <a:t>3 / 5    Image and record</a:t>
            </a:r>
          </a:p>
        </p:txBody>
      </p:sp>
      <p:sp>
        <p:nvSpPr>
          <p:cNvPr id="4" name="title:Preparing one practice image"/>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buNone/>
              <a:defRPr sz="3400" b="1">
                <a:solidFill>
                  <a:srgbClr val="1D343E"/>
                </a:solidFill>
                <a:latin typeface="Meiryo"/>
                <a:ea typeface="Meiryo"/>
                <a:cs typeface="Meiryo"/>
              </a:defRPr>
            </a:pPr>
            <a:r>
              <a:rPr sz="3400" b="1">
                <a:solidFill>
                  <a:srgbClr val="1D343E"/>
                </a:solidFill>
                <a:latin typeface="Meiryo"/>
                <a:ea typeface="Meiryo"/>
                <a:cs typeface="Meiryo"/>
              </a:rPr>
              <a:t>Preparing one practice image</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691640"/>
            <a:ext cx="4709160" cy="1600200"/>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ody:Generate an image"/>
          <p:cNvSpPr txBox="1"/>
          <p:nvPr/>
        </p:nvSpPr>
        <p:spPr>
          <a:xfrm>
            <a:off x="841248" y="1938528"/>
            <a:ext cx="4215384" cy="477773"/>
          </a:xfrm>
          <a:prstGeom prst="rect">
            <a:avLst/>
          </a:prstGeom>
          <a:noFill/>
        </p:spPr>
        <p:txBody>
          <a:bodyPr wrap="none" lIns="0" rIns="0" tIns="0" bIns="0" anchor="t">
            <a:spAutoFit/>
          </a:bodyPr>
          <a:lstStyle/>
          <a:p>
            <a:pPr>
              <a:lnSpc>
                <a:spcPct val="114000"/>
              </a:lnSpc>
              <a:spcBef>
                <a:spcPts val="0"/>
              </a:spcBef>
              <a:spcAft>
                <a:spcPts val="0"/>
              </a:spcAft>
              <a:buNone/>
              <a:defRPr sz="2700" b="1">
                <a:solidFill>
                  <a:srgbClr val="1D343E"/>
                </a:solidFill>
                <a:latin typeface="Meiryo"/>
                <a:ea typeface="Meiryo"/>
                <a:cs typeface="Meiryo"/>
              </a:defRPr>
            </a:pPr>
            <a:r>
              <a:rPr sz="2700" b="1">
                <a:solidFill>
                  <a:srgbClr val="1D343E"/>
                </a:solidFill>
                <a:latin typeface="Meiryo"/>
                <a:ea typeface="Meiryo"/>
                <a:cs typeface="Meiryo"/>
              </a:rPr>
              <a:t>Generate an image</a:t>
            </a:r>
          </a:p>
        </p:txBody>
      </p:sp>
      <p:sp>
        <p:nvSpPr>
          <p:cNvPr id="9" name="body:Create an image and save it."/>
          <p:cNvSpPr txBox="1"/>
          <p:nvPr/>
        </p:nvSpPr>
        <p:spPr>
          <a:xfrm>
            <a:off x="841248" y="2617470"/>
            <a:ext cx="4215384" cy="762507"/>
          </a:xfrm>
          <a:prstGeom prst="rect">
            <a:avLst/>
          </a:prstGeom>
          <a:noFill/>
        </p:spPr>
        <p:txBody>
          <a:bodyPr wrap="none" lIns="0" tIns="0" rIns="0" bIns="0" anchor="t">
            <a:noAutofit/>
          </a:bodyPr>
          <a:lstStyle/>
          <a:p>
            <a:pPr>
              <a:lnSpc>
                <a:spcPct val="114000"/>
              </a:lnSpc>
              <a:spcBef>
                <a:spcPts val="0"/>
              </a:spcBef>
              <a:spcAft>
                <a:spcPts val="0"/>
              </a:spcAft>
              <a:buNone/>
              <a:defRPr sz="2150" b="0">
                <a:solidFill>
                  <a:srgbClr val="1D343E"/>
                </a:solidFill>
                <a:latin typeface="Meiryo"/>
                <a:ea typeface="Meiryo"/>
                <a:cs typeface="Meiryo"/>
              </a:defRPr>
            </a:pPr>
            <a:r>
              <a:rPr sz="2150" b="0">
                <a:solidFill>
                  <a:srgbClr val="1D343E"/>
                </a:solidFill>
                <a:latin typeface="Meiryo"/>
                <a:ea typeface="Meiryo"/>
                <a:cs typeface="Meiryo"/>
              </a:rPr>
              <a:t>Create an image and save it.</a:t>
            </a:r>
          </a:p>
        </p:txBody>
      </p:sp>
      <p:sp>
        <p:nvSpPr>
          <p:cNvPr id="10" name="Rectangle 9"/>
          <p:cNvSpPr/>
          <p:nvPr/>
        </p:nvSpPr>
        <p:spPr>
          <a:xfrm>
            <a:off x="594360" y="3483864"/>
            <a:ext cx="4709160" cy="1609344"/>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ody:Use the supplied image"/>
          <p:cNvSpPr txBox="1"/>
          <p:nvPr/>
        </p:nvSpPr>
        <p:spPr>
          <a:xfrm>
            <a:off x="841248" y="3730752"/>
            <a:ext cx="4215384" cy="477773"/>
          </a:xfrm>
          <a:prstGeom prst="rect">
            <a:avLst/>
          </a:prstGeom>
          <a:noFill/>
        </p:spPr>
        <p:txBody>
          <a:bodyPr wrap="none" lIns="0" rIns="0" tIns="0" bIns="0" anchor="t">
            <a:spAutoFit/>
          </a:bodyPr>
          <a:lstStyle/>
          <a:p>
            <a:pPr>
              <a:lnSpc>
                <a:spcPct val="114000"/>
              </a:lnSpc>
              <a:spcBef>
                <a:spcPts val="0"/>
              </a:spcBef>
              <a:spcAft>
                <a:spcPts val="0"/>
              </a:spcAft>
              <a:buNone/>
              <a:defRPr sz="2475" b="1">
                <a:solidFill>
                  <a:srgbClr val="1D343E"/>
                </a:solidFill>
                <a:latin typeface="Meiryo"/>
                <a:ea typeface="Meiryo"/>
                <a:cs typeface="Meiryo"/>
              </a:defRPr>
            </a:pPr>
            <a:r>
              <a:rPr sz="2475" b="1">
                <a:solidFill>
                  <a:srgbClr val="1D343E"/>
                </a:solidFill>
                <a:latin typeface="Meiryo"/>
                <a:ea typeface="Meiryo"/>
                <a:cs typeface="Meiryo"/>
              </a:rPr>
              <a:t>Use the supplied image</a:t>
            </a:r>
          </a:p>
        </p:txBody>
      </p:sp>
      <p:sp>
        <p:nvSpPr>
          <p:cNvPr id="12" name="body:Save practice.png."/>
          <p:cNvSpPr txBox="1"/>
          <p:nvPr/>
        </p:nvSpPr>
        <p:spPr>
          <a:xfrm>
            <a:off x="841248" y="4409694"/>
            <a:ext cx="4215384" cy="762507"/>
          </a:xfrm>
          <a:prstGeom prst="rect">
            <a:avLst/>
          </a:prstGeom>
          <a:noFill/>
        </p:spPr>
        <p:txBody>
          <a:bodyPr wrap="none" lIns="0" tIns="0" rIns="0" bIns="0" anchor="t">
            <a:noAutofit/>
          </a:bodyPr>
          <a:lstStyle/>
          <a:p>
            <a:pPr>
              <a:lnSpc>
                <a:spcPct val="114000"/>
              </a:lnSpc>
              <a:spcBef>
                <a:spcPts val="0"/>
              </a:spcBef>
              <a:spcAft>
                <a:spcPts val="0"/>
              </a:spcAft>
              <a:buNone/>
              <a:defRPr sz="2300" b="0">
                <a:solidFill>
                  <a:srgbClr val="1D343E"/>
                </a:solidFill>
                <a:latin typeface="Meiryo"/>
                <a:ea typeface="Meiryo"/>
                <a:cs typeface="Meiryo"/>
              </a:defRPr>
            </a:pPr>
            <a:r>
              <a:rPr sz="2300" b="0">
                <a:solidFill>
                  <a:srgbClr val="1D343E"/>
                </a:solidFill>
                <a:latin typeface="Meiryo"/>
                <a:ea typeface="Meiryo"/>
                <a:cs typeface="Meiryo"/>
              </a:rPr>
              <a:t>Save practice.png.</a:t>
            </a:r>
          </a:p>
        </p:txBody>
      </p:sp>
      <p:sp>
        <p:nvSpPr>
          <p:cNvPr id="13" name="Rectangle 12"/>
          <p:cNvSpPr/>
          <p:nvPr/>
        </p:nvSpPr>
        <p:spPr>
          <a:xfrm>
            <a:off x="5623560" y="1691640"/>
            <a:ext cx="5961888" cy="3401568"/>
          </a:xfrm>
          <a:prstGeom prst="rect">
            <a:avLst/>
          </a:prstGeom>
          <a:solidFill>
            <a:srgbClr val="F5F7F8"/>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v13_s12_img2.png"/>
          <p:cNvPicPr>
            <a:picLocks noChangeAspect="1"/>
          </p:cNvPicPr>
          <p:nvPr/>
        </p:nvPicPr>
        <p:blipFill>
          <a:blip r:embed="rId4"/>
          <a:stretch>
            <a:fillRect/>
          </a:stretch>
        </p:blipFill>
        <p:spPr>
          <a:xfrm>
            <a:off x="6526530" y="1865376"/>
            <a:ext cx="4155948" cy="2770632"/>
          </a:xfrm>
          <a:prstGeom prst="rect">
            <a:avLst/>
          </a:prstGeom>
        </p:spPr>
      </p:pic>
      <p:sp>
        <p:nvSpPr>
          <p:cNvPr id="15" name="caption:Example of the supplied practice image"/>
          <p:cNvSpPr txBox="1"/>
          <p:nvPr/>
        </p:nvSpPr>
        <p:spPr>
          <a:xfrm>
            <a:off x="5916168" y="4782312"/>
            <a:ext cx="5303520" cy="342900"/>
          </a:xfrm>
          <a:prstGeom prst="rect">
            <a:avLst/>
          </a:prstGeom>
          <a:noFill/>
        </p:spPr>
        <p:txBody>
          <a:bodyPr wrap="none" lIns="0" rIns="0" t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Example of the supplied practice image</a:t>
            </a:r>
          </a:p>
        </p:txBody>
      </p:sp>
      <p:sp>
        <p:nvSpPr>
          <p:cNvPr id="16" name="Rectangle 15"/>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ircle-check_007F80.png"/>
          <p:cNvPicPr>
            <a:picLocks noChangeAspect="1"/>
          </p:cNvPicPr>
          <p:nvPr/>
        </p:nvPicPr>
        <p:blipFill>
          <a:blip r:embed="rId5"/>
          <a:stretch>
            <a:fillRect/>
          </a:stretch>
        </p:blipFill>
        <p:spPr>
          <a:xfrm>
            <a:off x="749808" y="5751576"/>
            <a:ext cx="283464" cy="283464"/>
          </a:xfrm>
          <a:prstGeom prst="rect">
            <a:avLst/>
          </a:prstGeom>
        </p:spPr>
      </p:pic>
      <p:sp>
        <p:nvSpPr>
          <p:cNvPr id="18" name="result:Either image works. Follow the same upload steps."/>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buNone/>
              <a:defRPr sz="2200" b="0">
                <a:solidFill>
                  <a:srgbClr val="1D343E"/>
                </a:solidFill>
                <a:latin typeface="Meiryo"/>
                <a:ea typeface="Meiryo"/>
                <a:cs typeface="Meiryo"/>
              </a:defRPr>
            </a:pPr>
            <a:r>
              <a:rPr sz="2200" b="0">
                <a:solidFill>
                  <a:srgbClr val="1D343E"/>
                </a:solidFill>
                <a:latin typeface="Meiryo"/>
                <a:ea typeface="Meiryo"/>
                <a:cs typeface="Meiryo"/>
              </a:rPr>
              <a:t>Either image works. Follow the same upload steps.</a:t>
            </a:r>
          </a:p>
        </p:txBody>
      </p:sp>
      <p:sp>
        <p:nvSpPr>
          <p:cNvPr id="19" name="tag:Setup checklist">
            <a:hlinkClick action="ppaction://hlinksldjump" r:id="rId6"/>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buNone/>
              <a:defRPr sz="1575" b="0">
                <a:solidFill>
                  <a:srgbClr val="007F80"/>
                </a:solidFill>
                <a:latin typeface="Meiryo"/>
                <a:ea typeface="Meiryo"/>
                <a:cs typeface="Meiryo"/>
              </a:defRPr>
            </a:pPr>
            <a:r>
              <a:rPr sz="1575" b="0">
                <a:solidFill>
                  <a:srgbClr val="007F80"/>
                </a:solidFill>
                <a:latin typeface="Meiryo"/>
                <a:ea typeface="Meiryo"/>
                <a:cs typeface="Meiryo"/>
              </a:rPr>
              <a:t>Setup checklist</a:t>
            </a:r>
          </a:p>
        </p:txBody>
      </p:sp>
      <p:sp>
        <p:nvSpPr>
          <p:cNvPr id="20" name="footer:AI and Data Literacy    Initial setup"/>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 and Data Literacy    Initial setup</a:t>
            </a:r>
          </a:p>
        </p:txBody>
      </p:sp>
      <p:sp>
        <p:nvSpPr>
          <p:cNvPr id="21" name="footer:15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15 / 37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3 / 5    Image and record"/>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buNone/>
              <a:defRPr sz="1800" b="1">
                <a:solidFill>
                  <a:srgbClr val="007F80"/>
                </a:solidFill>
                <a:latin typeface="Meiryo"/>
                <a:ea typeface="Meiryo"/>
                <a:cs typeface="Meiryo"/>
              </a:defRPr>
            </a:pPr>
            <a:r>
              <a:rPr sz="1800" b="1">
                <a:solidFill>
                  <a:srgbClr val="007F80"/>
                </a:solidFill>
                <a:latin typeface="Meiryo"/>
                <a:ea typeface="Meiryo"/>
                <a:cs typeface="Meiryo"/>
              </a:rPr>
              <a:t>3 / 5    Image and record</a:t>
            </a:r>
          </a:p>
        </p:txBody>
      </p:sp>
      <p:sp>
        <p:nvSpPr>
          <p:cNvPr id="4" name="title:Saving the actual image file"/>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buNone/>
              <a:defRPr sz="3400" b="1">
                <a:solidFill>
                  <a:srgbClr val="1D343E"/>
                </a:solidFill>
                <a:latin typeface="Meiryo"/>
                <a:ea typeface="Meiryo"/>
                <a:cs typeface="Meiryo"/>
              </a:defRPr>
            </a:pPr>
            <a:r>
              <a:rPr sz="3400" b="1">
                <a:solidFill>
                  <a:srgbClr val="1D343E"/>
                </a:solidFill>
                <a:latin typeface="Meiryo"/>
                <a:ea typeface="Meiryo"/>
                <a:cs typeface="Meiryo"/>
              </a:rPr>
              <a:t>Saving the actual image file</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pload_007F80.png"/>
          <p:cNvPicPr>
            <a:picLocks noChangeAspect="1"/>
          </p:cNvPicPr>
          <p:nvPr/>
        </p:nvPicPr>
        <p:blipFill>
          <a:blip r:embed="rId2"/>
          <a:stretch>
            <a:fillRect/>
          </a:stretch>
        </p:blipFill>
        <p:spPr>
          <a:xfrm>
            <a:off x="11064240" y="740664"/>
            <a:ext cx="420624" cy="420624"/>
          </a:xfrm>
          <a:prstGeom prst="rect">
            <a:avLst/>
          </a:prstGeom>
        </p:spPr>
      </p:pic>
      <p:sp>
        <p:nvSpPr>
          <p:cNvPr id="7" name="Oval 6"/>
          <p:cNvSpPr/>
          <p:nvPr/>
        </p:nvSpPr>
        <p:spPr>
          <a:xfrm>
            <a:off x="749808" y="1691640"/>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number:1"/>
          <p:cNvSpPr txBox="1"/>
          <p:nvPr/>
        </p:nvSpPr>
        <p:spPr>
          <a:xfrm>
            <a:off x="749808" y="1714500"/>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9" name="body:Open the supplied image page."/>
          <p:cNvSpPr txBox="1"/>
          <p:nvPr/>
        </p:nvSpPr>
        <p:spPr>
          <a:xfrm>
            <a:off x="1325880" y="1682496"/>
            <a:ext cx="9893807" cy="459485"/>
          </a:xfrm>
          <a:prstGeom prst="rect">
            <a:avLst/>
          </a:prstGeom>
          <a:noFill/>
        </p:spPr>
        <p:txBody>
          <a:bodyPr wrap="none" lIns="0" tIns="0" rIns="0" bIns="0" anchor="t">
            <a:noAutofit/>
          </a:bodyPr>
          <a:lstStyle/>
          <a:p>
            <a:pPr>
              <a:lnSpc>
                <a:spcPct val="114000"/>
              </a:lnSpc>
              <a:spcBef>
                <a:spcPts val="0"/>
              </a:spcBef>
              <a:spcAft>
                <a:spcPts val="0"/>
              </a:spcAft>
              <a:buNone/>
              <a:defRPr sz="2700" b="1">
                <a:solidFill>
                  <a:srgbClr val="007F83"/>
                </a:solidFill>
                <a:latin typeface="Meiryo"/>
                <a:ea typeface="Meiryo"/>
                <a:cs typeface="Meiryo"/>
              </a:defRPr>
            </a:pPr>
            <a:r>
              <a:rPr sz="2700" b="1" u="sng">
                <a:solidFill>
                  <a:srgbClr val="007F83"/>
                </a:solidFill>
                <a:latin typeface="Meiryo"/>
                <a:ea typeface="Meiryo"/>
                <a:cs typeface="Meiryo"/>
                <a:hlinkClick r:id="rIdHandson9"/>
              </a:rPr>
              <a:t>Open the supplied image page.</a:t>
            </a:r>
          </a:p>
        </p:txBody>
      </p:sp>
      <p:sp>
        <p:nvSpPr>
          <p:cNvPr id="10" name="body:Open assets/setup/practice.png."/>
          <p:cNvSpPr txBox="1"/>
          <p:nvPr/>
        </p:nvSpPr>
        <p:spPr>
          <a:xfrm>
            <a:off x="1325880" y="2205990"/>
            <a:ext cx="9893807" cy="399542"/>
          </a:xfrm>
          <a:prstGeom prst="rect">
            <a:avLst/>
          </a:prstGeom>
          <a:noFill/>
        </p:spPr>
        <p:txBody>
          <a:bodyPr wrap="none" lIns="0" rIns="0" tIns="0" bIns="0" anchor="t">
            <a:spAutoFit/>
          </a:bodyPr>
          <a:lstStyle/>
          <a:p>
            <a:pPr>
              <a:lnSpc>
                <a:spcPct val="114000"/>
              </a:lnSpc>
              <a:spcBef>
                <a:spcPts val="0"/>
              </a:spcBef>
              <a:spcAft>
                <a:spcPts val="0"/>
              </a:spcAft>
              <a:buNone/>
              <a:defRPr sz="2300" b="0">
                <a:solidFill>
                  <a:srgbClr val="53656D"/>
                </a:solidFill>
                <a:latin typeface="Meiryo"/>
                <a:ea typeface="Meiryo"/>
                <a:cs typeface="Meiryo"/>
              </a:defRPr>
            </a:pPr>
            <a:r>
              <a:rPr sz="2300" b="0">
                <a:solidFill>
                  <a:srgbClr val="53656D"/>
                </a:solidFill>
                <a:latin typeface="Meiryo"/>
                <a:ea typeface="Meiryo"/>
                <a:cs typeface="Meiryo"/>
              </a:rPr>
              <a:t>Open assets/setup/practice.png.</a:t>
            </a:r>
          </a:p>
        </p:txBody>
      </p:sp>
      <p:sp>
        <p:nvSpPr>
          <p:cNvPr id="11" name="Oval 10"/>
          <p:cNvSpPr/>
          <p:nvPr/>
        </p:nvSpPr>
        <p:spPr>
          <a:xfrm>
            <a:off x="749808" y="2879851"/>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number:2"/>
          <p:cNvSpPr txBox="1"/>
          <p:nvPr/>
        </p:nvSpPr>
        <p:spPr>
          <a:xfrm>
            <a:off x="749808" y="2902711"/>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13" name="body:Select Download raw file to save the image."/>
          <p:cNvSpPr txBox="1"/>
          <p:nvPr/>
        </p:nvSpPr>
        <p:spPr>
          <a:xfrm>
            <a:off x="1325880" y="2870707"/>
            <a:ext cx="9893807" cy="459485"/>
          </a:xfrm>
          <a:prstGeom prst="rect">
            <a:avLst/>
          </a:prstGeom>
          <a:noFill/>
        </p:spPr>
        <p:txBody>
          <a:bodyPr wrap="none" lIns="0" rIns="0" tIns="0" bIns="0" anchor="t">
            <a:spAutoFit/>
          </a:bodyPr>
          <a:lstStyle/>
          <a:p>
            <a:pPr>
              <a:lnSpc>
                <a:spcPct val="114000"/>
              </a:lnSpc>
              <a:spcBef>
                <a:spcPts val="0"/>
              </a:spcBef>
              <a:spcAft>
                <a:spcPts val="0"/>
              </a:spcAft>
              <a:buNone/>
              <a:defRPr sz="2700" b="1">
                <a:solidFill>
                  <a:srgbClr val="1D343E"/>
                </a:solidFill>
                <a:latin typeface="Meiryo"/>
                <a:ea typeface="Meiryo"/>
                <a:cs typeface="Meiryo"/>
              </a:defRPr>
            </a:pPr>
            <a:r>
              <a:rPr sz="2700" b="1">
                <a:solidFill>
                  <a:srgbClr val="1D343E"/>
                </a:solidFill>
                <a:latin typeface="Meiryo"/>
                <a:ea typeface="Meiryo"/>
                <a:cs typeface="Meiryo"/>
              </a:rPr>
              <a:t>Select Download raw file to save the image.</a:t>
            </a:r>
          </a:p>
        </p:txBody>
      </p:sp>
      <p:sp>
        <p:nvSpPr>
          <p:cNvPr id="14" name="body:Use the down arrow at the top right. For an AI image, use that AI's download control."/>
          <p:cNvSpPr txBox="1"/>
          <p:nvPr/>
        </p:nvSpPr>
        <p:spPr>
          <a:xfrm>
            <a:off x="1325880" y="3394201"/>
            <a:ext cx="9893807" cy="399542"/>
          </a:xfrm>
          <a:prstGeom prst="rect">
            <a:avLst/>
          </a:prstGeom>
          <a:noFill/>
        </p:spPr>
        <p:txBody>
          <a:bodyPr wrap="none" lIns="0" tIns="0" rIns="0" bIns="0" anchor="t">
            <a:noAutofit/>
          </a:bodyPr>
          <a:lstStyle/>
          <a:p>
            <a:pPr>
              <a:lnSpc>
                <a:spcPct val="114000"/>
              </a:lnSpc>
              <a:spcBef>
                <a:spcPts val="0"/>
              </a:spcBef>
              <a:spcAft>
                <a:spcPts val="0"/>
              </a:spcAft>
              <a:buNone/>
              <a:defRPr sz="1700" b="0">
                <a:solidFill>
                  <a:srgbClr val="53656D"/>
                </a:solidFill>
                <a:latin typeface="Meiryo"/>
                <a:ea typeface="Meiryo"/>
                <a:cs typeface="Meiryo"/>
              </a:defRPr>
            </a:pPr>
            <a:r>
              <a:rPr sz="1700" b="0">
                <a:solidFill>
                  <a:srgbClr val="53656D"/>
                </a:solidFill>
                <a:latin typeface="Meiryo"/>
                <a:ea typeface="Meiryo"/>
                <a:cs typeface="Meiryo"/>
              </a:rPr>
              <a:t>Use the down arrow at the top right. For an AI image, use that AI's download control.</a:t>
            </a:r>
          </a:p>
        </p:txBody>
      </p:sp>
      <p:sp>
        <p:nvSpPr>
          <p:cNvPr id="15" name="Oval 14"/>
          <p:cNvSpPr/>
          <p:nvPr/>
        </p:nvSpPr>
        <p:spPr>
          <a:xfrm>
            <a:off x="749808" y="4068063"/>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number:3"/>
          <p:cNvSpPr txBox="1"/>
          <p:nvPr/>
        </p:nvSpPr>
        <p:spPr>
          <a:xfrm>
            <a:off x="749808" y="4090923"/>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3</a:t>
            </a:r>
          </a:p>
        </p:txBody>
      </p:sp>
      <p:sp>
        <p:nvSpPr>
          <p:cNvPr id="17" name="body:Open the saved file on your computer."/>
          <p:cNvSpPr txBox="1"/>
          <p:nvPr/>
        </p:nvSpPr>
        <p:spPr>
          <a:xfrm>
            <a:off x="1325880" y="4058919"/>
            <a:ext cx="9893807" cy="459485"/>
          </a:xfrm>
          <a:prstGeom prst="rect">
            <a:avLst/>
          </a:prstGeom>
          <a:noFill/>
        </p:spPr>
        <p:txBody>
          <a:bodyPr wrap="none" lIns="0" rIns="0" tIns="0" bIns="0" anchor="t">
            <a:spAutoFit/>
          </a:bodyPr>
          <a:lstStyle/>
          <a:p>
            <a:pPr>
              <a:lnSpc>
                <a:spcPct val="114000"/>
              </a:lnSpc>
              <a:spcBef>
                <a:spcPts val="0"/>
              </a:spcBef>
              <a:spcAft>
                <a:spcPts val="0"/>
              </a:spcAft>
              <a:buNone/>
              <a:defRPr sz="2700" b="1">
                <a:solidFill>
                  <a:srgbClr val="1D343E"/>
                </a:solidFill>
                <a:latin typeface="Meiryo"/>
                <a:ea typeface="Meiryo"/>
                <a:cs typeface="Meiryo"/>
              </a:defRPr>
            </a:pPr>
            <a:r>
              <a:rPr sz="2700" b="1">
                <a:solidFill>
                  <a:srgbClr val="1D343E"/>
                </a:solidFill>
                <a:latin typeface="Meiryo"/>
                <a:ea typeface="Meiryo"/>
                <a:cs typeface="Meiryo"/>
              </a:rPr>
              <a:t>Open the saved file on your computer.</a:t>
            </a:r>
          </a:p>
        </p:txBody>
      </p:sp>
      <p:sp>
        <p:nvSpPr>
          <p:cNvPr id="18" name="body:Look in Downloads or your chosen folder. Check that it is a PNG or JPEG."/>
          <p:cNvSpPr txBox="1"/>
          <p:nvPr/>
        </p:nvSpPr>
        <p:spPr>
          <a:xfrm>
            <a:off x="1325880" y="4582413"/>
            <a:ext cx="9893807" cy="399542"/>
          </a:xfrm>
          <a:prstGeom prst="rect">
            <a:avLst/>
          </a:prstGeom>
          <a:noFill/>
        </p:spPr>
        <p:txBody>
          <a:bodyPr wrap="none" lIns="0" tIns="0" rIns="0" bIns="0" anchor="t">
            <a:noAutofit/>
          </a:bodyPr>
          <a:lstStyle/>
          <a:p>
            <a:pPr>
              <a:lnSpc>
                <a:spcPct val="114000"/>
              </a:lnSpc>
              <a:spcBef>
                <a:spcPts val="0"/>
              </a:spcBef>
              <a:spcAft>
                <a:spcPts val="0"/>
              </a:spcAft>
              <a:buNone/>
              <a:defRPr sz="2000" b="0">
                <a:solidFill>
                  <a:srgbClr val="53656D"/>
                </a:solidFill>
                <a:latin typeface="Meiryo"/>
                <a:ea typeface="Meiryo"/>
                <a:cs typeface="Meiryo"/>
              </a:defRPr>
            </a:pPr>
            <a:r>
              <a:rPr sz="2000" b="0">
                <a:solidFill>
                  <a:srgbClr val="53656D"/>
                </a:solidFill>
                <a:latin typeface="Meiryo"/>
                <a:ea typeface="Meiryo"/>
                <a:cs typeface="Meiryo"/>
              </a:rPr>
              <a:t>Look in Downloads or your chosen folder. Check that it is a PNG or JPEG.</a:t>
            </a:r>
          </a:p>
        </p:txBody>
      </p:sp>
      <p:sp>
        <p:nvSpPr>
          <p:cNvPr id="19" name="Rectangle 18"/>
          <p:cNvSpPr/>
          <p:nvPr/>
        </p:nvSpPr>
        <p:spPr>
          <a:xfrm>
            <a:off x="594360" y="5605272"/>
            <a:ext cx="11000232" cy="630936"/>
          </a:xfrm>
          <a:prstGeom prst="rect">
            <a:avLst/>
          </a:prstGeom>
          <a:solidFill>
            <a:srgbClr val="FFF6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triangle-alert_9A6113.png"/>
          <p:cNvPicPr>
            <a:picLocks noChangeAspect="1"/>
          </p:cNvPicPr>
          <p:nvPr/>
        </p:nvPicPr>
        <p:blipFill>
          <a:blip r:embed="rId4"/>
          <a:stretch>
            <a:fillRect/>
          </a:stretch>
        </p:blipFill>
        <p:spPr>
          <a:xfrm>
            <a:off x="749808" y="5751576"/>
            <a:ext cx="283464" cy="283464"/>
          </a:xfrm>
          <a:prstGeom prst="rect">
            <a:avLst/>
          </a:prstGeom>
        </p:spPr>
      </p:pic>
      <p:sp>
        <p:nvSpPr>
          <p:cNvPr id="21" name="result:Save the image file itself. Copying the page URL will not save the image."/>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buNone/>
              <a:defRPr sz="2088" b="0">
                <a:solidFill>
                  <a:srgbClr val="9A6113"/>
                </a:solidFill>
                <a:latin typeface="Meiryo"/>
                <a:ea typeface="Meiryo"/>
                <a:cs typeface="Meiryo"/>
              </a:defRPr>
            </a:pPr>
            <a:r>
              <a:rPr sz="2088" b="0">
                <a:solidFill>
                  <a:srgbClr val="9A6113"/>
                </a:solidFill>
                <a:latin typeface="Meiryo"/>
                <a:ea typeface="Meiryo"/>
                <a:cs typeface="Meiryo"/>
              </a:rPr>
              <a:t>Save the image file itself. Copying the page URL will not save the image.</a:t>
            </a:r>
          </a:p>
        </p:txBody>
      </p:sp>
      <p:sp>
        <p:nvSpPr>
          <p:cNvPr id="22" name="tag:Setup checklist">
            <a:hlinkClick action="ppaction://hlinksldjump" r:id="rId5"/>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buNone/>
              <a:defRPr sz="1575" b="0">
                <a:solidFill>
                  <a:srgbClr val="007F80"/>
                </a:solidFill>
                <a:latin typeface="Meiryo"/>
                <a:ea typeface="Meiryo"/>
                <a:cs typeface="Meiryo"/>
              </a:defRPr>
            </a:pPr>
            <a:r>
              <a:rPr sz="1575" b="0">
                <a:solidFill>
                  <a:srgbClr val="007F80"/>
                </a:solidFill>
                <a:latin typeface="Meiryo"/>
                <a:ea typeface="Meiryo"/>
                <a:cs typeface="Meiryo"/>
              </a:rPr>
              <a:t>Setup checklist</a:t>
            </a:r>
          </a:p>
        </p:txBody>
      </p:sp>
      <p:sp>
        <p:nvSpPr>
          <p:cNvPr id="23" name="footer:AI and Data Literacy    Initial setup"/>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 and Data Literacy    Initial setup</a:t>
            </a:r>
          </a:p>
        </p:txBody>
      </p:sp>
      <p:sp>
        <p:nvSpPr>
          <p:cNvPr id="24" name="footer:16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16 / 37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3 / 5    Image and record"/>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buNone/>
              <a:defRPr sz="1800" b="1">
                <a:solidFill>
                  <a:srgbClr val="007F80"/>
                </a:solidFill>
                <a:latin typeface="Meiryo"/>
                <a:ea typeface="Meiryo"/>
                <a:cs typeface="Meiryo"/>
              </a:defRPr>
            </a:pPr>
            <a:r>
              <a:rPr sz="1800" b="1">
                <a:solidFill>
                  <a:srgbClr val="007F80"/>
                </a:solidFill>
                <a:latin typeface="Meiryo"/>
                <a:ea typeface="Meiryo"/>
                <a:cs typeface="Meiryo"/>
              </a:rPr>
              <a:t>3 / 5    Image and record</a:t>
            </a:r>
          </a:p>
        </p:txBody>
      </p:sp>
      <p:sp>
        <p:nvSpPr>
          <p:cNvPr id="4" name="title:Opening setup in your ai-learning"/>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buNone/>
              <a:defRPr sz="3400" b="1">
                <a:solidFill>
                  <a:srgbClr val="1D343E"/>
                </a:solidFill>
                <a:latin typeface="Meiryo"/>
                <a:ea typeface="Meiryo"/>
                <a:cs typeface="Meiryo"/>
              </a:defRPr>
            </a:pPr>
            <a:r>
              <a:rPr sz="3400" b="1">
                <a:solidFill>
                  <a:srgbClr val="1D343E"/>
                </a:solidFill>
                <a:latin typeface="Meiryo"/>
                <a:ea typeface="Meiryo"/>
                <a:cs typeface="Meiryo"/>
              </a:rPr>
              <a:t>Opening setup in your ai-learning</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older_007F80.png"/>
          <p:cNvPicPr>
            <a:picLocks noChangeAspect="1"/>
          </p:cNvPicPr>
          <p:nvPr/>
        </p:nvPicPr>
        <p:blipFill>
          <a:blip r:embed="rId2"/>
          <a:stretch>
            <a:fillRect/>
          </a:stretch>
        </p:blipFill>
        <p:spPr>
          <a:xfrm>
            <a:off x="11064240" y="740664"/>
            <a:ext cx="420624" cy="420624"/>
          </a:xfrm>
          <a:prstGeom prst="rect">
            <a:avLst/>
          </a:prstGeom>
        </p:spPr>
      </p:pic>
      <p:sp>
        <p:nvSpPr>
          <p:cNvPr id="7" name="caption:The screenshot shows the instructor's template. Work in your own Private copy."/>
          <p:cNvSpPr txBox="1"/>
          <p:nvPr/>
        </p:nvSpPr>
        <p:spPr>
          <a:xfrm>
            <a:off x="758952" y="1481328"/>
            <a:ext cx="10789920" cy="342900"/>
          </a:xfrm>
          <a:prstGeom prst="rect">
            <a:avLst/>
          </a:prstGeom>
          <a:noFill/>
        </p:spPr>
        <p:txBody>
          <a:bodyPr wrap="none" lIns="0" rIns="0" t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The screenshot shows the instructor's template. Work in your own Private copy.</a:t>
            </a:r>
          </a:p>
        </p:txBody>
      </p:sp>
      <p:sp>
        <p:nvSpPr>
          <p:cNvPr id="8" name="Rectangle 7"/>
          <p:cNvSpPr/>
          <p:nvPr/>
        </p:nvSpPr>
        <p:spPr>
          <a:xfrm>
            <a:off x="594360" y="1847088"/>
            <a:ext cx="11000232" cy="2990088"/>
          </a:xfrm>
          <a:prstGeom prst="rect">
            <a:avLst/>
          </a:prstGeom>
          <a:solidFill>
            <a:srgbClr val="F5F7F8"/>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v13_s14_img2.png"/>
          <p:cNvPicPr>
            <a:picLocks noChangeAspect="1"/>
          </p:cNvPicPr>
          <p:nvPr/>
        </p:nvPicPr>
        <p:blipFill>
          <a:blip r:embed="rId4"/>
          <a:stretch>
            <a:fillRect/>
          </a:stretch>
        </p:blipFill>
        <p:spPr>
          <a:xfrm>
            <a:off x="768096" y="2276248"/>
            <a:ext cx="10652760" cy="2140911"/>
          </a:xfrm>
          <a:prstGeom prst="rect">
            <a:avLst/>
          </a:prstGeom>
        </p:spPr>
      </p:pic>
      <p:sp>
        <p:nvSpPr>
          <p:cNvPr id="10" name="Oval 9"/>
          <p:cNvSpPr/>
          <p:nvPr/>
        </p:nvSpPr>
        <p:spPr>
          <a:xfrm>
            <a:off x="758952" y="5047488"/>
            <a:ext cx="365760" cy="365760"/>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number:1"/>
          <p:cNvSpPr txBox="1"/>
          <p:nvPr/>
        </p:nvSpPr>
        <p:spPr>
          <a:xfrm>
            <a:off x="758952" y="5070348"/>
            <a:ext cx="365760" cy="365760"/>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2" name="body:Open your own ai-learning."/>
          <p:cNvSpPr txBox="1"/>
          <p:nvPr/>
        </p:nvSpPr>
        <p:spPr>
          <a:xfrm>
            <a:off x="1307592" y="5038344"/>
            <a:ext cx="4709160" cy="457200"/>
          </a:xfrm>
          <a:prstGeom prst="rect">
            <a:avLst/>
          </a:prstGeom>
          <a:noFill/>
        </p:spPr>
        <p:txBody>
          <a:bodyPr wrap="none" lIns="0" tIns="0" rIns="0" bIns="0" anchor="t">
            <a:noAutofit/>
          </a:bodyPr>
          <a:lstStyle/>
          <a:p>
            <a:pPr>
              <a:lnSpc>
                <a:spcPct val="114000"/>
              </a:lnSpc>
              <a:spcBef>
                <a:spcPts val="0"/>
              </a:spcBef>
              <a:spcAft>
                <a:spcPts val="0"/>
              </a:spcAft>
              <a:buNone/>
              <a:defRPr sz="2325" b="1">
                <a:solidFill>
                  <a:srgbClr val="1D343E"/>
                </a:solidFill>
                <a:latin typeface="Meiryo"/>
                <a:ea typeface="Meiryo"/>
                <a:cs typeface="Meiryo"/>
              </a:defRPr>
            </a:pPr>
            <a:r>
              <a:rPr sz="2325" b="1">
                <a:solidFill>
                  <a:srgbClr val="1D343E"/>
                </a:solidFill>
                <a:latin typeface="Meiryo"/>
                <a:ea typeface="Meiryo"/>
                <a:cs typeface="Meiryo"/>
              </a:rPr>
              <a:t>Open your own ai-learning.</a:t>
            </a:r>
          </a:p>
        </p:txBody>
      </p:sp>
      <p:sp>
        <p:nvSpPr>
          <p:cNvPr id="13" name="Oval 12"/>
          <p:cNvSpPr/>
          <p:nvPr/>
        </p:nvSpPr>
        <p:spPr>
          <a:xfrm>
            <a:off x="6051588" y="5047488"/>
            <a:ext cx="365760" cy="365760"/>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number:2"/>
          <p:cNvSpPr txBox="1"/>
          <p:nvPr/>
        </p:nvSpPr>
        <p:spPr>
          <a:xfrm>
            <a:off x="6069002" y="5070348"/>
            <a:ext cx="365760" cy="365760"/>
          </a:xfrm>
          <a:prstGeom prst="rect">
            <a:avLst/>
          </a:prstGeom>
          <a:noFill/>
        </p:spPr>
        <p:txBody>
          <a:bodyPr wrap="none" lIns="0" tIns="0" rIns="0" bIns="0" anchor="t">
            <a:spAutoFit/>
          </a:bodyPr>
          <a:lstStyle/>
          <a:p>
            <a:pPr algn="ctr">
              <a:lnSpc>
                <a:spcPct val="114000"/>
              </a:lnSpc>
              <a:spcBef>
                <a:spcPts val="0"/>
              </a:spcBef>
              <a:spcAft>
                <a:spcPts val="0"/>
              </a:spcAft>
              <a:defRPr sz="1900" b="1">
                <a:solidFill>
                  <a:srgbClr val="FFFFFF"/>
                </a:solidFill>
                <a:latin typeface="Meiryo"/>
              </a:defRPr>
            </a:pPr>
            <a:r>
              <a:rPr sz="1900" b="1" dirty="0">
                <a:solidFill>
                  <a:srgbClr val="FFFFFF"/>
                </a:solidFill>
                <a:latin typeface="Meiryo"/>
                <a:ea typeface="Meiryo"/>
                <a:cs typeface="Meiryo"/>
              </a:rPr>
              <a:t>2</a:t>
            </a:r>
          </a:p>
        </p:txBody>
      </p:sp>
      <p:sp>
        <p:nvSpPr>
          <p:cNvPr id="15" name="body:Find setup/README.md."/>
          <p:cNvSpPr txBox="1"/>
          <p:nvPr/>
        </p:nvSpPr>
        <p:spPr>
          <a:xfrm>
            <a:off x="6617642" y="5038344"/>
            <a:ext cx="4709160" cy="457200"/>
          </a:xfrm>
          <a:prstGeom prst="rect">
            <a:avLst/>
          </a:prstGeom>
          <a:noFill/>
        </p:spPr>
        <p:txBody>
          <a:bodyPr wrap="none" lIns="0" tIns="0" rIns="0" bIns="0" anchor="t">
            <a:noAutofit/>
          </a:bodyPr>
          <a:lstStyle/>
          <a:p>
            <a:pPr>
              <a:lnSpc>
                <a:spcPct val="114000"/>
              </a:lnSpc>
              <a:spcBef>
                <a:spcPts val="0"/>
              </a:spcBef>
              <a:spcAft>
                <a:spcPts val="0"/>
              </a:spcAft>
              <a:buNone/>
              <a:defRPr sz="2400" b="1">
                <a:solidFill>
                  <a:srgbClr val="1D343E"/>
                </a:solidFill>
                <a:latin typeface="Meiryo"/>
                <a:ea typeface="Meiryo"/>
                <a:cs typeface="Meiryo"/>
              </a:defRPr>
            </a:pPr>
            <a:r>
              <a:rPr sz="2400" b="1">
                <a:solidFill>
                  <a:srgbClr val="1D343E"/>
                </a:solidFill>
                <a:latin typeface="Meiryo"/>
                <a:ea typeface="Meiryo"/>
                <a:cs typeface="Meiryo"/>
              </a:rPr>
              <a:t>Find setup/README.md.</a:t>
            </a:r>
          </a:p>
        </p:txBody>
      </p:sp>
      <p:sp>
        <p:nvSpPr>
          <p:cNvPr id="16" name="Rectangle 15"/>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ircle-check_007F80.png"/>
          <p:cNvPicPr>
            <a:picLocks noChangeAspect="1"/>
          </p:cNvPicPr>
          <p:nvPr/>
        </p:nvPicPr>
        <p:blipFill>
          <a:blip r:embed="rId5"/>
          <a:stretch>
            <a:fillRect/>
          </a:stretch>
        </p:blipFill>
        <p:spPr>
          <a:xfrm>
            <a:off x="749808" y="5751576"/>
            <a:ext cx="283464" cy="283464"/>
          </a:xfrm>
          <a:prstGeom prst="rect">
            <a:avLst/>
          </a:prstGeom>
        </p:spPr>
      </p:pic>
      <p:sp>
        <p:nvSpPr>
          <p:cNvPr id="18" name="result:Use the top-right menu, Your repositories, then ai-learning to return to your copy."/>
          <p:cNvSpPr txBox="1"/>
          <p:nvPr/>
        </p:nvSpPr>
        <p:spPr>
          <a:xfrm>
            <a:off x="1179576" y="5710428"/>
            <a:ext cx="10168128" cy="438912"/>
          </a:xfrm>
          <a:prstGeom prst="rect">
            <a:avLst/>
          </a:prstGeom>
          <a:noFill/>
        </p:spPr>
        <p:txBody>
          <a:bodyPr wrap="none" lIns="0" tIns="0" rIns="0" bIns="0" anchor="t">
            <a:noAutofit/>
          </a:bodyPr>
          <a:lstStyle/>
          <a:p>
            <a:pPr>
              <a:lnSpc>
                <a:spcPct val="114000"/>
              </a:lnSpc>
              <a:spcBef>
                <a:spcPts val="0"/>
              </a:spcBef>
              <a:spcAft>
                <a:spcPts val="0"/>
              </a:spcAft>
              <a:buNone/>
              <a:defRPr sz="1863" b="0">
                <a:solidFill>
                  <a:srgbClr val="1D343E"/>
                </a:solidFill>
                <a:latin typeface="Meiryo"/>
                <a:ea typeface="Meiryo"/>
                <a:cs typeface="Meiryo"/>
              </a:defRPr>
            </a:pPr>
            <a:r>
              <a:rPr sz="1863" b="0">
                <a:solidFill>
                  <a:srgbClr val="1D343E"/>
                </a:solidFill>
                <a:latin typeface="Meiryo"/>
                <a:ea typeface="Meiryo"/>
                <a:cs typeface="Meiryo"/>
              </a:rPr>
              <a:t>Use the top-right menu, Your repositories, then ai-learning to return to your copy.</a:t>
            </a:r>
          </a:p>
        </p:txBody>
      </p:sp>
      <p:sp>
        <p:nvSpPr>
          <p:cNvPr id="19" name="tag:Setup checklist">
            <a:hlinkClick action="ppaction://hlinksldjump" r:id="rId6"/>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buNone/>
              <a:defRPr sz="1575" b="0">
                <a:solidFill>
                  <a:srgbClr val="007F80"/>
                </a:solidFill>
                <a:latin typeface="Meiryo"/>
                <a:ea typeface="Meiryo"/>
                <a:cs typeface="Meiryo"/>
              </a:defRPr>
            </a:pPr>
            <a:r>
              <a:rPr sz="1575" b="0">
                <a:solidFill>
                  <a:srgbClr val="007F80"/>
                </a:solidFill>
                <a:latin typeface="Meiryo"/>
                <a:ea typeface="Meiryo"/>
                <a:cs typeface="Meiryo"/>
              </a:rPr>
              <a:t>Setup checklist</a:t>
            </a:r>
          </a:p>
        </p:txBody>
      </p:sp>
      <p:sp>
        <p:nvSpPr>
          <p:cNvPr id="20" name="footer:AI and Data Literacy    Initial setup"/>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 and Data Literacy    Initial setup</a:t>
            </a:r>
          </a:p>
        </p:txBody>
      </p:sp>
      <p:sp>
        <p:nvSpPr>
          <p:cNvPr id="21" name="footer:17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17 / 37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3 / 5    Image and record"/>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buNone/>
              <a:defRPr sz="1800" b="1">
                <a:solidFill>
                  <a:srgbClr val="007F80"/>
                </a:solidFill>
                <a:latin typeface="Meiryo"/>
                <a:ea typeface="Meiryo"/>
                <a:cs typeface="Meiryo"/>
              </a:defRPr>
            </a:pPr>
            <a:r>
              <a:rPr sz="1800" b="1">
                <a:solidFill>
                  <a:srgbClr val="007F80"/>
                </a:solidFill>
                <a:latin typeface="Meiryo"/>
                <a:ea typeface="Meiryo"/>
                <a:cs typeface="Meiryo"/>
              </a:rPr>
              <a:t>3 / 5    Image and record</a:t>
            </a:r>
          </a:p>
        </p:txBody>
      </p:sp>
      <p:sp>
        <p:nvSpPr>
          <p:cNvPr id="4" name="title:Uploading an image with Add file"/>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buNone/>
              <a:defRPr sz="3400" b="1">
                <a:solidFill>
                  <a:srgbClr val="1D343E"/>
                </a:solidFill>
                <a:latin typeface="Meiryo"/>
                <a:ea typeface="Meiryo"/>
                <a:cs typeface="Meiryo"/>
              </a:defRPr>
            </a:pPr>
            <a:r>
              <a:rPr sz="3400" b="1">
                <a:solidFill>
                  <a:srgbClr val="1D343E"/>
                </a:solidFill>
                <a:latin typeface="Meiryo"/>
                <a:ea typeface="Meiryo"/>
                <a:cs typeface="Meiryo"/>
              </a:rPr>
              <a:t>Uploading an image with Add file</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pload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645920"/>
            <a:ext cx="6565392" cy="3575304"/>
          </a:xfrm>
          <a:prstGeom prst="rect">
            <a:avLst/>
          </a:prstGeom>
          <a:solidFill>
            <a:srgbClr val="F5F7F8"/>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rop_15_790_0_1440_252.png"/>
          <p:cNvPicPr>
            <a:picLocks noChangeAspect="1"/>
          </p:cNvPicPr>
          <p:nvPr/>
        </p:nvPicPr>
        <p:blipFill>
          <a:blip r:embed="rId4"/>
          <a:stretch>
            <a:fillRect/>
          </a:stretch>
        </p:blipFill>
        <p:spPr>
          <a:xfrm>
            <a:off x="731520" y="2186639"/>
            <a:ext cx="6291072" cy="2439000"/>
          </a:xfrm>
          <a:prstGeom prst="rect">
            <a:avLst/>
          </a:prstGeom>
        </p:spPr>
      </p:pic>
      <p:sp>
        <p:nvSpPr>
          <p:cNvPr id="9" name="caption:Cropped example from GitHub Docs"/>
          <p:cNvSpPr txBox="1"/>
          <p:nvPr/>
        </p:nvSpPr>
        <p:spPr>
          <a:xfrm>
            <a:off x="740664" y="5221224"/>
            <a:ext cx="6492240" cy="342900"/>
          </a:xfrm>
          <a:prstGeom prst="rect">
            <a:avLst/>
          </a:prstGeom>
          <a:noFill/>
        </p:spPr>
        <p:txBody>
          <a:bodyPr wrap="none" lIns="0" rIns="0" t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Cropped example from GitHub Docs</a:t>
            </a:r>
          </a:p>
        </p:txBody>
      </p:sp>
      <p:sp>
        <p:nvSpPr>
          <p:cNvPr id="10" name="Oval 9"/>
          <p:cNvSpPr/>
          <p:nvPr/>
        </p:nvSpPr>
        <p:spPr>
          <a:xfrm>
            <a:off x="7406640" y="1728216"/>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number:1"/>
          <p:cNvSpPr txBox="1"/>
          <p:nvPr/>
        </p:nvSpPr>
        <p:spPr>
          <a:xfrm>
            <a:off x="7406640" y="1751075"/>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2" name="body:Select Add file."/>
          <p:cNvSpPr txBox="1"/>
          <p:nvPr/>
        </p:nvSpPr>
        <p:spPr>
          <a:xfrm>
            <a:off x="7982712" y="1719072"/>
            <a:ext cx="3557015" cy="429514"/>
          </a:xfrm>
          <a:prstGeom prst="rect">
            <a:avLst/>
          </a:prstGeom>
          <a:noFill/>
        </p:spPr>
        <p:txBody>
          <a:bodyPr wrap="none" lIns="0" rIns="0" tIns="0" bIns="0" anchor="t">
            <a:spAutoFit/>
          </a:bodyPr>
          <a:lstStyle/>
          <a:p>
            <a:pPr>
              <a:lnSpc>
                <a:spcPct val="114000"/>
              </a:lnSpc>
              <a:spcBef>
                <a:spcPts val="0"/>
              </a:spcBef>
              <a:spcAft>
                <a:spcPts val="0"/>
              </a:spcAft>
              <a:buNone/>
              <a:defRPr sz="2500" b="1">
                <a:solidFill>
                  <a:srgbClr val="1D343E"/>
                </a:solidFill>
                <a:latin typeface="Meiryo"/>
                <a:ea typeface="Meiryo"/>
                <a:cs typeface="Meiryo"/>
              </a:defRPr>
            </a:pPr>
            <a:r>
              <a:rPr sz="2500" b="1">
                <a:solidFill>
                  <a:srgbClr val="1D343E"/>
                </a:solidFill>
                <a:latin typeface="Meiryo"/>
                <a:ea typeface="Meiryo"/>
                <a:cs typeface="Meiryo"/>
              </a:rPr>
              <a:t>Select Add file.</a:t>
            </a:r>
          </a:p>
        </p:txBody>
      </p:sp>
      <p:sp>
        <p:nvSpPr>
          <p:cNvPr id="13" name="body:Work in your own&#10;setup folder."/>
          <p:cNvSpPr txBox="1"/>
          <p:nvPr/>
        </p:nvSpPr>
        <p:spPr>
          <a:xfrm>
            <a:off x="7982712" y="2212594"/>
            <a:ext cx="3557015" cy="744220"/>
          </a:xfrm>
          <a:prstGeom prst="rect">
            <a:avLst/>
          </a:prstGeom>
          <a:noFill/>
        </p:spPr>
        <p:txBody>
          <a:bodyPr wrap="none" lIns="0" rIns="0" tIns="0" bIns="0" anchor="t">
            <a:spAutoFit/>
          </a:bodyPr>
          <a:lstStyle/>
          <a:p>
            <a:pPr>
              <a:lnSpc>
                <a:spcPct val="114000"/>
              </a:lnSpc>
              <a:spcBef>
                <a:spcPts val="0"/>
              </a:spcBef>
              <a:spcAft>
                <a:spcPts val="0"/>
              </a:spcAft>
              <a:buNone/>
              <a:defRPr sz="1963" b="0">
                <a:solidFill>
                  <a:srgbClr val="53656D"/>
                </a:solidFill>
                <a:latin typeface="Meiryo"/>
                <a:ea typeface="Meiryo"/>
                <a:cs typeface="Meiryo"/>
              </a:defRPr>
            </a:pPr>
            <a:r>
              <a:rPr sz="1963" b="0">
                <a:solidFill>
                  <a:srgbClr val="53656D"/>
                </a:solidFill>
                <a:latin typeface="Meiryo"/>
                <a:ea typeface="Meiryo"/>
                <a:cs typeface="Meiryo"/>
              </a:rPr>
              <a:t>Work in your own</a:t>
            </a:r>
          </a:p>
          <a:p>
            <a:pPr>
              <a:lnSpc>
                <a:spcPct val="114000"/>
              </a:lnSpc>
              <a:spcBef>
                <a:spcPts val="0"/>
              </a:spcBef>
              <a:spcAft>
                <a:spcPts val="0"/>
              </a:spcAft>
              <a:buNone/>
              <a:defRPr sz="1963" b="0">
                <a:solidFill>
                  <a:srgbClr val="53656D"/>
                </a:solidFill>
                <a:latin typeface="Meiryo"/>
                <a:ea typeface="Meiryo"/>
                <a:cs typeface="Meiryo"/>
              </a:defRPr>
            </a:pPr>
            <a:r>
              <a:rPr sz="1963" b="0">
                <a:solidFill>
                  <a:srgbClr val="53656D"/>
                </a:solidFill>
                <a:latin typeface="Meiryo"/>
                <a:ea typeface="Meiryo"/>
                <a:cs typeface="Meiryo"/>
              </a:rPr>
              <a:t>setup folder.</a:t>
            </a:r>
          </a:p>
        </p:txBody>
      </p:sp>
      <p:sp>
        <p:nvSpPr>
          <p:cNvPr id="14" name="Oval 13"/>
          <p:cNvSpPr/>
          <p:nvPr/>
        </p:nvSpPr>
        <p:spPr>
          <a:xfrm>
            <a:off x="7406640" y="3313430"/>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number:2"/>
          <p:cNvSpPr txBox="1"/>
          <p:nvPr/>
        </p:nvSpPr>
        <p:spPr>
          <a:xfrm>
            <a:off x="7406640" y="3336289"/>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16" name="body:Select Upload files."/>
          <p:cNvSpPr txBox="1"/>
          <p:nvPr/>
        </p:nvSpPr>
        <p:spPr>
          <a:xfrm>
            <a:off x="7982712" y="3304286"/>
            <a:ext cx="3557015" cy="429514"/>
          </a:xfrm>
          <a:prstGeom prst="rect">
            <a:avLst/>
          </a:prstGeom>
          <a:noFill/>
        </p:spPr>
        <p:txBody>
          <a:bodyPr wrap="none" lIns="0" rIns="0" tIns="0" bIns="0" anchor="t">
            <a:spAutoFit/>
          </a:bodyPr>
          <a:lstStyle/>
          <a:p>
            <a:pPr>
              <a:lnSpc>
                <a:spcPct val="114000"/>
              </a:lnSpc>
              <a:spcBef>
                <a:spcPts val="0"/>
              </a:spcBef>
              <a:spcAft>
                <a:spcPts val="0"/>
              </a:spcAft>
              <a:buNone/>
              <a:defRPr sz="2500" b="1">
                <a:solidFill>
                  <a:srgbClr val="1D343E"/>
                </a:solidFill>
                <a:latin typeface="Meiryo"/>
                <a:ea typeface="Meiryo"/>
                <a:cs typeface="Meiryo"/>
              </a:defRPr>
            </a:pPr>
            <a:r>
              <a:rPr sz="2500" b="1">
                <a:solidFill>
                  <a:srgbClr val="1D343E"/>
                </a:solidFill>
                <a:latin typeface="Meiryo"/>
                <a:ea typeface="Meiryo"/>
                <a:cs typeface="Meiryo"/>
              </a:rPr>
              <a:t>Select Upload files.</a:t>
            </a:r>
          </a:p>
        </p:txBody>
      </p:sp>
      <p:sp>
        <p:nvSpPr>
          <p:cNvPr id="17" name="body:This opens the&#10;file selection page."/>
          <p:cNvSpPr txBox="1"/>
          <p:nvPr/>
        </p:nvSpPr>
        <p:spPr>
          <a:xfrm>
            <a:off x="7982712" y="3797808"/>
            <a:ext cx="3557015" cy="744220"/>
          </a:xfrm>
          <a:prstGeom prst="rect">
            <a:avLst/>
          </a:prstGeom>
          <a:noFill/>
        </p:spPr>
        <p:txBody>
          <a:bodyPr wrap="none" lIns="0" rIns="0" tIns="0" bIns="0" anchor="t">
            <a:spAutoFit/>
          </a:bodyPr>
          <a:lstStyle/>
          <a:p>
            <a:pPr>
              <a:lnSpc>
                <a:spcPct val="114000"/>
              </a:lnSpc>
              <a:spcBef>
                <a:spcPts val="0"/>
              </a:spcBef>
              <a:spcAft>
                <a:spcPts val="0"/>
              </a:spcAft>
              <a:buNone/>
              <a:defRPr sz="1963" b="0">
                <a:solidFill>
                  <a:srgbClr val="53656D"/>
                </a:solidFill>
                <a:latin typeface="Meiryo"/>
                <a:ea typeface="Meiryo"/>
                <a:cs typeface="Meiryo"/>
              </a:defRPr>
            </a:pPr>
            <a:r>
              <a:rPr sz="1963" b="0">
                <a:solidFill>
                  <a:srgbClr val="53656D"/>
                </a:solidFill>
                <a:latin typeface="Meiryo"/>
                <a:ea typeface="Meiryo"/>
                <a:cs typeface="Meiryo"/>
              </a:rPr>
              <a:t>This opens the</a:t>
            </a:r>
          </a:p>
          <a:p>
            <a:pPr>
              <a:lnSpc>
                <a:spcPct val="114000"/>
              </a:lnSpc>
              <a:spcBef>
                <a:spcPts val="0"/>
              </a:spcBef>
              <a:spcAft>
                <a:spcPts val="0"/>
              </a:spcAft>
              <a:buNone/>
              <a:defRPr sz="1963" b="0">
                <a:solidFill>
                  <a:srgbClr val="53656D"/>
                </a:solidFill>
                <a:latin typeface="Meiryo"/>
                <a:ea typeface="Meiryo"/>
                <a:cs typeface="Meiryo"/>
              </a:defRPr>
            </a:pPr>
            <a:r>
              <a:rPr sz="1963" b="0">
                <a:solidFill>
                  <a:srgbClr val="53656D"/>
                </a:solidFill>
                <a:latin typeface="Meiryo"/>
                <a:ea typeface="Meiryo"/>
                <a:cs typeface="Meiryo"/>
              </a:rPr>
              <a:t>file selection page.</a:t>
            </a:r>
          </a:p>
        </p:txBody>
      </p:sp>
      <p:sp>
        <p:nvSpPr>
          <p:cNvPr id="18" name="Rectangle 17"/>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ircle-check_007F80.png"/>
          <p:cNvPicPr>
            <a:picLocks noChangeAspect="1"/>
          </p:cNvPicPr>
          <p:nvPr/>
        </p:nvPicPr>
        <p:blipFill>
          <a:blip r:embed="rId5"/>
          <a:stretch>
            <a:fillRect/>
          </a:stretch>
        </p:blipFill>
        <p:spPr>
          <a:xfrm>
            <a:off x="749808" y="5751576"/>
            <a:ext cx="283464" cy="283464"/>
          </a:xfrm>
          <a:prstGeom prst="rect">
            <a:avLst/>
          </a:prstGeom>
        </p:spPr>
      </p:pic>
      <p:sp>
        <p:nvSpPr>
          <p:cNvPr id="20" name="result:After selecting Upload files, choose the image saved on your computer."/>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buNone/>
              <a:defRPr sz="2088" b="0">
                <a:solidFill>
                  <a:srgbClr val="1D343E"/>
                </a:solidFill>
                <a:latin typeface="Meiryo"/>
                <a:ea typeface="Meiryo"/>
                <a:cs typeface="Meiryo"/>
              </a:defRPr>
            </a:pPr>
            <a:r>
              <a:rPr sz="2088" b="0">
                <a:solidFill>
                  <a:srgbClr val="1D343E"/>
                </a:solidFill>
                <a:latin typeface="Meiryo"/>
                <a:ea typeface="Meiryo"/>
                <a:cs typeface="Meiryo"/>
              </a:rPr>
              <a:t>After selecting Upload files, choose the image saved on your computer.</a:t>
            </a:r>
          </a:p>
        </p:txBody>
      </p:sp>
      <p:sp>
        <p:nvSpPr>
          <p:cNvPr id="21" name="tag:Setup checklist">
            <a:hlinkClick action="ppaction://hlinksldjump" r:id="rId6"/>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buNone/>
              <a:defRPr sz="1575" b="0">
                <a:solidFill>
                  <a:srgbClr val="007F80"/>
                </a:solidFill>
                <a:latin typeface="Meiryo"/>
                <a:ea typeface="Meiryo"/>
                <a:cs typeface="Meiryo"/>
              </a:defRPr>
            </a:pPr>
            <a:r>
              <a:rPr sz="1575" b="0">
                <a:solidFill>
                  <a:srgbClr val="007F80"/>
                </a:solidFill>
                <a:latin typeface="Meiryo"/>
                <a:ea typeface="Meiryo"/>
                <a:cs typeface="Meiryo"/>
              </a:rPr>
              <a:t>Setup checklist</a:t>
            </a:r>
          </a:p>
        </p:txBody>
      </p:sp>
      <p:sp>
        <p:nvSpPr>
          <p:cNvPr id="22" name="footer:AI and Data Literacy    Initial setup"/>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 and Data Literacy    Initial setup</a:t>
            </a:r>
          </a:p>
        </p:txBody>
      </p:sp>
      <p:sp>
        <p:nvSpPr>
          <p:cNvPr id="23" name="footer:18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18 / 37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3 / 5    Image and record"/>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buNone/>
              <a:defRPr sz="1800" b="1">
                <a:solidFill>
                  <a:srgbClr val="007F80"/>
                </a:solidFill>
                <a:latin typeface="Meiryo"/>
                <a:ea typeface="Meiryo"/>
                <a:cs typeface="Meiryo"/>
              </a:defRPr>
            </a:pPr>
            <a:r>
              <a:rPr sz="1800" b="1">
                <a:solidFill>
                  <a:srgbClr val="007F80"/>
                </a:solidFill>
                <a:latin typeface="Meiryo"/>
                <a:ea typeface="Meiryo"/>
                <a:cs typeface="Meiryo"/>
              </a:rPr>
              <a:t>3 / 5    Image and record</a:t>
            </a:r>
          </a:p>
        </p:txBody>
      </p:sp>
      <p:sp>
        <p:nvSpPr>
          <p:cNvPr id="4" name="title:Saving with Commit changes"/>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buNone/>
              <a:defRPr sz="3400" b="1">
                <a:solidFill>
                  <a:srgbClr val="1D343E"/>
                </a:solidFill>
                <a:latin typeface="Meiryo"/>
                <a:ea typeface="Meiryo"/>
                <a:cs typeface="Meiryo"/>
              </a:defRPr>
            </a:pPr>
            <a:r>
              <a:rPr sz="3400" b="1">
                <a:solidFill>
                  <a:srgbClr val="1D343E"/>
                </a:solidFill>
                <a:latin typeface="Meiryo"/>
                <a:ea typeface="Meiryo"/>
                <a:cs typeface="Meiryo"/>
              </a:rPr>
              <a:t>Saving with Commit changes</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git-commit-horizontal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700784"/>
            <a:ext cx="6565392" cy="3538728"/>
          </a:xfrm>
          <a:prstGeom prst="rect">
            <a:avLst/>
          </a:prstGeom>
          <a:solidFill>
            <a:srgbClr val="F5F7F8"/>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700784"/>
            <a:ext cx="6565392" cy="50292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ag:ai-learning / setup / Upload files"/>
          <p:cNvSpPr txBox="1"/>
          <p:nvPr/>
        </p:nvSpPr>
        <p:spPr>
          <a:xfrm>
            <a:off x="795528" y="1787652"/>
            <a:ext cx="6163055" cy="387858"/>
          </a:xfrm>
          <a:prstGeom prst="rect">
            <a:avLst/>
          </a:prstGeom>
          <a:noFill/>
        </p:spPr>
        <p:txBody>
          <a:bodyPr wrap="none" lIns="0" rIns="0" tIns="0" bIns="0" anchor="t">
            <a:spAutoFit/>
          </a:bodyPr>
          <a:lstStyle/>
          <a:p>
            <a:pPr>
              <a:lnSpc>
                <a:spcPct val="114000"/>
              </a:lnSpc>
              <a:spcBef>
                <a:spcPts val="0"/>
              </a:spcBef>
              <a:spcAft>
                <a:spcPts val="0"/>
              </a:spcAft>
              <a:defRPr sz="2100" b="0">
                <a:solidFill>
                  <a:srgbClr val="53656D"/>
                </a:solidFill>
                <a:latin typeface="Meiryo"/>
              </a:defRPr>
            </a:pPr>
            <a:r>
              <a:rPr sz="2100" b="0">
                <a:solidFill>
                  <a:srgbClr val="53656D"/>
                </a:solidFill>
                <a:latin typeface="Meiryo"/>
                <a:ea typeface="Meiryo"/>
                <a:cs typeface="Meiryo"/>
              </a:rPr>
              <a:t>ai-learning / setup / Upload files</a:t>
            </a:r>
          </a:p>
        </p:txBody>
      </p:sp>
      <p:sp>
        <p:nvSpPr>
          <p:cNvPr id="10" name="tag:File to upload"/>
          <p:cNvSpPr txBox="1"/>
          <p:nvPr/>
        </p:nvSpPr>
        <p:spPr>
          <a:xfrm>
            <a:off x="841248" y="2423160"/>
            <a:ext cx="6071616" cy="357886"/>
          </a:xfrm>
          <a:prstGeom prst="rect">
            <a:avLst/>
          </a:prstGeom>
          <a:noFill/>
        </p:spPr>
        <p:txBody>
          <a:bodyPr wrap="none" lIns="0" rIns="0" tIns="0" bIns="0" anchor="t">
            <a:spAutoFit/>
          </a:bodyPr>
          <a:lstStyle/>
          <a:p>
            <a:pPr>
              <a:lnSpc>
                <a:spcPct val="114000"/>
              </a:lnSpc>
              <a:spcBef>
                <a:spcPts val="0"/>
              </a:spcBef>
              <a:spcAft>
                <a:spcPts val="0"/>
              </a:spcAft>
              <a:buNone/>
              <a:defRPr sz="1900" b="0">
                <a:solidFill>
                  <a:srgbClr val="53656D"/>
                </a:solidFill>
                <a:latin typeface="Meiryo"/>
                <a:ea typeface="Meiryo"/>
                <a:cs typeface="Meiryo"/>
              </a:defRPr>
            </a:pPr>
            <a:r>
              <a:rPr sz="1900" b="0">
                <a:solidFill>
                  <a:srgbClr val="53656D"/>
                </a:solidFill>
                <a:latin typeface="Meiryo"/>
                <a:ea typeface="Meiryo"/>
                <a:cs typeface="Meiryo"/>
              </a:rPr>
              <a:t>File to upload</a:t>
            </a:r>
          </a:p>
        </p:txBody>
      </p:sp>
      <p:sp>
        <p:nvSpPr>
          <p:cNvPr id="11" name="Rectangle 10"/>
          <p:cNvSpPr/>
          <p:nvPr/>
        </p:nvSpPr>
        <p:spPr>
          <a:xfrm>
            <a:off x="841248" y="2761488"/>
            <a:ext cx="6071616" cy="576072"/>
          </a:xfrm>
          <a:prstGeom prst="rect">
            <a:avLst/>
          </a:prstGeom>
          <a:solidFill>
            <a:srgbClr val="FFFFFF"/>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input:One PNG or JPEG image"/>
          <p:cNvSpPr txBox="1"/>
          <p:nvPr/>
        </p:nvSpPr>
        <p:spPr>
          <a:xfrm>
            <a:off x="978408" y="2852928"/>
            <a:ext cx="5797296" cy="438912"/>
          </a:xfrm>
          <a:prstGeom prst="rect">
            <a:avLst/>
          </a:prstGeom>
          <a:noFill/>
        </p:spPr>
        <p:txBody>
          <a:bodyPr wrap="none" lIns="0" tIns="0" rIns="0" bIns="0" anchor="t">
            <a:noAutofit/>
          </a:bodyPr>
          <a:lstStyle/>
          <a:p>
            <a:pPr>
              <a:lnSpc>
                <a:spcPct val="114000"/>
              </a:lnSpc>
              <a:spcBef>
                <a:spcPts val="0"/>
              </a:spcBef>
              <a:spcAft>
                <a:spcPts val="0"/>
              </a:spcAft>
              <a:buNone/>
              <a:defRPr sz="2500" b="0">
                <a:solidFill>
                  <a:srgbClr val="1D343E"/>
                </a:solidFill>
                <a:latin typeface="Meiryo"/>
                <a:ea typeface="Meiryo"/>
                <a:cs typeface="Meiryo"/>
              </a:defRPr>
            </a:pPr>
            <a:r>
              <a:rPr sz="2500" b="0">
                <a:solidFill>
                  <a:srgbClr val="1D343E"/>
                </a:solidFill>
                <a:latin typeface="Meiryo"/>
                <a:ea typeface="Meiryo"/>
                <a:cs typeface="Meiryo"/>
              </a:rPr>
              <a:t>One PNG or JPEG image</a:t>
            </a:r>
          </a:p>
        </p:txBody>
      </p:sp>
      <p:sp>
        <p:nvSpPr>
          <p:cNvPr id="13" name="tag:Commit message"/>
          <p:cNvSpPr txBox="1"/>
          <p:nvPr/>
        </p:nvSpPr>
        <p:spPr>
          <a:xfrm>
            <a:off x="841248" y="3520440"/>
            <a:ext cx="6071616" cy="357886"/>
          </a:xfrm>
          <a:prstGeom prst="rect">
            <a:avLst/>
          </a:prstGeom>
          <a:noFill/>
        </p:spPr>
        <p:txBody>
          <a:bodyPr wrap="none" lIns="0" rIns="0" tIns="0" bIns="0" anchor="t">
            <a:spAutoFit/>
          </a:bodyPr>
          <a:lstStyle/>
          <a:p>
            <a:pPr>
              <a:lnSpc>
                <a:spcPct val="114000"/>
              </a:lnSpc>
              <a:spcBef>
                <a:spcPts val="0"/>
              </a:spcBef>
              <a:spcAft>
                <a:spcPts val="0"/>
              </a:spcAft>
              <a:buNone/>
              <a:defRPr sz="1900" b="0">
                <a:solidFill>
                  <a:srgbClr val="53656D"/>
                </a:solidFill>
                <a:latin typeface="Meiryo"/>
                <a:ea typeface="Meiryo"/>
                <a:cs typeface="Meiryo"/>
              </a:defRPr>
            </a:pPr>
            <a:r>
              <a:rPr sz="1900" b="0">
                <a:solidFill>
                  <a:srgbClr val="53656D"/>
                </a:solidFill>
                <a:latin typeface="Meiryo"/>
                <a:ea typeface="Meiryo"/>
                <a:cs typeface="Meiryo"/>
              </a:rPr>
              <a:t>Commit message</a:t>
            </a:r>
          </a:p>
        </p:txBody>
      </p:sp>
      <p:sp>
        <p:nvSpPr>
          <p:cNvPr id="14" name="Rectangle 13"/>
          <p:cNvSpPr/>
          <p:nvPr/>
        </p:nvSpPr>
        <p:spPr>
          <a:xfrm>
            <a:off x="841248" y="3858768"/>
            <a:ext cx="6071616" cy="576072"/>
          </a:xfrm>
          <a:prstGeom prst="rect">
            <a:avLst/>
          </a:prstGeom>
          <a:solidFill>
            <a:srgbClr val="FFFFFF"/>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nput:Add a practice image"/>
          <p:cNvSpPr txBox="1"/>
          <p:nvPr/>
        </p:nvSpPr>
        <p:spPr>
          <a:xfrm>
            <a:off x="978408" y="3950208"/>
            <a:ext cx="5797296" cy="438912"/>
          </a:xfrm>
          <a:prstGeom prst="rect">
            <a:avLst/>
          </a:prstGeom>
          <a:noFill/>
        </p:spPr>
        <p:txBody>
          <a:bodyPr wrap="none" lIns="0" rIns="0" tIns="0" bIns="0" anchor="t">
            <a:spAutoFit/>
          </a:bodyPr>
          <a:lstStyle/>
          <a:p>
            <a:pPr>
              <a:lnSpc>
                <a:spcPct val="114000"/>
              </a:lnSpc>
              <a:spcBef>
                <a:spcPts val="0"/>
              </a:spcBef>
              <a:spcAft>
                <a:spcPts val="0"/>
              </a:spcAft>
              <a:buNone/>
              <a:defRPr sz="2500" b="0">
                <a:solidFill>
                  <a:srgbClr val="1D343E"/>
                </a:solidFill>
                <a:latin typeface="Meiryo"/>
                <a:ea typeface="Meiryo"/>
                <a:cs typeface="Meiryo"/>
              </a:defRPr>
            </a:pPr>
            <a:r>
              <a:rPr sz="2500" b="0">
                <a:solidFill>
                  <a:srgbClr val="1D343E"/>
                </a:solidFill>
                <a:latin typeface="Meiryo"/>
                <a:ea typeface="Meiryo"/>
                <a:cs typeface="Meiryo"/>
              </a:rPr>
              <a:t>Add a practice image</a:t>
            </a:r>
          </a:p>
        </p:txBody>
      </p:sp>
      <p:sp>
        <p:nvSpPr>
          <p:cNvPr id="16" name="caption:Diagram showing the fields to use"/>
          <p:cNvSpPr txBox="1"/>
          <p:nvPr/>
        </p:nvSpPr>
        <p:spPr>
          <a:xfrm>
            <a:off x="731520" y="5294376"/>
            <a:ext cx="6291072" cy="342900"/>
          </a:xfrm>
          <a:prstGeom prst="rect">
            <a:avLst/>
          </a:prstGeom>
          <a:noFill/>
        </p:spPr>
        <p:txBody>
          <a:bodyPr wrap="none" lIns="0" rIns="0" t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Diagram showing the fields to use</a:t>
            </a:r>
          </a:p>
        </p:txBody>
      </p:sp>
      <p:sp>
        <p:nvSpPr>
          <p:cNvPr id="17" name="Oval 16"/>
          <p:cNvSpPr/>
          <p:nvPr/>
        </p:nvSpPr>
        <p:spPr>
          <a:xfrm>
            <a:off x="7406640" y="1728216"/>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number:1"/>
          <p:cNvSpPr txBox="1"/>
          <p:nvPr/>
        </p:nvSpPr>
        <p:spPr>
          <a:xfrm>
            <a:off x="7406640" y="1751075"/>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9" name="body:Use choose your files&#10;to select one image."/>
          <p:cNvSpPr txBox="1"/>
          <p:nvPr/>
        </p:nvSpPr>
        <p:spPr>
          <a:xfrm>
            <a:off x="7982712" y="1719072"/>
            <a:ext cx="3557015" cy="804164"/>
          </a:xfrm>
          <a:prstGeom prst="rect">
            <a:avLst/>
          </a:prstGeom>
          <a:noFill/>
        </p:spPr>
        <p:txBody>
          <a:bodyPr wrap="none" lIns="0" tIns="0" rIns="0" bIns="0" anchor="t">
            <a:noAutofit/>
          </a:bodyPr>
          <a:lstStyle/>
          <a:p>
            <a:pPr>
              <a:lnSpc>
                <a:spcPct val="114000"/>
              </a:lnSpc>
              <a:spcBef>
                <a:spcPts val="0"/>
              </a:spcBef>
              <a:spcAft>
                <a:spcPts val="0"/>
              </a:spcAft>
              <a:buNone/>
              <a:defRPr sz="2125" b="1">
                <a:solidFill>
                  <a:srgbClr val="1D343E"/>
                </a:solidFill>
                <a:latin typeface="Meiryo"/>
                <a:ea typeface="Meiryo"/>
                <a:cs typeface="Meiryo"/>
              </a:defRPr>
            </a:pPr>
            <a:r>
              <a:rPr sz="2125" b="1">
                <a:solidFill>
                  <a:srgbClr val="1D343E"/>
                </a:solidFill>
                <a:latin typeface="Meiryo"/>
                <a:ea typeface="Meiryo"/>
                <a:cs typeface="Meiryo"/>
              </a:rPr>
              <a:t>Use choose your files</a:t>
            </a:r>
          </a:p>
          <a:p>
            <a:pPr>
              <a:lnSpc>
                <a:spcPct val="114000"/>
              </a:lnSpc>
              <a:spcBef>
                <a:spcPts val="0"/>
              </a:spcBef>
              <a:spcAft>
                <a:spcPts val="0"/>
              </a:spcAft>
              <a:buNone/>
              <a:defRPr sz="2125" b="1">
                <a:solidFill>
                  <a:srgbClr val="1D343E"/>
                </a:solidFill>
                <a:latin typeface="Meiryo"/>
                <a:ea typeface="Meiryo"/>
                <a:cs typeface="Meiryo"/>
              </a:defRPr>
            </a:pPr>
            <a:r>
              <a:rPr sz="2125" b="1">
                <a:solidFill>
                  <a:srgbClr val="1D343E"/>
                </a:solidFill>
                <a:latin typeface="Meiryo"/>
                <a:ea typeface="Meiryo"/>
                <a:cs typeface="Meiryo"/>
              </a:rPr>
              <a:t>to select one image.</a:t>
            </a:r>
          </a:p>
        </p:txBody>
      </p:sp>
      <p:sp>
        <p:nvSpPr>
          <p:cNvPr id="20" name="Oval 19"/>
          <p:cNvSpPr/>
          <p:nvPr/>
        </p:nvSpPr>
        <p:spPr>
          <a:xfrm>
            <a:off x="7406640" y="2815844"/>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number:2"/>
          <p:cNvSpPr txBox="1"/>
          <p:nvPr/>
        </p:nvSpPr>
        <p:spPr>
          <a:xfrm>
            <a:off x="7406640" y="2838704"/>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22" name="body:Enter Add a practice image&#10;as the commit message."/>
          <p:cNvSpPr txBox="1"/>
          <p:nvPr/>
        </p:nvSpPr>
        <p:spPr>
          <a:xfrm>
            <a:off x="7982712" y="2806700"/>
            <a:ext cx="3557015" cy="804164"/>
          </a:xfrm>
          <a:prstGeom prst="rect">
            <a:avLst/>
          </a:prstGeom>
          <a:noFill/>
        </p:spPr>
        <p:txBody>
          <a:bodyPr wrap="none" lIns="0" rIns="0" tIns="0" bIns="0" anchor="t">
            <a:spAutoFit/>
          </a:bodyPr>
          <a:lstStyle/>
          <a:p>
            <a:pPr>
              <a:lnSpc>
                <a:spcPct val="114000"/>
              </a:lnSpc>
              <a:spcBef>
                <a:spcPts val="0"/>
              </a:spcBef>
              <a:spcAft>
                <a:spcPts val="0"/>
              </a:spcAft>
              <a:buNone/>
              <a:defRPr sz="1788" b="1">
                <a:solidFill>
                  <a:srgbClr val="1D343E"/>
                </a:solidFill>
                <a:latin typeface="Meiryo"/>
                <a:ea typeface="Meiryo"/>
                <a:cs typeface="Meiryo"/>
              </a:defRPr>
            </a:pPr>
            <a:r>
              <a:rPr sz="1788" b="1">
                <a:solidFill>
                  <a:srgbClr val="1D343E"/>
                </a:solidFill>
                <a:latin typeface="Meiryo"/>
                <a:ea typeface="Meiryo"/>
                <a:cs typeface="Meiryo"/>
              </a:rPr>
              <a:t>Enter Add a practice image</a:t>
            </a:r>
          </a:p>
          <a:p>
            <a:pPr>
              <a:lnSpc>
                <a:spcPct val="114000"/>
              </a:lnSpc>
              <a:spcBef>
                <a:spcPts val="0"/>
              </a:spcBef>
              <a:spcAft>
                <a:spcPts val="0"/>
              </a:spcAft>
              <a:buNone/>
              <a:defRPr sz="1788" b="1">
                <a:solidFill>
                  <a:srgbClr val="1D343E"/>
                </a:solidFill>
                <a:latin typeface="Meiryo"/>
                <a:ea typeface="Meiryo"/>
                <a:cs typeface="Meiryo"/>
              </a:defRPr>
            </a:pPr>
            <a:r>
              <a:rPr sz="1788" b="1">
                <a:solidFill>
                  <a:srgbClr val="1D343E"/>
                </a:solidFill>
                <a:latin typeface="Meiryo"/>
                <a:ea typeface="Meiryo"/>
                <a:cs typeface="Meiryo"/>
              </a:rPr>
              <a:t>as the commit message.</a:t>
            </a:r>
          </a:p>
        </p:txBody>
      </p:sp>
      <p:sp>
        <p:nvSpPr>
          <p:cNvPr id="23" name="Oval 22"/>
          <p:cNvSpPr/>
          <p:nvPr/>
        </p:nvSpPr>
        <p:spPr>
          <a:xfrm>
            <a:off x="7406640" y="3903472"/>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umber:3"/>
          <p:cNvSpPr txBox="1"/>
          <p:nvPr/>
        </p:nvSpPr>
        <p:spPr>
          <a:xfrm>
            <a:off x="7406640" y="3926332"/>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3</a:t>
            </a:r>
          </a:p>
        </p:txBody>
      </p:sp>
      <p:sp>
        <p:nvSpPr>
          <p:cNvPr id="25" name="body:Select Commit changes&#10;at the bottom to save."/>
          <p:cNvSpPr txBox="1"/>
          <p:nvPr/>
        </p:nvSpPr>
        <p:spPr>
          <a:xfrm>
            <a:off x="7982712" y="3894328"/>
            <a:ext cx="3557015" cy="804164"/>
          </a:xfrm>
          <a:prstGeom prst="rect">
            <a:avLst/>
          </a:prstGeom>
          <a:noFill/>
        </p:spPr>
        <p:txBody>
          <a:bodyPr wrap="none" lIns="0" tIns="0" rIns="0" bIns="0" anchor="t">
            <a:noAutofit/>
          </a:bodyPr>
          <a:lstStyle/>
          <a:p>
            <a:pPr>
              <a:lnSpc>
                <a:spcPct val="114000"/>
              </a:lnSpc>
              <a:spcBef>
                <a:spcPts val="0"/>
              </a:spcBef>
              <a:spcAft>
                <a:spcPts val="0"/>
              </a:spcAft>
              <a:buNone/>
              <a:defRPr sz="2088" b="1">
                <a:solidFill>
                  <a:srgbClr val="1D343E"/>
                </a:solidFill>
                <a:latin typeface="Meiryo"/>
                <a:ea typeface="Meiryo"/>
                <a:cs typeface="Meiryo"/>
              </a:defRPr>
            </a:pPr>
            <a:r>
              <a:rPr sz="2088" b="1">
                <a:solidFill>
                  <a:srgbClr val="1D343E"/>
                </a:solidFill>
                <a:latin typeface="Meiryo"/>
                <a:ea typeface="Meiryo"/>
                <a:cs typeface="Meiryo"/>
              </a:rPr>
              <a:t>Select Commit changes</a:t>
            </a:r>
          </a:p>
          <a:p>
            <a:pPr>
              <a:lnSpc>
                <a:spcPct val="114000"/>
              </a:lnSpc>
              <a:spcBef>
                <a:spcPts val="0"/>
              </a:spcBef>
              <a:spcAft>
                <a:spcPts val="0"/>
              </a:spcAft>
              <a:buNone/>
              <a:defRPr sz="2088" b="1">
                <a:solidFill>
                  <a:srgbClr val="1D343E"/>
                </a:solidFill>
                <a:latin typeface="Meiryo"/>
                <a:ea typeface="Meiryo"/>
                <a:cs typeface="Meiryo"/>
              </a:defRPr>
            </a:pPr>
            <a:r>
              <a:rPr sz="2088" b="1">
                <a:solidFill>
                  <a:srgbClr val="1D343E"/>
                </a:solidFill>
                <a:latin typeface="Meiryo"/>
                <a:ea typeface="Meiryo"/>
                <a:cs typeface="Meiryo"/>
              </a:rPr>
              <a:t>at the bottom to save.</a:t>
            </a:r>
          </a:p>
        </p:txBody>
      </p:sp>
      <p:sp>
        <p:nvSpPr>
          <p:cNvPr id="26" name="Rectangle 25"/>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circle-check_007F80.png"/>
          <p:cNvPicPr>
            <a:picLocks noChangeAspect="1"/>
          </p:cNvPicPr>
          <p:nvPr/>
        </p:nvPicPr>
        <p:blipFill>
          <a:blip r:embed="rId4"/>
          <a:stretch>
            <a:fillRect/>
          </a:stretch>
        </p:blipFill>
        <p:spPr>
          <a:xfrm>
            <a:off x="749808" y="5751576"/>
            <a:ext cx="283464" cy="283464"/>
          </a:xfrm>
          <a:prstGeom prst="rect">
            <a:avLst/>
          </a:prstGeom>
        </p:spPr>
      </p:pic>
      <p:sp>
        <p:nvSpPr>
          <p:cNvPr id="28" name="result:Return to setup. If the image filename appears, it is saved. Open it next."/>
          <p:cNvSpPr txBox="1"/>
          <p:nvPr/>
        </p:nvSpPr>
        <p:spPr>
          <a:xfrm>
            <a:off x="1179576" y="5710428"/>
            <a:ext cx="10168128" cy="438912"/>
          </a:xfrm>
          <a:prstGeom prst="rect">
            <a:avLst/>
          </a:prstGeom>
          <a:noFill/>
        </p:spPr>
        <p:txBody>
          <a:bodyPr wrap="none" lIns="0" tIns="0" rIns="0" bIns="0" anchor="t">
            <a:noAutofit/>
          </a:bodyPr>
          <a:lstStyle/>
          <a:p>
            <a:pPr>
              <a:lnSpc>
                <a:spcPct val="114000"/>
              </a:lnSpc>
              <a:spcBef>
                <a:spcPts val="0"/>
              </a:spcBef>
              <a:spcAft>
                <a:spcPts val="0"/>
              </a:spcAft>
              <a:buNone/>
              <a:defRPr sz="2088" b="0">
                <a:solidFill>
                  <a:srgbClr val="1D343E"/>
                </a:solidFill>
                <a:latin typeface="Meiryo"/>
                <a:ea typeface="Meiryo"/>
                <a:cs typeface="Meiryo"/>
              </a:defRPr>
            </a:pPr>
            <a:r>
              <a:rPr sz="2088" b="0">
                <a:solidFill>
                  <a:srgbClr val="1D343E"/>
                </a:solidFill>
                <a:latin typeface="Meiryo"/>
                <a:ea typeface="Meiryo"/>
                <a:cs typeface="Meiryo"/>
              </a:rPr>
              <a:t>Return to setup. If the image filename appears, it is saved. Open it next.</a:t>
            </a:r>
          </a:p>
        </p:txBody>
      </p:sp>
      <p:sp>
        <p:nvSpPr>
          <p:cNvPr id="29" name="tag:Setup checklist">
            <a:hlinkClick action="ppaction://hlinksldjump" r:id="rId5"/>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buNone/>
              <a:defRPr sz="1575" b="0">
                <a:solidFill>
                  <a:srgbClr val="007F80"/>
                </a:solidFill>
                <a:latin typeface="Meiryo"/>
                <a:ea typeface="Meiryo"/>
                <a:cs typeface="Meiryo"/>
              </a:defRPr>
            </a:pPr>
            <a:r>
              <a:rPr sz="1575" b="0">
                <a:solidFill>
                  <a:srgbClr val="007F80"/>
                </a:solidFill>
                <a:latin typeface="Meiryo"/>
                <a:ea typeface="Meiryo"/>
                <a:cs typeface="Meiryo"/>
              </a:rPr>
              <a:t>Setup checklist</a:t>
            </a:r>
          </a:p>
        </p:txBody>
      </p:sp>
      <p:sp>
        <p:nvSpPr>
          <p:cNvPr id="30" name="footer:AI and Data Literacy    Initial setup"/>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 and Data Literacy    Initial setup</a:t>
            </a:r>
          </a:p>
        </p:txBody>
      </p:sp>
      <p:sp>
        <p:nvSpPr>
          <p:cNvPr id="31" name="footer:19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19 / 37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3 / 5    Image and record"/>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buNone/>
              <a:defRPr sz="1800" b="1">
                <a:solidFill>
                  <a:srgbClr val="007F80"/>
                </a:solidFill>
                <a:latin typeface="Meiryo"/>
                <a:ea typeface="Meiryo"/>
                <a:cs typeface="Meiryo"/>
              </a:defRPr>
            </a:pPr>
            <a:r>
              <a:rPr sz="1800" b="1">
                <a:solidFill>
                  <a:srgbClr val="007F80"/>
                </a:solidFill>
                <a:latin typeface="Meiryo"/>
                <a:ea typeface="Meiryo"/>
                <a:cs typeface="Meiryo"/>
              </a:rPr>
              <a:t>3 / 5    Image and record</a:t>
            </a:r>
          </a:p>
        </p:txBody>
      </p:sp>
      <p:sp>
        <p:nvSpPr>
          <p:cNvPr id="4" name="title:Checking the image on GitHub"/>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buNone/>
              <a:defRPr sz="3400" b="1">
                <a:solidFill>
                  <a:srgbClr val="1D343E"/>
                </a:solidFill>
                <a:latin typeface="Meiryo"/>
                <a:ea typeface="Meiryo"/>
                <a:cs typeface="Meiryo"/>
              </a:defRPr>
            </a:pPr>
            <a:r>
              <a:rPr sz="3400" b="1">
                <a:solidFill>
                  <a:srgbClr val="1D343E"/>
                </a:solidFill>
                <a:latin typeface="Meiryo"/>
                <a:ea typeface="Meiryo"/>
                <a:cs typeface="Meiryo"/>
              </a:rPr>
              <a:t>Checking the image on GitHub</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ircle-check_007F80.png"/>
          <p:cNvPicPr>
            <a:picLocks noChangeAspect="1"/>
          </p:cNvPicPr>
          <p:nvPr/>
        </p:nvPicPr>
        <p:blipFill>
          <a:blip r:embed="rId2"/>
          <a:stretch>
            <a:fillRect/>
          </a:stretch>
        </p:blipFill>
        <p:spPr>
          <a:xfrm>
            <a:off x="11064240" y="740664"/>
            <a:ext cx="420624" cy="420624"/>
          </a:xfrm>
          <a:prstGeom prst="rect">
            <a:avLst/>
          </a:prstGeom>
        </p:spPr>
      </p:pic>
      <p:sp>
        <p:nvSpPr>
          <p:cNvPr id="7" name="Oval 6"/>
          <p:cNvSpPr/>
          <p:nvPr/>
        </p:nvSpPr>
        <p:spPr>
          <a:xfrm>
            <a:off x="749808" y="1691640"/>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number:1"/>
          <p:cNvSpPr txBox="1"/>
          <p:nvPr/>
        </p:nvSpPr>
        <p:spPr>
          <a:xfrm>
            <a:off x="749808" y="1714500"/>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9" name="body:Select the image filename in setup."/>
          <p:cNvSpPr txBox="1"/>
          <p:nvPr/>
        </p:nvSpPr>
        <p:spPr>
          <a:xfrm>
            <a:off x="1325880" y="1682496"/>
            <a:ext cx="9893807" cy="459485"/>
          </a:xfrm>
          <a:prstGeom prst="rect">
            <a:avLst/>
          </a:prstGeom>
          <a:noFill/>
        </p:spPr>
        <p:txBody>
          <a:bodyPr wrap="none" lIns="0" rIns="0" tIns="0" bIns="0" anchor="t">
            <a:spAutoFit/>
          </a:bodyPr>
          <a:lstStyle/>
          <a:p>
            <a:pPr>
              <a:lnSpc>
                <a:spcPct val="114000"/>
              </a:lnSpc>
              <a:spcBef>
                <a:spcPts val="0"/>
              </a:spcBef>
              <a:spcAft>
                <a:spcPts val="0"/>
              </a:spcAft>
              <a:buNone/>
              <a:defRPr sz="2700" b="1">
                <a:solidFill>
                  <a:srgbClr val="1D343E"/>
                </a:solidFill>
                <a:latin typeface="Meiryo"/>
                <a:ea typeface="Meiryo"/>
                <a:cs typeface="Meiryo"/>
              </a:defRPr>
            </a:pPr>
            <a:r>
              <a:rPr sz="2700" b="1">
                <a:solidFill>
                  <a:srgbClr val="1D343E"/>
                </a:solidFill>
                <a:latin typeface="Meiryo"/>
                <a:ea typeface="Meiryo"/>
                <a:cs typeface="Meiryo"/>
              </a:rPr>
              <a:t>Select the image filename in setup.</a:t>
            </a:r>
          </a:p>
        </p:txBody>
      </p:sp>
      <p:sp>
        <p:nvSpPr>
          <p:cNvPr id="10" name="body:Open the file you just uploaded."/>
          <p:cNvSpPr txBox="1"/>
          <p:nvPr/>
        </p:nvSpPr>
        <p:spPr>
          <a:xfrm>
            <a:off x="1325880" y="2205990"/>
            <a:ext cx="9893807" cy="399542"/>
          </a:xfrm>
          <a:prstGeom prst="rect">
            <a:avLst/>
          </a:prstGeom>
          <a:noFill/>
        </p:spPr>
        <p:txBody>
          <a:bodyPr wrap="none" lIns="0" rIns="0" tIns="0" bIns="0" anchor="t">
            <a:spAutoFit/>
          </a:bodyPr>
          <a:lstStyle/>
          <a:p>
            <a:pPr>
              <a:lnSpc>
                <a:spcPct val="114000"/>
              </a:lnSpc>
              <a:spcBef>
                <a:spcPts val="0"/>
              </a:spcBef>
              <a:spcAft>
                <a:spcPts val="0"/>
              </a:spcAft>
              <a:buNone/>
              <a:defRPr sz="2300" b="0">
                <a:solidFill>
                  <a:srgbClr val="53656D"/>
                </a:solidFill>
                <a:latin typeface="Meiryo"/>
                <a:ea typeface="Meiryo"/>
                <a:cs typeface="Meiryo"/>
              </a:defRPr>
            </a:pPr>
            <a:r>
              <a:rPr sz="2300" b="0">
                <a:solidFill>
                  <a:srgbClr val="53656D"/>
                </a:solidFill>
                <a:latin typeface="Meiryo"/>
                <a:ea typeface="Meiryo"/>
                <a:cs typeface="Meiryo"/>
              </a:rPr>
              <a:t>Open the file you just uploaded.</a:t>
            </a:r>
          </a:p>
        </p:txBody>
      </p:sp>
      <p:sp>
        <p:nvSpPr>
          <p:cNvPr id="11" name="Oval 10"/>
          <p:cNvSpPr/>
          <p:nvPr/>
        </p:nvSpPr>
        <p:spPr>
          <a:xfrm>
            <a:off x="749808" y="2925571"/>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number:2"/>
          <p:cNvSpPr txBox="1"/>
          <p:nvPr/>
        </p:nvSpPr>
        <p:spPr>
          <a:xfrm>
            <a:off x="749808" y="2948431"/>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13" name="body:Compare it with the image on your computer."/>
          <p:cNvSpPr txBox="1"/>
          <p:nvPr/>
        </p:nvSpPr>
        <p:spPr>
          <a:xfrm>
            <a:off x="1325880" y="2916428"/>
            <a:ext cx="9893807" cy="459485"/>
          </a:xfrm>
          <a:prstGeom prst="rect">
            <a:avLst/>
          </a:prstGeom>
          <a:noFill/>
        </p:spPr>
        <p:txBody>
          <a:bodyPr wrap="none" lIns="0" rIns="0" tIns="0" bIns="0" anchor="t">
            <a:spAutoFit/>
          </a:bodyPr>
          <a:lstStyle/>
          <a:p>
            <a:pPr>
              <a:lnSpc>
                <a:spcPct val="114000"/>
              </a:lnSpc>
              <a:spcBef>
                <a:spcPts val="0"/>
              </a:spcBef>
              <a:spcAft>
                <a:spcPts val="0"/>
              </a:spcAft>
              <a:buNone/>
              <a:defRPr sz="2700" b="1">
                <a:solidFill>
                  <a:srgbClr val="1D343E"/>
                </a:solidFill>
                <a:latin typeface="Meiryo"/>
                <a:ea typeface="Meiryo"/>
                <a:cs typeface="Meiryo"/>
              </a:defRPr>
            </a:pPr>
            <a:r>
              <a:rPr sz="2700" b="1">
                <a:solidFill>
                  <a:srgbClr val="1D343E"/>
                </a:solidFill>
                <a:latin typeface="Meiryo"/>
                <a:ea typeface="Meiryo"/>
                <a:cs typeface="Meiryo"/>
              </a:rPr>
              <a:t>Compare it with the image on your computer.</a:t>
            </a:r>
          </a:p>
        </p:txBody>
      </p:sp>
      <p:sp>
        <p:nvSpPr>
          <p:cNvPr id="14" name="body:Check that the same image appears."/>
          <p:cNvSpPr txBox="1"/>
          <p:nvPr/>
        </p:nvSpPr>
        <p:spPr>
          <a:xfrm>
            <a:off x="1325880" y="3439921"/>
            <a:ext cx="9893807" cy="399542"/>
          </a:xfrm>
          <a:prstGeom prst="rect">
            <a:avLst/>
          </a:prstGeom>
          <a:noFill/>
        </p:spPr>
        <p:txBody>
          <a:bodyPr wrap="none" lIns="0" rIns="0" tIns="0" bIns="0" anchor="t">
            <a:spAutoFit/>
          </a:bodyPr>
          <a:lstStyle/>
          <a:p>
            <a:pPr>
              <a:lnSpc>
                <a:spcPct val="114000"/>
              </a:lnSpc>
              <a:spcBef>
                <a:spcPts val="0"/>
              </a:spcBef>
              <a:spcAft>
                <a:spcPts val="0"/>
              </a:spcAft>
              <a:buNone/>
              <a:defRPr sz="2300" b="0">
                <a:solidFill>
                  <a:srgbClr val="53656D"/>
                </a:solidFill>
                <a:latin typeface="Meiryo"/>
                <a:ea typeface="Meiryo"/>
                <a:cs typeface="Meiryo"/>
              </a:defRPr>
            </a:pPr>
            <a:r>
              <a:rPr sz="2300" b="0">
                <a:solidFill>
                  <a:srgbClr val="53656D"/>
                </a:solidFill>
                <a:latin typeface="Meiryo"/>
                <a:ea typeface="Meiryo"/>
                <a:cs typeface="Meiryo"/>
              </a:rPr>
              <a:t>Check that the same image appears.</a:t>
            </a:r>
          </a:p>
        </p:txBody>
      </p:sp>
      <p:sp>
        <p:nvSpPr>
          <p:cNvPr id="15" name="Oval 14"/>
          <p:cNvSpPr/>
          <p:nvPr/>
        </p:nvSpPr>
        <p:spPr>
          <a:xfrm>
            <a:off x="749808" y="4159503"/>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number:3"/>
          <p:cNvSpPr txBox="1"/>
          <p:nvPr/>
        </p:nvSpPr>
        <p:spPr>
          <a:xfrm>
            <a:off x="749808" y="4182364"/>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3</a:t>
            </a:r>
          </a:p>
        </p:txBody>
      </p:sp>
      <p:sp>
        <p:nvSpPr>
          <p:cNvPr id="17" name="body:If it fails to display, check the original file."/>
          <p:cNvSpPr txBox="1"/>
          <p:nvPr/>
        </p:nvSpPr>
        <p:spPr>
          <a:xfrm>
            <a:off x="1325880" y="4150360"/>
            <a:ext cx="9893807" cy="459485"/>
          </a:xfrm>
          <a:prstGeom prst="rect">
            <a:avLst/>
          </a:prstGeom>
          <a:noFill/>
        </p:spPr>
        <p:txBody>
          <a:bodyPr wrap="none" lIns="0" rIns="0" tIns="0" bIns="0" anchor="t">
            <a:spAutoFit/>
          </a:bodyPr>
          <a:lstStyle/>
          <a:p>
            <a:pPr>
              <a:lnSpc>
                <a:spcPct val="114000"/>
              </a:lnSpc>
              <a:spcBef>
                <a:spcPts val="0"/>
              </a:spcBef>
              <a:spcAft>
                <a:spcPts val="0"/>
              </a:spcAft>
              <a:buNone/>
              <a:defRPr sz="2700" b="1">
                <a:solidFill>
                  <a:srgbClr val="1D343E"/>
                </a:solidFill>
                <a:latin typeface="Meiryo"/>
                <a:ea typeface="Meiryo"/>
                <a:cs typeface="Meiryo"/>
              </a:defRPr>
            </a:pPr>
            <a:r>
              <a:rPr sz="2700" b="1">
                <a:solidFill>
                  <a:srgbClr val="1D343E"/>
                </a:solidFill>
                <a:latin typeface="Meiryo"/>
                <a:ea typeface="Meiryo"/>
                <a:cs typeface="Meiryo"/>
              </a:rPr>
              <a:t>If it fails to display, check the original file.</a:t>
            </a:r>
          </a:p>
        </p:txBody>
      </p:sp>
      <p:sp>
        <p:nvSpPr>
          <p:cNvPr id="18" name="body:Check that the image opens locally before uploading it again."/>
          <p:cNvSpPr txBox="1"/>
          <p:nvPr/>
        </p:nvSpPr>
        <p:spPr>
          <a:xfrm>
            <a:off x="1325880" y="4673854"/>
            <a:ext cx="9893807" cy="399542"/>
          </a:xfrm>
          <a:prstGeom prst="rect">
            <a:avLst/>
          </a:prstGeom>
          <a:noFill/>
        </p:spPr>
        <p:txBody>
          <a:bodyPr wrap="none" lIns="0" rIns="0" tIns="0" bIns="0" anchor="t">
            <a:spAutoFit/>
          </a:bodyPr>
          <a:lstStyle/>
          <a:p>
            <a:pPr>
              <a:lnSpc>
                <a:spcPct val="114000"/>
              </a:lnSpc>
              <a:spcBef>
                <a:spcPts val="0"/>
              </a:spcBef>
              <a:spcAft>
                <a:spcPts val="0"/>
              </a:spcAft>
              <a:buNone/>
              <a:defRPr sz="2300" b="0">
                <a:solidFill>
                  <a:srgbClr val="53656D"/>
                </a:solidFill>
                <a:latin typeface="Meiryo"/>
                <a:ea typeface="Meiryo"/>
                <a:cs typeface="Meiryo"/>
              </a:defRPr>
            </a:pPr>
            <a:r>
              <a:rPr sz="2300" b="0">
                <a:solidFill>
                  <a:srgbClr val="53656D"/>
                </a:solidFill>
                <a:latin typeface="Meiryo"/>
                <a:ea typeface="Meiryo"/>
                <a:cs typeface="Meiryo"/>
              </a:rPr>
              <a:t>Check that the image opens locally before uploading it again.</a:t>
            </a:r>
          </a:p>
        </p:txBody>
      </p:sp>
      <p:sp>
        <p:nvSpPr>
          <p:cNvPr id="19" name="Rectangle 18"/>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ircle-check_007F80.png"/>
          <p:cNvPicPr>
            <a:picLocks noChangeAspect="1"/>
          </p:cNvPicPr>
          <p:nvPr/>
        </p:nvPicPr>
        <p:blipFill>
          <a:blip r:embed="rId2"/>
          <a:stretch>
            <a:fillRect/>
          </a:stretch>
        </p:blipFill>
        <p:spPr>
          <a:xfrm>
            <a:off x="749808" y="5751576"/>
            <a:ext cx="283464" cy="283464"/>
          </a:xfrm>
          <a:prstGeom prst="rect">
            <a:avLst/>
          </a:prstGeom>
        </p:spPr>
      </p:pic>
      <p:sp>
        <p:nvSpPr>
          <p:cNvPr id="21" name="result:Once the image displays, add a short record in the same setup folder."/>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buNone/>
              <a:defRPr sz="2163" b="0">
                <a:solidFill>
                  <a:srgbClr val="1D343E"/>
                </a:solidFill>
                <a:latin typeface="Meiryo"/>
                <a:ea typeface="Meiryo"/>
                <a:cs typeface="Meiryo"/>
              </a:defRPr>
            </a:pPr>
            <a:r>
              <a:rPr sz="2163" b="0">
                <a:solidFill>
                  <a:srgbClr val="1D343E"/>
                </a:solidFill>
                <a:latin typeface="Meiryo"/>
                <a:ea typeface="Meiryo"/>
                <a:cs typeface="Meiryo"/>
              </a:rPr>
              <a:t>Once the image displays, add a short record in the same setup folder.</a:t>
            </a:r>
          </a:p>
        </p:txBody>
      </p:sp>
      <p:sp>
        <p:nvSpPr>
          <p:cNvPr id="22" name="tag:Setup checklist">
            <a:hlinkClick action="ppaction://hlinksldjump" r:id="rId4"/>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buNone/>
              <a:defRPr sz="1575" b="0">
                <a:solidFill>
                  <a:srgbClr val="007F80"/>
                </a:solidFill>
                <a:latin typeface="Meiryo"/>
                <a:ea typeface="Meiryo"/>
                <a:cs typeface="Meiryo"/>
              </a:defRPr>
            </a:pPr>
            <a:r>
              <a:rPr sz="1575" b="0">
                <a:solidFill>
                  <a:srgbClr val="007F80"/>
                </a:solidFill>
                <a:latin typeface="Meiryo"/>
                <a:ea typeface="Meiryo"/>
                <a:cs typeface="Meiryo"/>
              </a:rPr>
              <a:t>Setup checklist</a:t>
            </a:r>
          </a:p>
        </p:txBody>
      </p:sp>
      <p:sp>
        <p:nvSpPr>
          <p:cNvPr id="23" name="footer:AI and Data Literacy    Initial setup"/>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 and Data Literacy    Initial setup</a:t>
            </a:r>
          </a:p>
        </p:txBody>
      </p:sp>
      <p:sp>
        <p:nvSpPr>
          <p:cNvPr id="24" name="footer:20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20 / 37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3 / 5    Image and record"/>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buNone/>
              <a:defRPr sz="1800" b="1">
                <a:solidFill>
                  <a:srgbClr val="007F80"/>
                </a:solidFill>
                <a:latin typeface="Meiryo"/>
                <a:ea typeface="Meiryo"/>
                <a:cs typeface="Meiryo"/>
              </a:defRPr>
            </a:pPr>
            <a:r>
              <a:rPr sz="1800" b="1">
                <a:solidFill>
                  <a:srgbClr val="007F80"/>
                </a:solidFill>
                <a:latin typeface="Meiryo"/>
                <a:ea typeface="Meiryo"/>
                <a:cs typeface="Meiryo"/>
              </a:rPr>
              <a:t>3 / 5    Image and record</a:t>
            </a:r>
          </a:p>
        </p:txBody>
      </p:sp>
      <p:sp>
        <p:nvSpPr>
          <p:cNvPr id="4" name="title:Your setup README"/>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buNone/>
              <a:defRPr sz="3400" b="1">
                <a:solidFill>
                  <a:srgbClr val="1D343E"/>
                </a:solidFill>
                <a:latin typeface="Meiryo"/>
                <a:ea typeface="Meiryo"/>
                <a:cs typeface="Meiryo"/>
              </a:defRPr>
            </a:pPr>
            <a:r>
              <a:rPr sz="3400" b="1">
                <a:solidFill>
                  <a:srgbClr val="1D343E"/>
                </a:solidFill>
                <a:latin typeface="Meiryo"/>
                <a:ea typeface="Meiryo"/>
                <a:cs typeface="Meiryo"/>
              </a:rPr>
              <a:t>Your setup README</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le-text_007F80.png"/>
          <p:cNvPicPr>
            <a:picLocks noChangeAspect="1"/>
          </p:cNvPicPr>
          <p:nvPr/>
        </p:nvPicPr>
        <p:blipFill>
          <a:blip r:embed="rId2"/>
          <a:stretch>
            <a:fillRect/>
          </a:stretch>
        </p:blipFill>
        <p:spPr>
          <a:xfrm>
            <a:off x="11064240" y="740664"/>
            <a:ext cx="420624" cy="420624"/>
          </a:xfrm>
          <a:prstGeom prst="rect">
            <a:avLst/>
          </a:prstGeom>
        </p:spPr>
      </p:pic>
      <p:sp>
        <p:nvSpPr>
          <p:cNvPr id="7" name="caption:The README stores your short record. The screenshot is a Japanese template example."/>
          <p:cNvSpPr txBox="1"/>
          <p:nvPr/>
        </p:nvSpPr>
        <p:spPr>
          <a:xfrm>
            <a:off x="758952" y="1481328"/>
            <a:ext cx="10789920" cy="342900"/>
          </a:xfrm>
          <a:prstGeom prst="rect">
            <a:avLst/>
          </a:prstGeom>
          <a:noFill/>
        </p:spPr>
        <p:txBody>
          <a:bodyPr wrap="none" lIns="0" rIns="0" t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The README stores your short record. The screenshot is a Japanese template example.</a:t>
            </a:r>
          </a:p>
        </p:txBody>
      </p:sp>
      <p:sp>
        <p:nvSpPr>
          <p:cNvPr id="8" name="Rectangle 7"/>
          <p:cNvSpPr/>
          <p:nvPr/>
        </p:nvSpPr>
        <p:spPr>
          <a:xfrm>
            <a:off x="594360" y="1847088"/>
            <a:ext cx="11000232" cy="2990088"/>
          </a:xfrm>
          <a:prstGeom prst="rect">
            <a:avLst/>
          </a:prstGeom>
          <a:solidFill>
            <a:srgbClr val="F5F7F8"/>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rop_18_245_75_1055_395.png"/>
          <p:cNvPicPr>
            <a:picLocks noChangeAspect="1"/>
          </p:cNvPicPr>
          <p:nvPr/>
        </p:nvPicPr>
        <p:blipFill>
          <a:blip r:embed="rId4"/>
          <a:stretch>
            <a:fillRect/>
          </a:stretch>
        </p:blipFill>
        <p:spPr>
          <a:xfrm>
            <a:off x="2553176" y="1947672"/>
            <a:ext cx="7082599" cy="2798064"/>
          </a:xfrm>
          <a:prstGeom prst="rect">
            <a:avLst/>
          </a:prstGeom>
        </p:spPr>
      </p:pic>
      <p:sp>
        <p:nvSpPr>
          <p:cNvPr id="10" name="Oval 9"/>
          <p:cNvSpPr/>
          <p:nvPr/>
        </p:nvSpPr>
        <p:spPr>
          <a:xfrm>
            <a:off x="758952" y="5047488"/>
            <a:ext cx="365760" cy="365760"/>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number:1"/>
          <p:cNvSpPr txBox="1"/>
          <p:nvPr/>
        </p:nvSpPr>
        <p:spPr>
          <a:xfrm>
            <a:off x="758952" y="5070348"/>
            <a:ext cx="365760" cy="365760"/>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2" name="body:Return to your own setup."/>
          <p:cNvSpPr txBox="1"/>
          <p:nvPr/>
        </p:nvSpPr>
        <p:spPr>
          <a:xfrm>
            <a:off x="1307592" y="5038344"/>
            <a:ext cx="4709160" cy="457200"/>
          </a:xfrm>
          <a:prstGeom prst="rect">
            <a:avLst/>
          </a:prstGeom>
          <a:noFill/>
        </p:spPr>
        <p:txBody>
          <a:bodyPr wrap="none" lIns="0" rIns="0" tIns="0" bIns="0" anchor="t">
            <a:spAutoFit/>
          </a:bodyPr>
          <a:lstStyle/>
          <a:p>
            <a:pPr>
              <a:lnSpc>
                <a:spcPct val="114000"/>
              </a:lnSpc>
              <a:spcBef>
                <a:spcPts val="0"/>
              </a:spcBef>
              <a:spcAft>
                <a:spcPts val="0"/>
              </a:spcAft>
              <a:buNone/>
              <a:defRPr sz="2400" b="1">
                <a:solidFill>
                  <a:srgbClr val="1D343E"/>
                </a:solidFill>
                <a:latin typeface="Meiryo"/>
                <a:ea typeface="Meiryo"/>
                <a:cs typeface="Meiryo"/>
              </a:defRPr>
            </a:pPr>
            <a:r>
              <a:rPr sz="2400" b="1">
                <a:solidFill>
                  <a:srgbClr val="1D343E"/>
                </a:solidFill>
                <a:latin typeface="Meiryo"/>
                <a:ea typeface="Meiryo"/>
                <a:cs typeface="Meiryo"/>
              </a:rPr>
              <a:t>Return to your own setup.</a:t>
            </a:r>
          </a:p>
        </p:txBody>
      </p:sp>
      <p:sp>
        <p:nvSpPr>
          <p:cNvPr id="13" name="Oval 12"/>
          <p:cNvSpPr/>
          <p:nvPr/>
        </p:nvSpPr>
        <p:spPr>
          <a:xfrm>
            <a:off x="6382512" y="5047488"/>
            <a:ext cx="365760" cy="365760"/>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number:2"/>
          <p:cNvSpPr txBox="1"/>
          <p:nvPr/>
        </p:nvSpPr>
        <p:spPr>
          <a:xfrm>
            <a:off x="6382512" y="5070348"/>
            <a:ext cx="365760" cy="365760"/>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15" name="body:Open README.md."/>
          <p:cNvSpPr txBox="1"/>
          <p:nvPr/>
        </p:nvSpPr>
        <p:spPr>
          <a:xfrm>
            <a:off x="6931152" y="5038344"/>
            <a:ext cx="4709160" cy="457200"/>
          </a:xfrm>
          <a:prstGeom prst="rect">
            <a:avLst/>
          </a:prstGeom>
          <a:noFill/>
        </p:spPr>
        <p:txBody>
          <a:bodyPr wrap="none" lIns="0" rIns="0" tIns="0" bIns="0" anchor="t">
            <a:spAutoFit/>
          </a:bodyPr>
          <a:lstStyle/>
          <a:p>
            <a:pPr>
              <a:lnSpc>
                <a:spcPct val="114000"/>
              </a:lnSpc>
              <a:spcBef>
                <a:spcPts val="0"/>
              </a:spcBef>
              <a:spcAft>
                <a:spcPts val="0"/>
              </a:spcAft>
              <a:buNone/>
              <a:defRPr sz="2400" b="1">
                <a:solidFill>
                  <a:srgbClr val="1D343E"/>
                </a:solidFill>
                <a:latin typeface="Meiryo"/>
                <a:ea typeface="Meiryo"/>
                <a:cs typeface="Meiryo"/>
              </a:defRPr>
            </a:pPr>
            <a:r>
              <a:rPr sz="2400" b="1">
                <a:solidFill>
                  <a:srgbClr val="1D343E"/>
                </a:solidFill>
                <a:latin typeface="Meiryo"/>
                <a:ea typeface="Meiryo"/>
                <a:cs typeface="Meiryo"/>
              </a:rPr>
              <a:t>Open README.md.</a:t>
            </a:r>
          </a:p>
        </p:txBody>
      </p:sp>
      <p:sp>
        <p:nvSpPr>
          <p:cNvPr id="16" name="Rectangle 15"/>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ircle-check_007F80.png"/>
          <p:cNvPicPr>
            <a:picLocks noChangeAspect="1"/>
          </p:cNvPicPr>
          <p:nvPr/>
        </p:nvPicPr>
        <p:blipFill>
          <a:blip r:embed="rId5"/>
          <a:stretch>
            <a:fillRect/>
          </a:stretch>
        </p:blipFill>
        <p:spPr>
          <a:xfrm>
            <a:off x="749808" y="5751576"/>
            <a:ext cx="283464" cy="283464"/>
          </a:xfrm>
          <a:prstGeom prst="rect">
            <a:avLst/>
          </a:prstGeom>
        </p:spPr>
      </p:pic>
      <p:sp>
        <p:nvSpPr>
          <p:cNvPr id="18" name="result:Use the README inside setup, rather than the one at the repository root."/>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buNone/>
              <a:defRPr sz="2013" b="0">
                <a:solidFill>
                  <a:srgbClr val="1D343E"/>
                </a:solidFill>
                <a:latin typeface="Meiryo"/>
                <a:ea typeface="Meiryo"/>
                <a:cs typeface="Meiryo"/>
              </a:defRPr>
            </a:pPr>
            <a:r>
              <a:rPr sz="2013" b="0">
                <a:solidFill>
                  <a:srgbClr val="1D343E"/>
                </a:solidFill>
                <a:latin typeface="Meiryo"/>
                <a:ea typeface="Meiryo"/>
                <a:cs typeface="Meiryo"/>
              </a:rPr>
              <a:t>Use the README inside setup, rather than the one at the repository root.</a:t>
            </a:r>
          </a:p>
        </p:txBody>
      </p:sp>
      <p:sp>
        <p:nvSpPr>
          <p:cNvPr id="19" name="tag:Setup checklist">
            <a:hlinkClick action="ppaction://hlinksldjump" r:id="rId6"/>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buNone/>
              <a:defRPr sz="1575" b="0">
                <a:solidFill>
                  <a:srgbClr val="007F80"/>
                </a:solidFill>
                <a:latin typeface="Meiryo"/>
                <a:ea typeface="Meiryo"/>
                <a:cs typeface="Meiryo"/>
              </a:defRPr>
            </a:pPr>
            <a:r>
              <a:rPr sz="1575" b="0">
                <a:solidFill>
                  <a:srgbClr val="007F80"/>
                </a:solidFill>
                <a:latin typeface="Meiryo"/>
                <a:ea typeface="Meiryo"/>
                <a:cs typeface="Meiryo"/>
              </a:rPr>
              <a:t>Setup checklist</a:t>
            </a:r>
          </a:p>
        </p:txBody>
      </p:sp>
      <p:sp>
        <p:nvSpPr>
          <p:cNvPr id="20" name="footer:AI and Data Literacy    Initial setup"/>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 and Data Literacy    Initial setup</a:t>
            </a:r>
          </a:p>
        </p:txBody>
      </p:sp>
      <p:sp>
        <p:nvSpPr>
          <p:cNvPr id="21" name="footer:21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21 / 37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3 / 5    Image and record"/>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buNone/>
              <a:defRPr sz="1800" b="1">
                <a:solidFill>
                  <a:srgbClr val="007F80"/>
                </a:solidFill>
                <a:latin typeface="Meiryo"/>
                <a:ea typeface="Meiryo"/>
                <a:cs typeface="Meiryo"/>
              </a:defRPr>
            </a:pPr>
            <a:r>
              <a:rPr sz="1800" b="1">
                <a:solidFill>
                  <a:srgbClr val="007F80"/>
                </a:solidFill>
                <a:latin typeface="Meiryo"/>
                <a:ea typeface="Meiryo"/>
                <a:cs typeface="Meiryo"/>
              </a:rPr>
              <a:t>3 / 5    Image and record</a:t>
            </a:r>
          </a:p>
        </p:txBody>
      </p:sp>
      <p:sp>
        <p:nvSpPr>
          <p:cNvPr id="4" name="title:Editing with the pencil button"/>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buNone/>
              <a:defRPr sz="3400" b="1">
                <a:solidFill>
                  <a:srgbClr val="1D343E"/>
                </a:solidFill>
                <a:latin typeface="Meiryo"/>
                <a:ea typeface="Meiryo"/>
                <a:cs typeface="Meiryo"/>
              </a:defRPr>
            </a:pPr>
            <a:r>
              <a:rPr sz="3400" b="1">
                <a:solidFill>
                  <a:srgbClr val="1D343E"/>
                </a:solidFill>
                <a:latin typeface="Meiryo"/>
                <a:ea typeface="Meiryo"/>
                <a:cs typeface="Meiryo"/>
              </a:rPr>
              <a:t>Editing with the pencil button</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keyboard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645920"/>
            <a:ext cx="6565392" cy="3575304"/>
          </a:xfrm>
          <a:prstGeom prst="rect">
            <a:avLst/>
          </a:prstGeom>
          <a:solidFill>
            <a:srgbClr val="F5F7F8"/>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rop_19_960_0_1406_180.png"/>
          <p:cNvPicPr>
            <a:picLocks noChangeAspect="1"/>
          </p:cNvPicPr>
          <p:nvPr/>
        </p:nvPicPr>
        <p:blipFill>
          <a:blip r:embed="rId4"/>
          <a:stretch>
            <a:fillRect/>
          </a:stretch>
        </p:blipFill>
        <p:spPr>
          <a:xfrm>
            <a:off x="731520" y="2136641"/>
            <a:ext cx="6291072" cy="2538997"/>
          </a:xfrm>
          <a:prstGeom prst="rect">
            <a:avLst/>
          </a:prstGeom>
        </p:spPr>
      </p:pic>
      <p:sp>
        <p:nvSpPr>
          <p:cNvPr id="9" name="caption:Cropped example from GitHub Docs"/>
          <p:cNvSpPr txBox="1"/>
          <p:nvPr/>
        </p:nvSpPr>
        <p:spPr>
          <a:xfrm>
            <a:off x="740664" y="5221224"/>
            <a:ext cx="6492240" cy="342900"/>
          </a:xfrm>
          <a:prstGeom prst="rect">
            <a:avLst/>
          </a:prstGeom>
          <a:noFill/>
        </p:spPr>
        <p:txBody>
          <a:bodyPr wrap="none" lIns="0" rIns="0" t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Cropped example from GitHub Docs</a:t>
            </a:r>
          </a:p>
        </p:txBody>
      </p:sp>
      <p:sp>
        <p:nvSpPr>
          <p:cNvPr id="10" name="Oval 9"/>
          <p:cNvSpPr/>
          <p:nvPr/>
        </p:nvSpPr>
        <p:spPr>
          <a:xfrm>
            <a:off x="7406640" y="1728216"/>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number:1"/>
          <p:cNvSpPr txBox="1"/>
          <p:nvPr/>
        </p:nvSpPr>
        <p:spPr>
          <a:xfrm>
            <a:off x="7406640" y="1751075"/>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2" name="body:Select the pencil button."/>
          <p:cNvSpPr txBox="1"/>
          <p:nvPr/>
        </p:nvSpPr>
        <p:spPr>
          <a:xfrm>
            <a:off x="7982712" y="1719072"/>
            <a:ext cx="3557015" cy="429514"/>
          </a:xfrm>
          <a:prstGeom prst="rect">
            <a:avLst/>
          </a:prstGeom>
          <a:noFill/>
        </p:spPr>
        <p:txBody>
          <a:bodyPr wrap="none" lIns="0" rIns="0" tIns="0" bIns="0" anchor="t">
            <a:spAutoFit/>
          </a:bodyPr>
          <a:lstStyle/>
          <a:p>
            <a:pPr>
              <a:lnSpc>
                <a:spcPct val="114000"/>
              </a:lnSpc>
              <a:spcBef>
                <a:spcPts val="0"/>
              </a:spcBef>
              <a:spcAft>
                <a:spcPts val="0"/>
              </a:spcAft>
              <a:buNone/>
              <a:defRPr sz="2013" b="1">
                <a:solidFill>
                  <a:srgbClr val="1D343E"/>
                </a:solidFill>
                <a:latin typeface="Meiryo"/>
                <a:ea typeface="Meiryo"/>
                <a:cs typeface="Meiryo"/>
              </a:defRPr>
            </a:pPr>
            <a:r>
              <a:rPr sz="2013" b="1">
                <a:solidFill>
                  <a:srgbClr val="1D343E"/>
                </a:solidFill>
                <a:latin typeface="Meiryo"/>
                <a:ea typeface="Meiryo"/>
                <a:cs typeface="Meiryo"/>
              </a:rPr>
              <a:t>Select the pencil button.</a:t>
            </a:r>
          </a:p>
        </p:txBody>
      </p:sp>
      <p:sp>
        <p:nvSpPr>
          <p:cNvPr id="13" name="body:This opens README.md&#10;for editing."/>
          <p:cNvSpPr txBox="1"/>
          <p:nvPr/>
        </p:nvSpPr>
        <p:spPr>
          <a:xfrm>
            <a:off x="7982712" y="2212594"/>
            <a:ext cx="3557015" cy="744220"/>
          </a:xfrm>
          <a:prstGeom prst="rect">
            <a:avLst/>
          </a:prstGeom>
          <a:noFill/>
        </p:spPr>
        <p:txBody>
          <a:bodyPr wrap="none" lIns="0" rIns="0" tIns="0" bIns="0" anchor="t">
            <a:spAutoFit/>
          </a:bodyPr>
          <a:lstStyle/>
          <a:p>
            <a:pPr>
              <a:lnSpc>
                <a:spcPct val="114000"/>
              </a:lnSpc>
              <a:spcBef>
                <a:spcPts val="0"/>
              </a:spcBef>
              <a:spcAft>
                <a:spcPts val="0"/>
              </a:spcAft>
              <a:buNone/>
              <a:defRPr sz="1963" b="0">
                <a:solidFill>
                  <a:srgbClr val="53656D"/>
                </a:solidFill>
                <a:latin typeface="Meiryo"/>
                <a:ea typeface="Meiryo"/>
                <a:cs typeface="Meiryo"/>
              </a:defRPr>
            </a:pPr>
            <a:r>
              <a:rPr sz="1963" b="0">
                <a:solidFill>
                  <a:srgbClr val="53656D"/>
                </a:solidFill>
                <a:latin typeface="Meiryo"/>
                <a:ea typeface="Meiryo"/>
                <a:cs typeface="Meiryo"/>
              </a:rPr>
              <a:t>This opens README.md</a:t>
            </a:r>
          </a:p>
          <a:p>
            <a:pPr>
              <a:lnSpc>
                <a:spcPct val="114000"/>
              </a:lnSpc>
              <a:spcBef>
                <a:spcPts val="0"/>
              </a:spcBef>
              <a:spcAft>
                <a:spcPts val="0"/>
              </a:spcAft>
              <a:buNone/>
              <a:defRPr sz="1963" b="0">
                <a:solidFill>
                  <a:srgbClr val="53656D"/>
                </a:solidFill>
                <a:latin typeface="Meiryo"/>
                <a:ea typeface="Meiryo"/>
                <a:cs typeface="Meiryo"/>
              </a:defRPr>
            </a:pPr>
            <a:r>
              <a:rPr sz="1963" b="0">
                <a:solidFill>
                  <a:srgbClr val="53656D"/>
                </a:solidFill>
                <a:latin typeface="Meiryo"/>
                <a:ea typeface="Meiryo"/>
                <a:cs typeface="Meiryo"/>
              </a:rPr>
              <a:t>for editing.</a:t>
            </a:r>
          </a:p>
        </p:txBody>
      </p:sp>
      <p:sp>
        <p:nvSpPr>
          <p:cNvPr id="14" name="Oval 13"/>
          <p:cNvSpPr/>
          <p:nvPr/>
        </p:nvSpPr>
        <p:spPr>
          <a:xfrm>
            <a:off x="7406640" y="3313430"/>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number:2"/>
          <p:cNvSpPr txBox="1"/>
          <p:nvPr/>
        </p:nvSpPr>
        <p:spPr>
          <a:xfrm>
            <a:off x="7406640" y="3336289"/>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16" name="body:Replace the instructions&#10;with your own record."/>
          <p:cNvSpPr txBox="1"/>
          <p:nvPr/>
        </p:nvSpPr>
        <p:spPr>
          <a:xfrm>
            <a:off x="7982712" y="3304286"/>
            <a:ext cx="3557015" cy="804164"/>
          </a:xfrm>
          <a:prstGeom prst="rect">
            <a:avLst/>
          </a:prstGeom>
          <a:noFill/>
        </p:spPr>
        <p:txBody>
          <a:bodyPr wrap="none" lIns="0" tIns="0" rIns="0" bIns="0" anchor="t">
            <a:noAutofit/>
          </a:bodyPr>
          <a:lstStyle/>
          <a:p>
            <a:pPr>
              <a:lnSpc>
                <a:spcPct val="114000"/>
              </a:lnSpc>
              <a:spcBef>
                <a:spcPts val="0"/>
              </a:spcBef>
              <a:spcAft>
                <a:spcPts val="0"/>
              </a:spcAft>
              <a:buNone/>
              <a:defRPr sz="2013" b="1">
                <a:solidFill>
                  <a:srgbClr val="1D343E"/>
                </a:solidFill>
                <a:latin typeface="Meiryo"/>
                <a:ea typeface="Meiryo"/>
                <a:cs typeface="Meiryo"/>
              </a:defRPr>
            </a:pPr>
            <a:r>
              <a:rPr sz="2013" b="1">
                <a:solidFill>
                  <a:srgbClr val="1D343E"/>
                </a:solidFill>
                <a:latin typeface="Meiryo"/>
                <a:ea typeface="Meiryo"/>
                <a:cs typeface="Meiryo"/>
              </a:rPr>
              <a:t>Replace the instructions</a:t>
            </a:r>
          </a:p>
          <a:p>
            <a:pPr>
              <a:lnSpc>
                <a:spcPct val="114000"/>
              </a:lnSpc>
              <a:spcBef>
                <a:spcPts val="0"/>
              </a:spcBef>
              <a:spcAft>
                <a:spcPts val="0"/>
              </a:spcAft>
              <a:buNone/>
              <a:defRPr sz="2013" b="1">
                <a:solidFill>
                  <a:srgbClr val="1D343E"/>
                </a:solidFill>
                <a:latin typeface="Meiryo"/>
                <a:ea typeface="Meiryo"/>
                <a:cs typeface="Meiryo"/>
              </a:defRPr>
            </a:pPr>
            <a:r>
              <a:rPr sz="2013" b="1">
                <a:solidFill>
                  <a:srgbClr val="1D343E"/>
                </a:solidFill>
                <a:latin typeface="Meiryo"/>
                <a:ea typeface="Meiryo"/>
                <a:cs typeface="Meiryo"/>
              </a:rPr>
              <a:t>with your own record.</a:t>
            </a:r>
          </a:p>
        </p:txBody>
      </p:sp>
      <p:sp>
        <p:nvSpPr>
          <p:cNvPr id="17" name="body:Keep the headings.&#10;Fill in the next slide's fields."/>
          <p:cNvSpPr txBox="1"/>
          <p:nvPr/>
        </p:nvSpPr>
        <p:spPr>
          <a:xfrm>
            <a:off x="7982712" y="4172458"/>
            <a:ext cx="3557015" cy="744220"/>
          </a:xfrm>
          <a:prstGeom prst="rect">
            <a:avLst/>
          </a:prstGeom>
          <a:noFill/>
        </p:spPr>
        <p:txBody>
          <a:bodyPr wrap="none" lIns="0" tIns="0" rIns="0" bIns="0" anchor="t">
            <a:noAutofit/>
          </a:bodyPr>
          <a:lstStyle/>
          <a:p>
            <a:pPr>
              <a:lnSpc>
                <a:spcPct val="114000"/>
              </a:lnSpc>
              <a:spcBef>
                <a:spcPts val="0"/>
              </a:spcBef>
              <a:spcAft>
                <a:spcPts val="0"/>
              </a:spcAft>
              <a:buNone/>
              <a:defRPr sz="1850" b="0">
                <a:solidFill>
                  <a:srgbClr val="53656D"/>
                </a:solidFill>
                <a:latin typeface="Meiryo"/>
                <a:ea typeface="Meiryo"/>
                <a:cs typeface="Meiryo"/>
              </a:defRPr>
            </a:pPr>
            <a:r>
              <a:rPr sz="1850" b="0">
                <a:solidFill>
                  <a:srgbClr val="53656D"/>
                </a:solidFill>
                <a:latin typeface="Meiryo"/>
                <a:ea typeface="Meiryo"/>
                <a:cs typeface="Meiryo"/>
              </a:rPr>
              <a:t>Keep the headings.</a:t>
            </a:r>
          </a:p>
          <a:p>
            <a:pPr>
              <a:lnSpc>
                <a:spcPct val="114000"/>
              </a:lnSpc>
              <a:spcBef>
                <a:spcPts val="0"/>
              </a:spcBef>
              <a:spcAft>
                <a:spcPts val="0"/>
              </a:spcAft>
              <a:buNone/>
              <a:defRPr sz="1850" b="0">
                <a:solidFill>
                  <a:srgbClr val="53656D"/>
                </a:solidFill>
                <a:latin typeface="Meiryo"/>
                <a:ea typeface="Meiryo"/>
                <a:cs typeface="Meiryo"/>
              </a:defRPr>
            </a:pPr>
            <a:r>
              <a:rPr sz="1850" b="0">
                <a:solidFill>
                  <a:srgbClr val="53656D"/>
                </a:solidFill>
                <a:latin typeface="Meiryo"/>
                <a:ea typeface="Meiryo"/>
                <a:cs typeface="Meiryo"/>
              </a:rPr>
              <a:t>Fill in the next slide's fields.</a:t>
            </a:r>
          </a:p>
        </p:txBody>
      </p:sp>
      <p:sp>
        <p:nvSpPr>
          <p:cNvPr id="18" name="Rectangle 17"/>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ircle-check_007F80.png"/>
          <p:cNvPicPr>
            <a:picLocks noChangeAspect="1"/>
          </p:cNvPicPr>
          <p:nvPr/>
        </p:nvPicPr>
        <p:blipFill>
          <a:blip r:embed="rId5"/>
          <a:stretch>
            <a:fillRect/>
          </a:stretch>
        </p:blipFill>
        <p:spPr>
          <a:xfrm>
            <a:off x="749808" y="5751576"/>
            <a:ext cx="283464" cy="283464"/>
          </a:xfrm>
          <a:prstGeom prst="rect">
            <a:avLst/>
          </a:prstGeom>
        </p:spPr>
      </p:pic>
      <p:sp>
        <p:nvSpPr>
          <p:cNvPr id="20" name="result:Keep full AI conversations, your name and student ID out of this record."/>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buNone/>
              <a:defRPr sz="2088" b="0">
                <a:solidFill>
                  <a:srgbClr val="1D343E"/>
                </a:solidFill>
                <a:latin typeface="Meiryo"/>
                <a:ea typeface="Meiryo"/>
                <a:cs typeface="Meiryo"/>
              </a:defRPr>
            </a:pPr>
            <a:r>
              <a:rPr sz="2088" b="0">
                <a:solidFill>
                  <a:srgbClr val="1D343E"/>
                </a:solidFill>
                <a:latin typeface="Meiryo"/>
                <a:ea typeface="Meiryo"/>
                <a:cs typeface="Meiryo"/>
              </a:rPr>
              <a:t>Keep full AI conversations, your name and student ID out of this record.</a:t>
            </a:r>
          </a:p>
        </p:txBody>
      </p:sp>
      <p:sp>
        <p:nvSpPr>
          <p:cNvPr id="21" name="tag:Setup checklist">
            <a:hlinkClick action="ppaction://hlinksldjump" r:id="rId6"/>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buNone/>
              <a:defRPr sz="1575" b="0">
                <a:solidFill>
                  <a:srgbClr val="007F80"/>
                </a:solidFill>
                <a:latin typeface="Meiryo"/>
                <a:ea typeface="Meiryo"/>
                <a:cs typeface="Meiryo"/>
              </a:defRPr>
            </a:pPr>
            <a:r>
              <a:rPr sz="1575" b="0">
                <a:solidFill>
                  <a:srgbClr val="007F80"/>
                </a:solidFill>
                <a:latin typeface="Meiryo"/>
                <a:ea typeface="Meiryo"/>
                <a:cs typeface="Meiryo"/>
              </a:rPr>
              <a:t>Setup checklist</a:t>
            </a:r>
          </a:p>
        </p:txBody>
      </p:sp>
      <p:sp>
        <p:nvSpPr>
          <p:cNvPr id="22" name="footer:AI and Data Literacy    Initial setup"/>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 and Data Literacy    Initial setup</a:t>
            </a:r>
          </a:p>
        </p:txBody>
      </p:sp>
      <p:sp>
        <p:nvSpPr>
          <p:cNvPr id="23" name="footer:22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22 / 37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3 / 5    Image and record"/>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buNone/>
              <a:defRPr sz="1800" b="1">
                <a:solidFill>
                  <a:srgbClr val="007F80"/>
                </a:solidFill>
                <a:latin typeface="Meiryo"/>
                <a:ea typeface="Meiryo"/>
                <a:cs typeface="Meiryo"/>
              </a:defRPr>
            </a:pPr>
            <a:r>
              <a:rPr sz="1800" b="1">
                <a:solidFill>
                  <a:srgbClr val="007F80"/>
                </a:solidFill>
                <a:latin typeface="Meiryo"/>
                <a:ea typeface="Meiryo"/>
                <a:cs typeface="Meiryo"/>
              </a:rPr>
              <a:t>3 / 5    Image and record</a:t>
            </a:r>
          </a:p>
        </p:txBody>
      </p:sp>
      <p:sp>
        <p:nvSpPr>
          <p:cNvPr id="4" name="title:Recording what you actually did"/>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buNone/>
              <a:defRPr sz="3400" b="1">
                <a:solidFill>
                  <a:srgbClr val="1D343E"/>
                </a:solidFill>
                <a:latin typeface="Meiryo"/>
                <a:ea typeface="Meiryo"/>
                <a:cs typeface="Meiryo"/>
              </a:defRPr>
            </a:pPr>
            <a:r>
              <a:rPr sz="3400" b="1">
                <a:solidFill>
                  <a:srgbClr val="1D343E"/>
                </a:solidFill>
                <a:latin typeface="Meiryo"/>
                <a:ea typeface="Meiryo"/>
                <a:cs typeface="Meiryo"/>
              </a:rPr>
              <a:t>Recording what you actually did</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le-text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673352"/>
            <a:ext cx="10991088" cy="1097280"/>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ody:Saved image&#10;filename"/>
          <p:cNvSpPr txBox="1"/>
          <p:nvPr/>
        </p:nvSpPr>
        <p:spPr>
          <a:xfrm>
            <a:off x="859536" y="1792224"/>
            <a:ext cx="3858768" cy="859536"/>
          </a:xfrm>
          <a:prstGeom prst="rect">
            <a:avLst/>
          </a:prstGeom>
          <a:noFill/>
        </p:spPr>
        <p:txBody>
          <a:bodyPr wrap="none" lIns="0" rIns="0" tIns="0" bIns="0" anchor="t">
            <a:spAutoFit/>
          </a:bodyPr>
          <a:lstStyle/>
          <a:p>
            <a:pPr>
              <a:lnSpc>
                <a:spcPct val="114000"/>
              </a:lnSpc>
              <a:spcBef>
                <a:spcPts val="0"/>
              </a:spcBef>
              <a:spcAft>
                <a:spcPts val="0"/>
              </a:spcAft>
              <a:buNone/>
              <a:defRPr sz="2250" b="1">
                <a:solidFill>
                  <a:srgbClr val="1D343E"/>
                </a:solidFill>
                <a:latin typeface="Meiryo"/>
                <a:ea typeface="Meiryo"/>
                <a:cs typeface="Meiryo"/>
              </a:defRPr>
            </a:pPr>
            <a:r>
              <a:rPr sz="2250" b="1">
                <a:solidFill>
                  <a:srgbClr val="1D343E"/>
                </a:solidFill>
                <a:latin typeface="Meiryo"/>
                <a:ea typeface="Meiryo"/>
                <a:cs typeface="Meiryo"/>
              </a:rPr>
              <a:t>Saved image</a:t>
            </a:r>
          </a:p>
          <a:p>
            <a:pPr>
              <a:lnSpc>
                <a:spcPct val="114000"/>
              </a:lnSpc>
              <a:spcBef>
                <a:spcPts val="0"/>
              </a:spcBef>
              <a:spcAft>
                <a:spcPts val="0"/>
              </a:spcAft>
              <a:buNone/>
              <a:defRPr sz="2250" b="1">
                <a:solidFill>
                  <a:srgbClr val="1D343E"/>
                </a:solidFill>
                <a:latin typeface="Meiryo"/>
                <a:ea typeface="Meiryo"/>
                <a:cs typeface="Meiryo"/>
              </a:defRPr>
            </a:pPr>
            <a:r>
              <a:rPr sz="2250" b="1">
                <a:solidFill>
                  <a:srgbClr val="1D343E"/>
                </a:solidFill>
                <a:latin typeface="Meiryo"/>
                <a:ea typeface="Meiryo"/>
                <a:cs typeface="Meiryo"/>
              </a:rPr>
              <a:t>filename</a:t>
            </a:r>
          </a:p>
        </p:txBody>
      </p:sp>
      <p:sp>
        <p:nvSpPr>
          <p:cNvPr id="9" name="body:practice.png"/>
          <p:cNvSpPr txBox="1"/>
          <p:nvPr/>
        </p:nvSpPr>
        <p:spPr>
          <a:xfrm>
            <a:off x="4983480" y="1828800"/>
            <a:ext cx="6254496" cy="813816"/>
          </a:xfrm>
          <a:prstGeom prst="rect">
            <a:avLst/>
          </a:prstGeom>
          <a:noFill/>
        </p:spPr>
        <p:txBody>
          <a:bodyPr wrap="none" lIns="0" rIns="0" tIns="0" bIns="0" anchor="t">
            <a:spAutoFit/>
          </a:bodyPr>
          <a:lstStyle/>
          <a:p>
            <a:pPr>
              <a:lnSpc>
                <a:spcPct val="114000"/>
              </a:lnSpc>
              <a:spcBef>
                <a:spcPts val="0"/>
              </a:spcBef>
              <a:spcAft>
                <a:spcPts val="0"/>
              </a:spcAft>
              <a:defRPr sz="2500" b="0">
                <a:solidFill>
                  <a:srgbClr val="1D343E"/>
                </a:solidFill>
                <a:latin typeface="Meiryo"/>
              </a:defRPr>
            </a:pPr>
            <a:r>
              <a:rPr sz="2500" b="0">
                <a:solidFill>
                  <a:srgbClr val="1D343E"/>
                </a:solidFill>
                <a:latin typeface="Meiryo"/>
                <a:ea typeface="Meiryo"/>
                <a:cs typeface="Meiryo"/>
              </a:rPr>
              <a:t>practice.png</a:t>
            </a:r>
          </a:p>
        </p:txBody>
      </p:sp>
      <p:sp>
        <p:nvSpPr>
          <p:cNvPr id="10" name="Rectangle 9"/>
          <p:cNvSpPr/>
          <p:nvPr/>
        </p:nvSpPr>
        <p:spPr>
          <a:xfrm>
            <a:off x="594360" y="2944368"/>
            <a:ext cx="10991088" cy="109728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ody:AI or supplied image used"/>
          <p:cNvSpPr txBox="1"/>
          <p:nvPr/>
        </p:nvSpPr>
        <p:spPr>
          <a:xfrm>
            <a:off x="859536" y="3063239"/>
            <a:ext cx="3858768" cy="859536"/>
          </a:xfrm>
          <a:prstGeom prst="rect">
            <a:avLst/>
          </a:prstGeom>
          <a:noFill/>
        </p:spPr>
        <p:txBody>
          <a:bodyPr wrap="none" lIns="0" rIns="0" tIns="0" bIns="0" anchor="t">
            <a:spAutoFit/>
          </a:bodyPr>
          <a:lstStyle/>
          <a:p>
            <a:pPr>
              <a:lnSpc>
                <a:spcPct val="114000"/>
              </a:lnSpc>
              <a:spcBef>
                <a:spcPts val="0"/>
              </a:spcBef>
              <a:spcAft>
                <a:spcPts val="0"/>
              </a:spcAft>
              <a:buNone/>
              <a:defRPr sz="2025" b="1">
                <a:solidFill>
                  <a:srgbClr val="1D343E"/>
                </a:solidFill>
                <a:latin typeface="Meiryo"/>
                <a:ea typeface="Meiryo"/>
                <a:cs typeface="Meiryo"/>
              </a:defRPr>
            </a:pPr>
            <a:r>
              <a:rPr sz="2025" b="1">
                <a:solidFill>
                  <a:srgbClr val="1D343E"/>
                </a:solidFill>
                <a:latin typeface="Meiryo"/>
                <a:ea typeface="Meiryo"/>
                <a:cs typeface="Meiryo"/>
              </a:rPr>
              <a:t>AI or supplied image used</a:t>
            </a:r>
          </a:p>
        </p:txBody>
      </p:sp>
      <p:sp>
        <p:nvSpPr>
          <p:cNvPr id="12" name="body:Used the instructor's supplied image"/>
          <p:cNvSpPr txBox="1"/>
          <p:nvPr/>
        </p:nvSpPr>
        <p:spPr>
          <a:xfrm>
            <a:off x="4983480" y="3099815"/>
            <a:ext cx="6254496" cy="813816"/>
          </a:xfrm>
          <a:prstGeom prst="rect">
            <a:avLst/>
          </a:prstGeom>
          <a:noFill/>
        </p:spPr>
        <p:txBody>
          <a:bodyPr wrap="none" lIns="0" tIns="0" rIns="0" bIns="0" anchor="t">
            <a:noAutofit/>
          </a:bodyPr>
          <a:lstStyle/>
          <a:p>
            <a:pPr>
              <a:lnSpc>
                <a:spcPct val="114000"/>
              </a:lnSpc>
              <a:spcBef>
                <a:spcPts val="0"/>
              </a:spcBef>
              <a:spcAft>
                <a:spcPts val="0"/>
              </a:spcAft>
              <a:buNone/>
              <a:defRPr sz="2500" b="0">
                <a:solidFill>
                  <a:srgbClr val="1D343E"/>
                </a:solidFill>
                <a:latin typeface="Meiryo"/>
                <a:ea typeface="Meiryo"/>
                <a:cs typeface="Meiryo"/>
              </a:defRPr>
            </a:pPr>
            <a:r>
              <a:rPr sz="2500" b="0">
                <a:solidFill>
                  <a:srgbClr val="1D343E"/>
                </a:solidFill>
                <a:latin typeface="Meiryo"/>
                <a:ea typeface="Meiryo"/>
                <a:cs typeface="Meiryo"/>
              </a:rPr>
              <a:t>Used the instructor's supplied image</a:t>
            </a:r>
          </a:p>
        </p:txBody>
      </p:sp>
      <p:sp>
        <p:nvSpPr>
          <p:cNvPr id="13" name="Rectangle 12"/>
          <p:cNvSpPr/>
          <p:nvPr/>
        </p:nvSpPr>
        <p:spPr>
          <a:xfrm>
            <a:off x="594360" y="4215383"/>
            <a:ext cx="10991088" cy="1097280"/>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ody:What I checked myself"/>
          <p:cNvSpPr txBox="1"/>
          <p:nvPr/>
        </p:nvSpPr>
        <p:spPr>
          <a:xfrm>
            <a:off x="859536" y="4334255"/>
            <a:ext cx="3858768" cy="859536"/>
          </a:xfrm>
          <a:prstGeom prst="rect">
            <a:avLst/>
          </a:prstGeom>
          <a:noFill/>
        </p:spPr>
        <p:txBody>
          <a:bodyPr wrap="none" lIns="0" rIns="0" tIns="0" bIns="0" anchor="t">
            <a:spAutoFit/>
          </a:bodyPr>
          <a:lstStyle/>
          <a:p>
            <a:pPr>
              <a:lnSpc>
                <a:spcPct val="114000"/>
              </a:lnSpc>
              <a:spcBef>
                <a:spcPts val="0"/>
              </a:spcBef>
              <a:spcAft>
                <a:spcPts val="0"/>
              </a:spcAft>
              <a:buNone/>
              <a:defRPr sz="2325" b="1">
                <a:solidFill>
                  <a:srgbClr val="1D343E"/>
                </a:solidFill>
                <a:latin typeface="Meiryo"/>
                <a:ea typeface="Meiryo"/>
                <a:cs typeface="Meiryo"/>
              </a:defRPr>
            </a:pPr>
            <a:r>
              <a:rPr sz="2325" b="1">
                <a:solidFill>
                  <a:srgbClr val="1D343E"/>
                </a:solidFill>
                <a:latin typeface="Meiryo"/>
                <a:ea typeface="Meiryo"/>
                <a:cs typeface="Meiryo"/>
              </a:rPr>
              <a:t>What I checked myself</a:t>
            </a:r>
          </a:p>
        </p:txBody>
      </p:sp>
      <p:sp>
        <p:nvSpPr>
          <p:cNvPr id="15" name="body:I opened the image on GitHub and confirmed&#10;that it matched the file on my computer."/>
          <p:cNvSpPr txBox="1"/>
          <p:nvPr/>
        </p:nvSpPr>
        <p:spPr>
          <a:xfrm>
            <a:off x="4983480" y="4370831"/>
            <a:ext cx="6254496" cy="813816"/>
          </a:xfrm>
          <a:prstGeom prst="rect">
            <a:avLst/>
          </a:prstGeom>
          <a:noFill/>
        </p:spPr>
        <p:txBody>
          <a:bodyPr wrap="none" lIns="0" rIns="0" tIns="0" bIns="0" anchor="t">
            <a:spAutoFit/>
          </a:bodyPr>
          <a:lstStyle/>
          <a:p>
            <a:pPr>
              <a:lnSpc>
                <a:spcPct val="114000"/>
              </a:lnSpc>
              <a:spcBef>
                <a:spcPts val="0"/>
              </a:spcBef>
              <a:spcAft>
                <a:spcPts val="0"/>
              </a:spcAft>
              <a:buNone/>
              <a:defRPr sz="2013" b="0">
                <a:solidFill>
                  <a:srgbClr val="1D343E"/>
                </a:solidFill>
                <a:latin typeface="Meiryo"/>
                <a:ea typeface="Meiryo"/>
                <a:cs typeface="Meiryo"/>
              </a:defRPr>
            </a:pPr>
            <a:r>
              <a:rPr sz="2013" b="0">
                <a:solidFill>
                  <a:srgbClr val="1D343E"/>
                </a:solidFill>
                <a:latin typeface="Meiryo"/>
                <a:ea typeface="Meiryo"/>
                <a:cs typeface="Meiryo"/>
              </a:rPr>
              <a:t>I opened the image on GitHub and confirmed</a:t>
            </a:r>
          </a:p>
          <a:p>
            <a:pPr>
              <a:lnSpc>
                <a:spcPct val="114000"/>
              </a:lnSpc>
              <a:spcBef>
                <a:spcPts val="0"/>
              </a:spcBef>
              <a:spcAft>
                <a:spcPts val="0"/>
              </a:spcAft>
              <a:buNone/>
              <a:defRPr sz="2013" b="0">
                <a:solidFill>
                  <a:srgbClr val="1D343E"/>
                </a:solidFill>
                <a:latin typeface="Meiryo"/>
                <a:ea typeface="Meiryo"/>
                <a:cs typeface="Meiryo"/>
              </a:defRPr>
            </a:pPr>
            <a:r>
              <a:rPr sz="2013" b="0">
                <a:solidFill>
                  <a:srgbClr val="1D343E"/>
                </a:solidFill>
                <a:latin typeface="Meiryo"/>
                <a:ea typeface="Meiryo"/>
                <a:cs typeface="Meiryo"/>
              </a:rPr>
              <a:t>that it matched the file on my computer.</a:t>
            </a:r>
          </a:p>
        </p:txBody>
      </p:sp>
      <p:sp>
        <p:nvSpPr>
          <p:cNvPr id="16" name="Rectangle 15"/>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ircle-check_007F80.png"/>
          <p:cNvPicPr>
            <a:picLocks noChangeAspect="1"/>
          </p:cNvPicPr>
          <p:nvPr/>
        </p:nvPicPr>
        <p:blipFill>
          <a:blip r:embed="rId4"/>
          <a:stretch>
            <a:fillRect/>
          </a:stretch>
        </p:blipFill>
        <p:spPr>
          <a:xfrm>
            <a:off x="749808" y="5751576"/>
            <a:ext cx="283464" cy="283464"/>
          </a:xfrm>
          <a:prstGeom prst="rect">
            <a:avLst/>
          </a:prstGeom>
        </p:spPr>
      </p:pic>
      <p:sp>
        <p:nvSpPr>
          <p:cNvPr id="18" name="result:Keep the three headings. Replace the examples with your actual filename, use and checks."/>
          <p:cNvSpPr txBox="1"/>
          <p:nvPr/>
        </p:nvSpPr>
        <p:spPr>
          <a:xfrm>
            <a:off x="1179576" y="5710428"/>
            <a:ext cx="10168128" cy="438912"/>
          </a:xfrm>
          <a:prstGeom prst="rect">
            <a:avLst/>
          </a:prstGeom>
          <a:noFill/>
        </p:spPr>
        <p:txBody>
          <a:bodyPr wrap="none" lIns="0" tIns="0" rIns="0" bIns="0" anchor="t">
            <a:noAutofit/>
          </a:bodyPr>
          <a:lstStyle/>
          <a:p>
            <a:pPr>
              <a:lnSpc>
                <a:spcPct val="114000"/>
              </a:lnSpc>
              <a:spcBef>
                <a:spcPts val="0"/>
              </a:spcBef>
              <a:spcAft>
                <a:spcPts val="0"/>
              </a:spcAft>
              <a:buNone/>
              <a:defRPr sz="1638" b="0">
                <a:solidFill>
                  <a:srgbClr val="1D343E"/>
                </a:solidFill>
                <a:latin typeface="Meiryo"/>
                <a:ea typeface="Meiryo"/>
                <a:cs typeface="Meiryo"/>
              </a:defRPr>
            </a:pPr>
            <a:r>
              <a:rPr sz="1638" b="0">
                <a:solidFill>
                  <a:srgbClr val="1D343E"/>
                </a:solidFill>
                <a:latin typeface="Meiryo"/>
                <a:ea typeface="Meiryo"/>
                <a:cs typeface="Meiryo"/>
              </a:rPr>
              <a:t>Keep the three headings. Replace the examples with your actual filename, use and checks.</a:t>
            </a:r>
          </a:p>
        </p:txBody>
      </p:sp>
      <p:sp>
        <p:nvSpPr>
          <p:cNvPr id="19" name="tag:Setup checklist">
            <a:hlinkClick action="ppaction://hlinksldjump" r:id="rId5"/>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buNone/>
              <a:defRPr sz="1575" b="0">
                <a:solidFill>
                  <a:srgbClr val="007F80"/>
                </a:solidFill>
                <a:latin typeface="Meiryo"/>
                <a:ea typeface="Meiryo"/>
                <a:cs typeface="Meiryo"/>
              </a:defRPr>
            </a:pPr>
            <a:r>
              <a:rPr sz="1575" b="0">
                <a:solidFill>
                  <a:srgbClr val="007F80"/>
                </a:solidFill>
                <a:latin typeface="Meiryo"/>
                <a:ea typeface="Meiryo"/>
                <a:cs typeface="Meiryo"/>
              </a:rPr>
              <a:t>Setup checklist</a:t>
            </a:r>
          </a:p>
        </p:txBody>
      </p:sp>
      <p:sp>
        <p:nvSpPr>
          <p:cNvPr id="20" name="footer:AI and Data Literacy    Initial setup"/>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 and Data Literacy    Initial setup</a:t>
            </a:r>
          </a:p>
        </p:txBody>
      </p:sp>
      <p:sp>
        <p:nvSpPr>
          <p:cNvPr id="21" name="footer:23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23 / 37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3 / 5    Image and record"/>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buNone/>
              <a:defRPr sz="1800" b="1">
                <a:solidFill>
                  <a:srgbClr val="007F80"/>
                </a:solidFill>
                <a:latin typeface="Meiryo"/>
                <a:ea typeface="Meiryo"/>
                <a:cs typeface="Meiryo"/>
              </a:defRPr>
            </a:pPr>
            <a:r>
              <a:rPr sz="1800" b="1">
                <a:solidFill>
                  <a:srgbClr val="007F80"/>
                </a:solidFill>
                <a:latin typeface="Meiryo"/>
                <a:ea typeface="Meiryo"/>
                <a:cs typeface="Meiryo"/>
              </a:rPr>
              <a:t>3 / 5    Image and record</a:t>
            </a:r>
          </a:p>
        </p:txBody>
      </p:sp>
      <p:sp>
        <p:nvSpPr>
          <p:cNvPr id="4" name="title:Checking the Preview"/>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buNone/>
              <a:defRPr sz="3400" b="1">
                <a:solidFill>
                  <a:srgbClr val="1D343E"/>
                </a:solidFill>
                <a:latin typeface="Meiryo"/>
                <a:ea typeface="Meiryo"/>
                <a:cs typeface="Meiryo"/>
              </a:defRPr>
            </a:pPr>
            <a:r>
              <a:rPr sz="3400" b="1">
                <a:solidFill>
                  <a:srgbClr val="1D343E"/>
                </a:solidFill>
                <a:latin typeface="Meiryo"/>
                <a:ea typeface="Meiryo"/>
                <a:cs typeface="Meiryo"/>
              </a:rPr>
              <a:t>Checking the Preview</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earch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645920"/>
            <a:ext cx="6565392" cy="3575304"/>
          </a:xfrm>
          <a:prstGeom prst="rect">
            <a:avLst/>
          </a:prstGeom>
          <a:solidFill>
            <a:srgbClr val="F5F7F8"/>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rop_21_0_45_645_290.png"/>
          <p:cNvPicPr>
            <a:picLocks noChangeAspect="1"/>
          </p:cNvPicPr>
          <p:nvPr/>
        </p:nvPicPr>
        <p:blipFill>
          <a:blip r:embed="rId4"/>
          <a:stretch>
            <a:fillRect/>
          </a:stretch>
        </p:blipFill>
        <p:spPr>
          <a:xfrm>
            <a:off x="731520" y="2211323"/>
            <a:ext cx="6291072" cy="2389632"/>
          </a:xfrm>
          <a:prstGeom prst="rect">
            <a:avLst/>
          </a:prstGeom>
        </p:spPr>
      </p:pic>
      <p:sp>
        <p:nvSpPr>
          <p:cNvPr id="9" name="caption:Cropped example from GitHub Docs"/>
          <p:cNvSpPr txBox="1"/>
          <p:nvPr/>
        </p:nvSpPr>
        <p:spPr>
          <a:xfrm>
            <a:off x="740664" y="5221224"/>
            <a:ext cx="6492240" cy="342900"/>
          </a:xfrm>
          <a:prstGeom prst="rect">
            <a:avLst/>
          </a:prstGeom>
          <a:noFill/>
        </p:spPr>
        <p:txBody>
          <a:bodyPr wrap="none" lIns="0" rIns="0" t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Cropped example from GitHub Docs</a:t>
            </a:r>
          </a:p>
        </p:txBody>
      </p:sp>
      <p:sp>
        <p:nvSpPr>
          <p:cNvPr id="10" name="Oval 9"/>
          <p:cNvSpPr/>
          <p:nvPr/>
        </p:nvSpPr>
        <p:spPr>
          <a:xfrm>
            <a:off x="7406640" y="1728216"/>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number:1"/>
          <p:cNvSpPr txBox="1"/>
          <p:nvPr/>
        </p:nvSpPr>
        <p:spPr>
          <a:xfrm>
            <a:off x="7406640" y="1751075"/>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2" name="body:Select Preview."/>
          <p:cNvSpPr txBox="1"/>
          <p:nvPr/>
        </p:nvSpPr>
        <p:spPr>
          <a:xfrm>
            <a:off x="7982712" y="1719072"/>
            <a:ext cx="3557015" cy="429514"/>
          </a:xfrm>
          <a:prstGeom prst="rect">
            <a:avLst/>
          </a:prstGeom>
          <a:noFill/>
        </p:spPr>
        <p:txBody>
          <a:bodyPr wrap="none" lIns="0" rIns="0" tIns="0" bIns="0" anchor="t">
            <a:spAutoFit/>
          </a:bodyPr>
          <a:lstStyle/>
          <a:p>
            <a:pPr>
              <a:lnSpc>
                <a:spcPct val="114000"/>
              </a:lnSpc>
              <a:spcBef>
                <a:spcPts val="0"/>
              </a:spcBef>
              <a:spcAft>
                <a:spcPts val="0"/>
              </a:spcAft>
              <a:buNone/>
              <a:defRPr sz="2500" b="1">
                <a:solidFill>
                  <a:srgbClr val="1D343E"/>
                </a:solidFill>
                <a:latin typeface="Meiryo"/>
                <a:ea typeface="Meiryo"/>
                <a:cs typeface="Meiryo"/>
              </a:defRPr>
            </a:pPr>
            <a:r>
              <a:rPr sz="2500" b="1">
                <a:solidFill>
                  <a:srgbClr val="1D343E"/>
                </a:solidFill>
                <a:latin typeface="Meiryo"/>
                <a:ea typeface="Meiryo"/>
                <a:cs typeface="Meiryo"/>
              </a:rPr>
              <a:t>Select Preview.</a:t>
            </a:r>
          </a:p>
        </p:txBody>
      </p:sp>
      <p:sp>
        <p:nvSpPr>
          <p:cNvPr id="13" name="body:Check how your&#10;record displays."/>
          <p:cNvSpPr txBox="1"/>
          <p:nvPr/>
        </p:nvSpPr>
        <p:spPr>
          <a:xfrm>
            <a:off x="7982712" y="2212594"/>
            <a:ext cx="3557015" cy="744220"/>
          </a:xfrm>
          <a:prstGeom prst="rect">
            <a:avLst/>
          </a:prstGeom>
          <a:noFill/>
        </p:spPr>
        <p:txBody>
          <a:bodyPr wrap="none" lIns="0" rIns="0" tIns="0" bIns="0" anchor="t">
            <a:spAutoFit/>
          </a:bodyPr>
          <a:lstStyle/>
          <a:p>
            <a:pPr>
              <a:lnSpc>
                <a:spcPct val="114000"/>
              </a:lnSpc>
              <a:spcBef>
                <a:spcPts val="0"/>
              </a:spcBef>
              <a:spcAft>
                <a:spcPts val="0"/>
              </a:spcAft>
              <a:buNone/>
              <a:defRPr sz="1963" b="0">
                <a:solidFill>
                  <a:srgbClr val="53656D"/>
                </a:solidFill>
                <a:latin typeface="Meiryo"/>
                <a:ea typeface="Meiryo"/>
                <a:cs typeface="Meiryo"/>
              </a:defRPr>
            </a:pPr>
            <a:r>
              <a:rPr sz="1963" b="0">
                <a:solidFill>
                  <a:srgbClr val="53656D"/>
                </a:solidFill>
                <a:latin typeface="Meiryo"/>
                <a:ea typeface="Meiryo"/>
                <a:cs typeface="Meiryo"/>
              </a:rPr>
              <a:t>Check how your</a:t>
            </a:r>
          </a:p>
          <a:p>
            <a:pPr>
              <a:lnSpc>
                <a:spcPct val="114000"/>
              </a:lnSpc>
              <a:spcBef>
                <a:spcPts val="0"/>
              </a:spcBef>
              <a:spcAft>
                <a:spcPts val="0"/>
              </a:spcAft>
              <a:buNone/>
              <a:defRPr sz="1963" b="0">
                <a:solidFill>
                  <a:srgbClr val="53656D"/>
                </a:solidFill>
                <a:latin typeface="Meiryo"/>
                <a:ea typeface="Meiryo"/>
                <a:cs typeface="Meiryo"/>
              </a:defRPr>
            </a:pPr>
            <a:r>
              <a:rPr sz="1963" b="0">
                <a:solidFill>
                  <a:srgbClr val="53656D"/>
                </a:solidFill>
                <a:latin typeface="Meiryo"/>
                <a:ea typeface="Meiryo"/>
                <a:cs typeface="Meiryo"/>
              </a:rPr>
              <a:t>record displays.</a:t>
            </a:r>
          </a:p>
        </p:txBody>
      </p:sp>
      <p:sp>
        <p:nvSpPr>
          <p:cNvPr id="14" name="Oval 13"/>
          <p:cNvSpPr/>
          <p:nvPr/>
        </p:nvSpPr>
        <p:spPr>
          <a:xfrm>
            <a:off x="7406640" y="3313430"/>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number:2"/>
          <p:cNvSpPr txBox="1"/>
          <p:nvPr/>
        </p:nvSpPr>
        <p:spPr>
          <a:xfrm>
            <a:off x="7406640" y="3336289"/>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16" name="body:Read all three fields."/>
          <p:cNvSpPr txBox="1"/>
          <p:nvPr/>
        </p:nvSpPr>
        <p:spPr>
          <a:xfrm>
            <a:off x="7982712" y="3304286"/>
            <a:ext cx="3557015" cy="429514"/>
          </a:xfrm>
          <a:prstGeom prst="rect">
            <a:avLst/>
          </a:prstGeom>
          <a:noFill/>
        </p:spPr>
        <p:txBody>
          <a:bodyPr wrap="none" lIns="0" rIns="0" tIns="0" bIns="0" anchor="t">
            <a:spAutoFit/>
          </a:bodyPr>
          <a:lstStyle/>
          <a:p>
            <a:pPr>
              <a:lnSpc>
                <a:spcPct val="114000"/>
              </a:lnSpc>
              <a:spcBef>
                <a:spcPts val="0"/>
              </a:spcBef>
              <a:spcAft>
                <a:spcPts val="0"/>
              </a:spcAft>
              <a:buNone/>
              <a:defRPr sz="2313" b="1">
                <a:solidFill>
                  <a:srgbClr val="1D343E"/>
                </a:solidFill>
                <a:latin typeface="Meiryo"/>
                <a:ea typeface="Meiryo"/>
                <a:cs typeface="Meiryo"/>
              </a:defRPr>
            </a:pPr>
            <a:r>
              <a:rPr sz="2313" b="1">
                <a:solidFill>
                  <a:srgbClr val="1D343E"/>
                </a:solidFill>
                <a:latin typeface="Meiryo"/>
                <a:ea typeface="Meiryo"/>
                <a:cs typeface="Meiryo"/>
              </a:rPr>
              <a:t>Read all three fields.</a:t>
            </a:r>
          </a:p>
        </p:txBody>
      </p:sp>
      <p:sp>
        <p:nvSpPr>
          <p:cNvPr id="17" name="body:Check the filename.&#10;Remove any remaining&#10;instruction text."/>
          <p:cNvSpPr txBox="1"/>
          <p:nvPr/>
        </p:nvSpPr>
        <p:spPr>
          <a:xfrm>
            <a:off x="7982712" y="3797808"/>
            <a:ext cx="3557015" cy="1088898"/>
          </a:xfrm>
          <a:prstGeom prst="rect">
            <a:avLst/>
          </a:prstGeom>
          <a:noFill/>
        </p:spPr>
        <p:txBody>
          <a:bodyPr wrap="none" lIns="0" rIns="0" tIns="0" bIns="0" anchor="t">
            <a:spAutoFit/>
          </a:bodyPr>
          <a:lstStyle/>
          <a:p>
            <a:pPr>
              <a:lnSpc>
                <a:spcPct val="114000"/>
              </a:lnSpc>
              <a:spcBef>
                <a:spcPts val="0"/>
              </a:spcBef>
              <a:spcAft>
                <a:spcPts val="0"/>
              </a:spcAft>
              <a:buNone/>
              <a:defRPr sz="1925" b="0">
                <a:solidFill>
                  <a:srgbClr val="53656D"/>
                </a:solidFill>
                <a:latin typeface="Meiryo"/>
                <a:ea typeface="Meiryo"/>
                <a:cs typeface="Meiryo"/>
              </a:defRPr>
            </a:pPr>
            <a:r>
              <a:rPr sz="1925" b="0">
                <a:solidFill>
                  <a:srgbClr val="53656D"/>
                </a:solidFill>
                <a:latin typeface="Meiryo"/>
                <a:ea typeface="Meiryo"/>
                <a:cs typeface="Meiryo"/>
              </a:rPr>
              <a:t>Check the filename.</a:t>
            </a:r>
          </a:p>
          <a:p>
            <a:pPr>
              <a:lnSpc>
                <a:spcPct val="114000"/>
              </a:lnSpc>
              <a:spcBef>
                <a:spcPts val="0"/>
              </a:spcBef>
              <a:spcAft>
                <a:spcPts val="0"/>
              </a:spcAft>
              <a:buNone/>
              <a:defRPr sz="1925" b="0">
                <a:solidFill>
                  <a:srgbClr val="53656D"/>
                </a:solidFill>
                <a:latin typeface="Meiryo"/>
                <a:ea typeface="Meiryo"/>
                <a:cs typeface="Meiryo"/>
              </a:defRPr>
            </a:pPr>
            <a:r>
              <a:rPr sz="1925" b="0">
                <a:solidFill>
                  <a:srgbClr val="53656D"/>
                </a:solidFill>
                <a:latin typeface="Meiryo"/>
                <a:ea typeface="Meiryo"/>
                <a:cs typeface="Meiryo"/>
              </a:rPr>
              <a:t>Remove any remaining</a:t>
            </a:r>
          </a:p>
          <a:p>
            <a:pPr>
              <a:lnSpc>
                <a:spcPct val="114000"/>
              </a:lnSpc>
              <a:spcBef>
                <a:spcPts val="0"/>
              </a:spcBef>
              <a:spcAft>
                <a:spcPts val="0"/>
              </a:spcAft>
              <a:buNone/>
              <a:defRPr sz="1925" b="0">
                <a:solidFill>
                  <a:srgbClr val="53656D"/>
                </a:solidFill>
                <a:latin typeface="Meiryo"/>
                <a:ea typeface="Meiryo"/>
                <a:cs typeface="Meiryo"/>
              </a:defRPr>
            </a:pPr>
            <a:r>
              <a:rPr sz="1925" b="0">
                <a:solidFill>
                  <a:srgbClr val="53656D"/>
                </a:solidFill>
                <a:latin typeface="Meiryo"/>
                <a:ea typeface="Meiryo"/>
                <a:cs typeface="Meiryo"/>
              </a:rPr>
              <a:t>instruction text.</a:t>
            </a:r>
          </a:p>
        </p:txBody>
      </p:sp>
      <p:sp>
        <p:nvSpPr>
          <p:cNvPr id="18" name="Rectangle 17"/>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ircle-check_007F80.png"/>
          <p:cNvPicPr>
            <a:picLocks noChangeAspect="1"/>
          </p:cNvPicPr>
          <p:nvPr/>
        </p:nvPicPr>
        <p:blipFill>
          <a:blip r:embed="rId5"/>
          <a:stretch>
            <a:fillRect/>
          </a:stretch>
        </p:blipFill>
        <p:spPr>
          <a:xfrm>
            <a:off x="749808" y="5751576"/>
            <a:ext cx="283464" cy="283464"/>
          </a:xfrm>
          <a:prstGeom prst="rect">
            <a:avLst/>
          </a:prstGeom>
        </p:spPr>
      </p:pic>
      <p:sp>
        <p:nvSpPr>
          <p:cNvPr id="20" name="result:Preview does not save changes. Confirm the save on the next slide."/>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buNone/>
              <a:defRPr sz="2200" b="0">
                <a:solidFill>
                  <a:srgbClr val="1D343E"/>
                </a:solidFill>
                <a:latin typeface="Meiryo"/>
                <a:ea typeface="Meiryo"/>
                <a:cs typeface="Meiryo"/>
              </a:defRPr>
            </a:pPr>
            <a:r>
              <a:rPr sz="2200" b="0">
                <a:solidFill>
                  <a:srgbClr val="1D343E"/>
                </a:solidFill>
                <a:latin typeface="Meiryo"/>
                <a:ea typeface="Meiryo"/>
                <a:cs typeface="Meiryo"/>
              </a:rPr>
              <a:t>Preview does not save changes. Confirm the save on the next slide.</a:t>
            </a:r>
          </a:p>
        </p:txBody>
      </p:sp>
      <p:sp>
        <p:nvSpPr>
          <p:cNvPr id="21" name="tag:Setup checklist">
            <a:hlinkClick action="ppaction://hlinksldjump" r:id="rId6"/>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buNone/>
              <a:defRPr sz="1575" b="0">
                <a:solidFill>
                  <a:srgbClr val="007F80"/>
                </a:solidFill>
                <a:latin typeface="Meiryo"/>
                <a:ea typeface="Meiryo"/>
                <a:cs typeface="Meiryo"/>
              </a:defRPr>
            </a:pPr>
            <a:r>
              <a:rPr sz="1575" b="0">
                <a:solidFill>
                  <a:srgbClr val="007F80"/>
                </a:solidFill>
                <a:latin typeface="Meiryo"/>
                <a:ea typeface="Meiryo"/>
                <a:cs typeface="Meiryo"/>
              </a:rPr>
              <a:t>Setup checklist</a:t>
            </a:r>
          </a:p>
        </p:txBody>
      </p:sp>
      <p:sp>
        <p:nvSpPr>
          <p:cNvPr id="22" name="footer:AI and Data Literacy    Initial setup"/>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 and Data Literacy    Initial setup</a:t>
            </a:r>
          </a:p>
        </p:txBody>
      </p:sp>
      <p:sp>
        <p:nvSpPr>
          <p:cNvPr id="23" name="footer:24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24 / 37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3 / 5    Image and record"/>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buNone/>
              <a:defRPr sz="1800" b="1">
                <a:solidFill>
                  <a:srgbClr val="007F80"/>
                </a:solidFill>
                <a:latin typeface="Meiryo"/>
                <a:ea typeface="Meiryo"/>
                <a:cs typeface="Meiryo"/>
              </a:defRPr>
            </a:pPr>
            <a:r>
              <a:rPr sz="1800" b="1">
                <a:solidFill>
                  <a:srgbClr val="007F80"/>
                </a:solidFill>
                <a:latin typeface="Meiryo"/>
                <a:ea typeface="Meiryo"/>
                <a:cs typeface="Meiryo"/>
              </a:rPr>
              <a:t>3 / 5    Image and record</a:t>
            </a:r>
          </a:p>
        </p:txBody>
      </p:sp>
      <p:sp>
        <p:nvSpPr>
          <p:cNvPr id="4" name="title:Saving your setup record"/>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buNone/>
              <a:defRPr sz="3400" b="1">
                <a:solidFill>
                  <a:srgbClr val="1D343E"/>
                </a:solidFill>
                <a:latin typeface="Meiryo"/>
                <a:ea typeface="Meiryo"/>
                <a:cs typeface="Meiryo"/>
              </a:defRPr>
            </a:pPr>
            <a:r>
              <a:rPr sz="3400" b="1">
                <a:solidFill>
                  <a:srgbClr val="1D343E"/>
                </a:solidFill>
                <a:latin typeface="Meiryo"/>
                <a:ea typeface="Meiryo"/>
                <a:cs typeface="Meiryo"/>
              </a:rPr>
              <a:t>Saving your setup record</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git-commit-horizontal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700784"/>
            <a:ext cx="6565392" cy="3538728"/>
          </a:xfrm>
          <a:prstGeom prst="rect">
            <a:avLst/>
          </a:prstGeom>
          <a:solidFill>
            <a:srgbClr val="F5F7F8"/>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700784"/>
            <a:ext cx="6565392" cy="50292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ag:Commit changes"/>
          <p:cNvSpPr txBox="1"/>
          <p:nvPr/>
        </p:nvSpPr>
        <p:spPr>
          <a:xfrm>
            <a:off x="795528" y="1787652"/>
            <a:ext cx="6163055" cy="387858"/>
          </a:xfrm>
          <a:prstGeom prst="rect">
            <a:avLst/>
          </a:prstGeom>
          <a:noFill/>
        </p:spPr>
        <p:txBody>
          <a:bodyPr wrap="none" lIns="0" rIns="0" tIns="0" bIns="0" anchor="t">
            <a:spAutoFit/>
          </a:bodyPr>
          <a:lstStyle/>
          <a:p>
            <a:pPr>
              <a:lnSpc>
                <a:spcPct val="114000"/>
              </a:lnSpc>
              <a:spcBef>
                <a:spcPts val="0"/>
              </a:spcBef>
              <a:spcAft>
                <a:spcPts val="0"/>
              </a:spcAft>
              <a:defRPr sz="2100" b="0">
                <a:solidFill>
                  <a:srgbClr val="53656D"/>
                </a:solidFill>
                <a:latin typeface="Meiryo"/>
              </a:defRPr>
            </a:pPr>
            <a:r>
              <a:rPr sz="2100" b="0">
                <a:solidFill>
                  <a:srgbClr val="53656D"/>
                </a:solidFill>
                <a:latin typeface="Meiryo"/>
                <a:ea typeface="Meiryo"/>
                <a:cs typeface="Meiryo"/>
              </a:rPr>
              <a:t>Commit changes</a:t>
            </a:r>
          </a:p>
        </p:txBody>
      </p:sp>
      <p:sp>
        <p:nvSpPr>
          <p:cNvPr id="10" name="tag:Commit message"/>
          <p:cNvSpPr txBox="1"/>
          <p:nvPr/>
        </p:nvSpPr>
        <p:spPr>
          <a:xfrm>
            <a:off x="841248" y="2423160"/>
            <a:ext cx="6071616" cy="357886"/>
          </a:xfrm>
          <a:prstGeom prst="rect">
            <a:avLst/>
          </a:prstGeom>
          <a:noFill/>
        </p:spPr>
        <p:txBody>
          <a:bodyPr wrap="none" lIns="0" rIns="0" tIns="0" bIns="0" anchor="t">
            <a:spAutoFit/>
          </a:bodyPr>
          <a:lstStyle/>
          <a:p>
            <a:pPr>
              <a:lnSpc>
                <a:spcPct val="114000"/>
              </a:lnSpc>
              <a:spcBef>
                <a:spcPts val="0"/>
              </a:spcBef>
              <a:spcAft>
                <a:spcPts val="0"/>
              </a:spcAft>
              <a:buNone/>
              <a:defRPr sz="1900" b="0">
                <a:solidFill>
                  <a:srgbClr val="53656D"/>
                </a:solidFill>
                <a:latin typeface="Meiryo"/>
                <a:ea typeface="Meiryo"/>
                <a:cs typeface="Meiryo"/>
              </a:defRPr>
            </a:pPr>
            <a:r>
              <a:rPr sz="1900" b="0">
                <a:solidFill>
                  <a:srgbClr val="53656D"/>
                </a:solidFill>
                <a:latin typeface="Meiryo"/>
                <a:ea typeface="Meiryo"/>
                <a:cs typeface="Meiryo"/>
              </a:rPr>
              <a:t>Commit message</a:t>
            </a:r>
          </a:p>
        </p:txBody>
      </p:sp>
      <p:sp>
        <p:nvSpPr>
          <p:cNvPr id="11" name="Rectangle 10"/>
          <p:cNvSpPr/>
          <p:nvPr/>
        </p:nvSpPr>
        <p:spPr>
          <a:xfrm>
            <a:off x="841248" y="2761488"/>
            <a:ext cx="6071616" cy="576072"/>
          </a:xfrm>
          <a:prstGeom prst="rect">
            <a:avLst/>
          </a:prstGeom>
          <a:solidFill>
            <a:srgbClr val="FFFFFF"/>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input:Add an initial setup record"/>
          <p:cNvSpPr txBox="1"/>
          <p:nvPr/>
        </p:nvSpPr>
        <p:spPr>
          <a:xfrm>
            <a:off x="978408" y="2852928"/>
            <a:ext cx="5797296" cy="438912"/>
          </a:xfrm>
          <a:prstGeom prst="rect">
            <a:avLst/>
          </a:prstGeom>
          <a:noFill/>
        </p:spPr>
        <p:txBody>
          <a:bodyPr wrap="none" lIns="0" rIns="0" tIns="0" bIns="0" anchor="t">
            <a:spAutoFit/>
          </a:bodyPr>
          <a:lstStyle/>
          <a:p>
            <a:pPr>
              <a:lnSpc>
                <a:spcPct val="114000"/>
              </a:lnSpc>
              <a:spcBef>
                <a:spcPts val="0"/>
              </a:spcBef>
              <a:spcAft>
                <a:spcPts val="0"/>
              </a:spcAft>
              <a:buNone/>
              <a:defRPr sz="2500" b="0">
                <a:solidFill>
                  <a:srgbClr val="1D343E"/>
                </a:solidFill>
                <a:latin typeface="Meiryo"/>
                <a:ea typeface="Meiryo"/>
                <a:cs typeface="Meiryo"/>
              </a:defRPr>
            </a:pPr>
            <a:r>
              <a:rPr sz="2500" b="0">
                <a:solidFill>
                  <a:srgbClr val="1D343E"/>
                </a:solidFill>
                <a:latin typeface="Meiryo"/>
                <a:ea typeface="Meiryo"/>
                <a:cs typeface="Meiryo"/>
              </a:rPr>
              <a:t>Add an initial setup record</a:t>
            </a:r>
          </a:p>
        </p:txBody>
      </p:sp>
      <p:sp>
        <p:nvSpPr>
          <p:cNvPr id="13" name="tag:Save to"/>
          <p:cNvSpPr txBox="1"/>
          <p:nvPr/>
        </p:nvSpPr>
        <p:spPr>
          <a:xfrm>
            <a:off x="841248" y="3520440"/>
            <a:ext cx="6071616" cy="357886"/>
          </a:xfrm>
          <a:prstGeom prst="rect">
            <a:avLst/>
          </a:prstGeom>
          <a:noFill/>
        </p:spPr>
        <p:txBody>
          <a:bodyPr wrap="none" lIns="0" rIns="0" tIns="0" bIns="0" anchor="t">
            <a:spAutoFit/>
          </a:bodyPr>
          <a:lstStyle/>
          <a:p>
            <a:pPr>
              <a:lnSpc>
                <a:spcPct val="114000"/>
              </a:lnSpc>
              <a:spcBef>
                <a:spcPts val="0"/>
              </a:spcBef>
              <a:spcAft>
                <a:spcPts val="0"/>
              </a:spcAft>
              <a:buNone/>
              <a:defRPr sz="1900" b="0">
                <a:solidFill>
                  <a:srgbClr val="53656D"/>
                </a:solidFill>
                <a:latin typeface="Meiryo"/>
                <a:ea typeface="Meiryo"/>
                <a:cs typeface="Meiryo"/>
              </a:defRPr>
            </a:pPr>
            <a:r>
              <a:rPr sz="1900" b="0">
                <a:solidFill>
                  <a:srgbClr val="53656D"/>
                </a:solidFill>
                <a:latin typeface="Meiryo"/>
                <a:ea typeface="Meiryo"/>
                <a:cs typeface="Meiryo"/>
              </a:rPr>
              <a:t>Save to</a:t>
            </a:r>
          </a:p>
        </p:txBody>
      </p:sp>
      <p:sp>
        <p:nvSpPr>
          <p:cNvPr id="14" name="Rectangle 13"/>
          <p:cNvSpPr/>
          <p:nvPr/>
        </p:nvSpPr>
        <p:spPr>
          <a:xfrm>
            <a:off x="841248" y="3858768"/>
            <a:ext cx="6071616" cy="576072"/>
          </a:xfrm>
          <a:prstGeom prst="rect">
            <a:avLst/>
          </a:prstGeom>
          <a:solidFill>
            <a:srgbClr val="FFFFFF"/>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nput:最初の選択を変更しない"/>
          <p:cNvSpPr txBox="1"/>
          <p:nvPr/>
        </p:nvSpPr>
        <p:spPr>
          <a:xfrm>
            <a:off x="978408" y="3950208"/>
            <a:ext cx="5797296" cy="438912"/>
          </a:xfrm>
          <a:prstGeom prst="rect">
            <a:avLst/>
          </a:prstGeom>
          <a:noFill/>
        </p:spPr>
        <p:txBody>
          <a:bodyPr wrap="none" lIns="0" tIns="0" rIns="0" bIns="0" anchor="t">
            <a:noAutofit/>
          </a:bodyPr>
          <a:lstStyle/>
          <a:p>
            <a:pPr>
              <a:lnSpc>
                <a:spcPct val="114000"/>
              </a:lnSpc>
              <a:spcBef>
                <a:spcPts val="0"/>
              </a:spcBef>
              <a:spcAft>
                <a:spcPts val="0"/>
              </a:spcAft>
              <a:buNone/>
              <a:defRPr sz="2500" b="0">
                <a:solidFill>
                  <a:srgbClr val="1D343E"/>
                </a:solidFill>
                <a:latin typeface="Meiryo"/>
                <a:ea typeface="Meiryo"/>
                <a:cs typeface="Meiryo"/>
              </a:defRPr>
            </a:pPr>
            <a:r>
              <a:rPr sz="2500" b="0">
                <a:solidFill>
                  <a:srgbClr val="1D343E"/>
                </a:solidFill>
                <a:latin typeface="Meiryo"/>
                <a:ea typeface="Meiryo"/>
                <a:cs typeface="Meiryo"/>
              </a:rPr>
              <a:t>Commit directly to the main branch</a:t>
            </a:r>
          </a:p>
        </p:txBody>
      </p:sp>
      <p:sp>
        <p:nvSpPr>
          <p:cNvPr id="16" name="caption:Diagram showing the fields to use"/>
          <p:cNvSpPr txBox="1"/>
          <p:nvPr/>
        </p:nvSpPr>
        <p:spPr>
          <a:xfrm>
            <a:off x="731520" y="5294376"/>
            <a:ext cx="6291072" cy="342900"/>
          </a:xfrm>
          <a:prstGeom prst="rect">
            <a:avLst/>
          </a:prstGeom>
          <a:noFill/>
        </p:spPr>
        <p:txBody>
          <a:bodyPr wrap="none" lIns="0" rIns="0" t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Diagram showing the fields to use</a:t>
            </a:r>
          </a:p>
        </p:txBody>
      </p:sp>
      <p:sp>
        <p:nvSpPr>
          <p:cNvPr id="17" name="Oval 16"/>
          <p:cNvSpPr/>
          <p:nvPr/>
        </p:nvSpPr>
        <p:spPr>
          <a:xfrm>
            <a:off x="7406640" y="1719072"/>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number:1"/>
          <p:cNvSpPr txBox="1"/>
          <p:nvPr/>
        </p:nvSpPr>
        <p:spPr>
          <a:xfrm>
            <a:off x="7406640" y="1741932"/>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9" name="body:Select Commit changes&#10;to start saving."/>
          <p:cNvSpPr txBox="1"/>
          <p:nvPr/>
        </p:nvSpPr>
        <p:spPr>
          <a:xfrm>
            <a:off x="7982712" y="1709928"/>
            <a:ext cx="3557015" cy="804164"/>
          </a:xfrm>
          <a:prstGeom prst="rect">
            <a:avLst/>
          </a:prstGeom>
          <a:noFill/>
        </p:spPr>
        <p:txBody>
          <a:bodyPr wrap="none" lIns="0" rIns="0" tIns="0" bIns="0" anchor="t">
            <a:spAutoFit/>
          </a:bodyPr>
          <a:lstStyle/>
          <a:p>
            <a:pPr>
              <a:lnSpc>
                <a:spcPct val="114000"/>
              </a:lnSpc>
              <a:spcBef>
                <a:spcPts val="0"/>
              </a:spcBef>
              <a:spcAft>
                <a:spcPts val="0"/>
              </a:spcAft>
              <a:buNone/>
              <a:defRPr sz="2088" b="1">
                <a:solidFill>
                  <a:srgbClr val="1D343E"/>
                </a:solidFill>
                <a:latin typeface="Meiryo"/>
                <a:ea typeface="Meiryo"/>
                <a:cs typeface="Meiryo"/>
              </a:defRPr>
            </a:pPr>
            <a:r>
              <a:rPr sz="2088" b="1">
                <a:solidFill>
                  <a:srgbClr val="1D343E"/>
                </a:solidFill>
                <a:latin typeface="Meiryo"/>
                <a:ea typeface="Meiryo"/>
                <a:cs typeface="Meiryo"/>
              </a:rPr>
              <a:t>Select Commit changes</a:t>
            </a:r>
          </a:p>
          <a:p>
            <a:pPr>
              <a:lnSpc>
                <a:spcPct val="114000"/>
              </a:lnSpc>
              <a:spcBef>
                <a:spcPts val="0"/>
              </a:spcBef>
              <a:spcAft>
                <a:spcPts val="0"/>
              </a:spcAft>
              <a:buNone/>
              <a:defRPr sz="2088" b="1">
                <a:solidFill>
                  <a:srgbClr val="1D343E"/>
                </a:solidFill>
                <a:latin typeface="Meiryo"/>
                <a:ea typeface="Meiryo"/>
                <a:cs typeface="Meiryo"/>
              </a:defRPr>
            </a:pPr>
            <a:r>
              <a:rPr sz="2088" b="1">
                <a:solidFill>
                  <a:srgbClr val="1D343E"/>
                </a:solidFill>
                <a:latin typeface="Meiryo"/>
                <a:ea typeface="Meiryo"/>
                <a:cs typeface="Meiryo"/>
              </a:rPr>
              <a:t>to start saving.</a:t>
            </a:r>
          </a:p>
        </p:txBody>
      </p:sp>
      <p:sp>
        <p:nvSpPr>
          <p:cNvPr id="20" name="Oval 19"/>
          <p:cNvSpPr/>
          <p:nvPr/>
        </p:nvSpPr>
        <p:spPr>
          <a:xfrm>
            <a:off x="7406640" y="2788411"/>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number:2"/>
          <p:cNvSpPr txBox="1"/>
          <p:nvPr/>
        </p:nvSpPr>
        <p:spPr>
          <a:xfrm>
            <a:off x="7406640" y="2811271"/>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22" name="body:Write a commit message.&#10;Choose to save to main."/>
          <p:cNvSpPr txBox="1"/>
          <p:nvPr/>
        </p:nvSpPr>
        <p:spPr>
          <a:xfrm>
            <a:off x="7982712" y="2779268"/>
            <a:ext cx="3557015" cy="804164"/>
          </a:xfrm>
          <a:prstGeom prst="rect">
            <a:avLst/>
          </a:prstGeom>
          <a:noFill/>
        </p:spPr>
        <p:txBody>
          <a:bodyPr wrap="none" lIns="0" tIns="0" rIns="0" bIns="0" anchor="t">
            <a:noAutofit/>
          </a:bodyPr>
          <a:lstStyle/>
          <a:p>
            <a:pPr>
              <a:lnSpc>
                <a:spcPct val="114000"/>
              </a:lnSpc>
              <a:spcBef>
                <a:spcPts val="0"/>
              </a:spcBef>
              <a:spcAft>
                <a:spcPts val="0"/>
              </a:spcAft>
              <a:buNone/>
              <a:defRPr sz="1938" b="1">
                <a:solidFill>
                  <a:srgbClr val="1D343E"/>
                </a:solidFill>
                <a:latin typeface="Meiryo"/>
                <a:ea typeface="Meiryo"/>
                <a:cs typeface="Meiryo"/>
              </a:defRPr>
            </a:pPr>
            <a:r>
              <a:rPr sz="1938" b="1">
                <a:solidFill>
                  <a:srgbClr val="1D343E"/>
                </a:solidFill>
                <a:latin typeface="Meiryo"/>
                <a:ea typeface="Meiryo"/>
                <a:cs typeface="Meiryo"/>
              </a:rPr>
              <a:t>Write a commit message.</a:t>
            </a:r>
          </a:p>
          <a:p>
            <a:pPr>
              <a:lnSpc>
                <a:spcPct val="114000"/>
              </a:lnSpc>
              <a:spcBef>
                <a:spcPts val="0"/>
              </a:spcBef>
              <a:spcAft>
                <a:spcPts val="0"/>
              </a:spcAft>
              <a:buNone/>
              <a:defRPr sz="1938" b="1">
                <a:solidFill>
                  <a:srgbClr val="1D343E"/>
                </a:solidFill>
                <a:latin typeface="Meiryo"/>
                <a:ea typeface="Meiryo"/>
                <a:cs typeface="Meiryo"/>
              </a:defRPr>
            </a:pPr>
            <a:r>
              <a:rPr sz="1938" b="1">
                <a:solidFill>
                  <a:srgbClr val="1D343E"/>
                </a:solidFill>
                <a:latin typeface="Meiryo"/>
                <a:ea typeface="Meiryo"/>
                <a:cs typeface="Meiryo"/>
              </a:rPr>
              <a:t>Choose to save to main.</a:t>
            </a:r>
          </a:p>
        </p:txBody>
      </p:sp>
      <p:sp>
        <p:nvSpPr>
          <p:cNvPr id="23" name="Oval 22"/>
          <p:cNvSpPr/>
          <p:nvPr/>
        </p:nvSpPr>
        <p:spPr>
          <a:xfrm>
            <a:off x="7406640" y="3857751"/>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umber:3"/>
          <p:cNvSpPr txBox="1"/>
          <p:nvPr/>
        </p:nvSpPr>
        <p:spPr>
          <a:xfrm>
            <a:off x="7406640" y="3880612"/>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3</a:t>
            </a:r>
          </a:p>
        </p:txBody>
      </p:sp>
      <p:sp>
        <p:nvSpPr>
          <p:cNvPr id="25" name="body:Select Commit changes&#10;again to confirm the save."/>
          <p:cNvSpPr txBox="1"/>
          <p:nvPr/>
        </p:nvSpPr>
        <p:spPr>
          <a:xfrm>
            <a:off x="7982712" y="3848608"/>
            <a:ext cx="3557015" cy="804164"/>
          </a:xfrm>
          <a:prstGeom prst="rect">
            <a:avLst/>
          </a:prstGeom>
          <a:noFill/>
        </p:spPr>
        <p:txBody>
          <a:bodyPr wrap="none" lIns="0" tIns="0" rIns="0" bIns="0" anchor="t">
            <a:noAutofit/>
          </a:bodyPr>
          <a:lstStyle/>
          <a:p>
            <a:pPr>
              <a:lnSpc>
                <a:spcPct val="114000"/>
              </a:lnSpc>
              <a:spcBef>
                <a:spcPts val="0"/>
              </a:spcBef>
              <a:spcAft>
                <a:spcPts val="0"/>
              </a:spcAft>
              <a:buNone/>
              <a:defRPr sz="1863" b="1">
                <a:solidFill>
                  <a:srgbClr val="1D343E"/>
                </a:solidFill>
                <a:latin typeface="Meiryo"/>
                <a:ea typeface="Meiryo"/>
                <a:cs typeface="Meiryo"/>
              </a:defRPr>
            </a:pPr>
            <a:r>
              <a:rPr sz="1863" b="1">
                <a:solidFill>
                  <a:srgbClr val="1D343E"/>
                </a:solidFill>
                <a:latin typeface="Meiryo"/>
                <a:ea typeface="Meiryo"/>
                <a:cs typeface="Meiryo"/>
              </a:rPr>
              <a:t>Select Commit changes</a:t>
            </a:r>
          </a:p>
          <a:p>
            <a:pPr>
              <a:lnSpc>
                <a:spcPct val="114000"/>
              </a:lnSpc>
              <a:spcBef>
                <a:spcPts val="0"/>
              </a:spcBef>
              <a:spcAft>
                <a:spcPts val="0"/>
              </a:spcAft>
              <a:buNone/>
              <a:defRPr sz="1863" b="1">
                <a:solidFill>
                  <a:srgbClr val="1D343E"/>
                </a:solidFill>
                <a:latin typeface="Meiryo"/>
                <a:ea typeface="Meiryo"/>
                <a:cs typeface="Meiryo"/>
              </a:defRPr>
            </a:pPr>
            <a:r>
              <a:rPr sz="1863" b="1">
                <a:solidFill>
                  <a:srgbClr val="1D343E"/>
                </a:solidFill>
                <a:latin typeface="Meiryo"/>
                <a:ea typeface="Meiryo"/>
                <a:cs typeface="Meiryo"/>
              </a:rPr>
              <a:t>again to confirm the save.</a:t>
            </a:r>
          </a:p>
        </p:txBody>
      </p:sp>
      <p:sp>
        <p:nvSpPr>
          <p:cNvPr id="26" name="Rectangle 25"/>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circle-check_007F80.png"/>
          <p:cNvPicPr>
            <a:picLocks noChangeAspect="1"/>
          </p:cNvPicPr>
          <p:nvPr/>
        </p:nvPicPr>
        <p:blipFill>
          <a:blip r:embed="rId4"/>
          <a:stretch>
            <a:fillRect/>
          </a:stretch>
        </p:blipFill>
        <p:spPr>
          <a:xfrm>
            <a:off x="749808" y="5751576"/>
            <a:ext cx="283464" cy="283464"/>
          </a:xfrm>
          <a:prstGeom prst="rect">
            <a:avLst/>
          </a:prstGeom>
        </p:spPr>
      </p:pic>
      <p:sp>
        <p:nvSpPr>
          <p:cNvPr id="28" name="result:Return to the README. Check that your own record appears under all three headings."/>
          <p:cNvSpPr txBox="1"/>
          <p:nvPr/>
        </p:nvSpPr>
        <p:spPr>
          <a:xfrm>
            <a:off x="1179576" y="5710428"/>
            <a:ext cx="10168128" cy="438912"/>
          </a:xfrm>
          <a:prstGeom prst="rect">
            <a:avLst/>
          </a:prstGeom>
          <a:noFill/>
        </p:spPr>
        <p:txBody>
          <a:bodyPr wrap="none" lIns="0" tIns="0" rIns="0" bIns="0" anchor="t">
            <a:noAutofit/>
          </a:bodyPr>
          <a:lstStyle/>
          <a:p>
            <a:pPr>
              <a:lnSpc>
                <a:spcPct val="114000"/>
              </a:lnSpc>
              <a:spcBef>
                <a:spcPts val="0"/>
              </a:spcBef>
              <a:spcAft>
                <a:spcPts val="0"/>
              </a:spcAft>
              <a:buNone/>
              <a:defRPr sz="1713" b="0">
                <a:solidFill>
                  <a:srgbClr val="1D343E"/>
                </a:solidFill>
                <a:latin typeface="Meiryo"/>
                <a:ea typeface="Meiryo"/>
                <a:cs typeface="Meiryo"/>
              </a:defRPr>
            </a:pPr>
            <a:r>
              <a:rPr sz="1713" b="0">
                <a:solidFill>
                  <a:srgbClr val="1D343E"/>
                </a:solidFill>
                <a:latin typeface="Meiryo"/>
                <a:ea typeface="Meiryo"/>
                <a:cs typeface="Meiryo"/>
              </a:rPr>
              <a:t>Return to the README. Check that your own record appears under all three headings.</a:t>
            </a:r>
          </a:p>
        </p:txBody>
      </p:sp>
      <p:sp>
        <p:nvSpPr>
          <p:cNvPr id="29" name="tag:Setup checklist">
            <a:hlinkClick action="ppaction://hlinksldjump" r:id="rId5"/>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buNone/>
              <a:defRPr sz="1575" b="0">
                <a:solidFill>
                  <a:srgbClr val="007F80"/>
                </a:solidFill>
                <a:latin typeface="Meiryo"/>
                <a:ea typeface="Meiryo"/>
                <a:cs typeface="Meiryo"/>
              </a:defRPr>
            </a:pPr>
            <a:r>
              <a:rPr sz="1575" b="0">
                <a:solidFill>
                  <a:srgbClr val="007F80"/>
                </a:solidFill>
                <a:latin typeface="Meiryo"/>
                <a:ea typeface="Meiryo"/>
                <a:cs typeface="Meiryo"/>
              </a:rPr>
              <a:t>Setup checklist</a:t>
            </a:r>
          </a:p>
        </p:txBody>
      </p:sp>
      <p:sp>
        <p:nvSpPr>
          <p:cNvPr id="30" name="footer:AI and Data Literacy    Initial setup"/>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 and Data Literacy    Initial setup</a:t>
            </a:r>
          </a:p>
        </p:txBody>
      </p:sp>
      <p:sp>
        <p:nvSpPr>
          <p:cNvPr id="31" name="footer:25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25 / 37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4 / 5    Instructor invitation"/>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buNone/>
              <a:defRPr sz="1800" b="1">
                <a:solidFill>
                  <a:srgbClr val="007F80"/>
                </a:solidFill>
                <a:latin typeface="Meiryo"/>
                <a:ea typeface="Meiryo"/>
                <a:cs typeface="Meiryo"/>
              </a:defRPr>
            </a:pPr>
            <a:r>
              <a:rPr sz="1800" b="1">
                <a:solidFill>
                  <a:srgbClr val="007F80"/>
                </a:solidFill>
                <a:latin typeface="Meiryo"/>
                <a:ea typeface="Meiryo"/>
                <a:cs typeface="Meiryo"/>
              </a:rPr>
              <a:t>4 / 5    Instructor invitation</a:t>
            </a:r>
          </a:p>
        </p:txBody>
      </p:sp>
      <p:sp>
        <p:nvSpPr>
          <p:cNvPr id="4" name="title:Your repository's Settings"/>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buNone/>
              <a:defRPr sz="3400" b="1">
                <a:solidFill>
                  <a:srgbClr val="1D343E"/>
                </a:solidFill>
                <a:latin typeface="Meiryo"/>
                <a:ea typeface="Meiryo"/>
                <a:cs typeface="Meiryo"/>
              </a:defRPr>
            </a:pPr>
            <a:r>
              <a:rPr sz="3400" b="1">
                <a:solidFill>
                  <a:srgbClr val="1D343E"/>
                </a:solidFill>
                <a:latin typeface="Meiryo"/>
                <a:ea typeface="Meiryo"/>
                <a:cs typeface="Meiryo"/>
              </a:rPr>
              <a:t>Your repository's Settings</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ck-keyhole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645920"/>
            <a:ext cx="6565392" cy="3575304"/>
          </a:xfrm>
          <a:prstGeom prst="rect">
            <a:avLst/>
          </a:prstGeom>
          <a:solidFill>
            <a:srgbClr val="F5F7F8"/>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rop_23_900_0_1440_142.png"/>
          <p:cNvPicPr>
            <a:picLocks noChangeAspect="1"/>
          </p:cNvPicPr>
          <p:nvPr/>
        </p:nvPicPr>
        <p:blipFill>
          <a:blip r:embed="rId4"/>
          <a:stretch>
            <a:fillRect/>
          </a:stretch>
        </p:blipFill>
        <p:spPr>
          <a:xfrm>
            <a:off x="731520" y="2578980"/>
            <a:ext cx="6291072" cy="1654318"/>
          </a:xfrm>
          <a:prstGeom prst="rect">
            <a:avLst/>
          </a:prstGeom>
        </p:spPr>
      </p:pic>
      <p:sp>
        <p:nvSpPr>
          <p:cNvPr id="9" name="caption:Cropped example from GitHub Docs"/>
          <p:cNvSpPr txBox="1"/>
          <p:nvPr/>
        </p:nvSpPr>
        <p:spPr>
          <a:xfrm>
            <a:off x="740664" y="5221224"/>
            <a:ext cx="6492240" cy="342900"/>
          </a:xfrm>
          <a:prstGeom prst="rect">
            <a:avLst/>
          </a:prstGeom>
          <a:noFill/>
        </p:spPr>
        <p:txBody>
          <a:bodyPr wrap="none" lIns="0" rIns="0" t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Cropped example from GitHub Docs</a:t>
            </a:r>
          </a:p>
        </p:txBody>
      </p:sp>
      <p:sp>
        <p:nvSpPr>
          <p:cNvPr id="10" name="Oval 9"/>
          <p:cNvSpPr/>
          <p:nvPr/>
        </p:nvSpPr>
        <p:spPr>
          <a:xfrm>
            <a:off x="7406640" y="1728216"/>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number:1"/>
          <p:cNvSpPr txBox="1"/>
          <p:nvPr/>
        </p:nvSpPr>
        <p:spPr>
          <a:xfrm>
            <a:off x="7406640" y="1751075"/>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2" name="body:Open your own&#10;ai-learning."/>
          <p:cNvSpPr txBox="1"/>
          <p:nvPr/>
        </p:nvSpPr>
        <p:spPr>
          <a:xfrm>
            <a:off x="7982712" y="1719072"/>
            <a:ext cx="3557015" cy="804164"/>
          </a:xfrm>
          <a:prstGeom prst="rect">
            <a:avLst/>
          </a:prstGeom>
          <a:noFill/>
        </p:spPr>
        <p:txBody>
          <a:bodyPr wrap="none" lIns="0" rIns="0" tIns="0" bIns="0" anchor="t">
            <a:spAutoFit/>
          </a:bodyPr>
          <a:lstStyle/>
          <a:p>
            <a:pPr>
              <a:lnSpc>
                <a:spcPct val="114000"/>
              </a:lnSpc>
              <a:spcBef>
                <a:spcPts val="0"/>
              </a:spcBef>
              <a:spcAft>
                <a:spcPts val="0"/>
              </a:spcAft>
              <a:buNone/>
              <a:defRPr sz="2125" b="1">
                <a:solidFill>
                  <a:srgbClr val="1D343E"/>
                </a:solidFill>
                <a:latin typeface="Meiryo"/>
                <a:ea typeface="Meiryo"/>
                <a:cs typeface="Meiryo"/>
              </a:defRPr>
            </a:pPr>
            <a:r>
              <a:rPr sz="2125" b="1">
                <a:solidFill>
                  <a:srgbClr val="1D343E"/>
                </a:solidFill>
                <a:latin typeface="Meiryo"/>
                <a:ea typeface="Meiryo"/>
                <a:cs typeface="Meiryo"/>
              </a:rPr>
              <a:t>Open your own</a:t>
            </a:r>
          </a:p>
          <a:p>
            <a:pPr>
              <a:lnSpc>
                <a:spcPct val="114000"/>
              </a:lnSpc>
              <a:spcBef>
                <a:spcPts val="0"/>
              </a:spcBef>
              <a:spcAft>
                <a:spcPts val="0"/>
              </a:spcAft>
              <a:buNone/>
              <a:defRPr sz="2125" b="1">
                <a:solidFill>
                  <a:srgbClr val="1D343E"/>
                </a:solidFill>
                <a:latin typeface="Meiryo"/>
                <a:ea typeface="Meiryo"/>
                <a:cs typeface="Meiryo"/>
              </a:defRPr>
            </a:pPr>
            <a:r>
              <a:rPr sz="2125" b="1">
                <a:solidFill>
                  <a:srgbClr val="1D343E"/>
                </a:solidFill>
                <a:latin typeface="Meiryo"/>
                <a:ea typeface="Meiryo"/>
                <a:cs typeface="Meiryo"/>
              </a:rPr>
              <a:t>ai-learning.</a:t>
            </a:r>
          </a:p>
        </p:txBody>
      </p:sp>
      <p:sp>
        <p:nvSpPr>
          <p:cNvPr id="13" name="body:Check the Owner&#10;and Private visibility."/>
          <p:cNvSpPr txBox="1"/>
          <p:nvPr/>
        </p:nvSpPr>
        <p:spPr>
          <a:xfrm>
            <a:off x="7982712" y="2587243"/>
            <a:ext cx="3557015" cy="744220"/>
          </a:xfrm>
          <a:prstGeom prst="rect">
            <a:avLst/>
          </a:prstGeom>
          <a:noFill/>
        </p:spPr>
        <p:txBody>
          <a:bodyPr wrap="none" lIns="0" rIns="0" tIns="0" bIns="0" anchor="t">
            <a:spAutoFit/>
          </a:bodyPr>
          <a:lstStyle/>
          <a:p>
            <a:pPr>
              <a:lnSpc>
                <a:spcPct val="114000"/>
              </a:lnSpc>
              <a:spcBef>
                <a:spcPts val="0"/>
              </a:spcBef>
              <a:spcAft>
                <a:spcPts val="0"/>
              </a:spcAft>
              <a:buNone/>
              <a:defRPr sz="1963" b="0">
                <a:solidFill>
                  <a:srgbClr val="53656D"/>
                </a:solidFill>
                <a:latin typeface="Meiryo"/>
                <a:ea typeface="Meiryo"/>
                <a:cs typeface="Meiryo"/>
              </a:defRPr>
            </a:pPr>
            <a:r>
              <a:rPr sz="1963" b="0">
                <a:solidFill>
                  <a:srgbClr val="53656D"/>
                </a:solidFill>
                <a:latin typeface="Meiryo"/>
                <a:ea typeface="Meiryo"/>
                <a:cs typeface="Meiryo"/>
              </a:rPr>
              <a:t>Check the Owner</a:t>
            </a:r>
          </a:p>
          <a:p>
            <a:pPr>
              <a:lnSpc>
                <a:spcPct val="114000"/>
              </a:lnSpc>
              <a:spcBef>
                <a:spcPts val="0"/>
              </a:spcBef>
              <a:spcAft>
                <a:spcPts val="0"/>
              </a:spcAft>
              <a:buNone/>
              <a:defRPr sz="1963" b="0">
                <a:solidFill>
                  <a:srgbClr val="53656D"/>
                </a:solidFill>
                <a:latin typeface="Meiryo"/>
                <a:ea typeface="Meiryo"/>
                <a:cs typeface="Meiryo"/>
              </a:defRPr>
            </a:pPr>
            <a:r>
              <a:rPr sz="1963" b="0">
                <a:solidFill>
                  <a:srgbClr val="53656D"/>
                </a:solidFill>
                <a:latin typeface="Meiryo"/>
                <a:ea typeface="Meiryo"/>
                <a:cs typeface="Meiryo"/>
              </a:rPr>
              <a:t>and Private visibility.</a:t>
            </a:r>
          </a:p>
        </p:txBody>
      </p:sp>
      <p:sp>
        <p:nvSpPr>
          <p:cNvPr id="14" name="Oval 13"/>
          <p:cNvSpPr/>
          <p:nvPr/>
        </p:nvSpPr>
        <p:spPr>
          <a:xfrm>
            <a:off x="7406640" y="3688080"/>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number:2"/>
          <p:cNvSpPr txBox="1"/>
          <p:nvPr/>
        </p:nvSpPr>
        <p:spPr>
          <a:xfrm>
            <a:off x="7406640" y="3710940"/>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16" name="body:Select Settings."/>
          <p:cNvSpPr txBox="1"/>
          <p:nvPr/>
        </p:nvSpPr>
        <p:spPr>
          <a:xfrm>
            <a:off x="7982712" y="3678936"/>
            <a:ext cx="3557015" cy="429514"/>
          </a:xfrm>
          <a:prstGeom prst="rect">
            <a:avLst/>
          </a:prstGeom>
          <a:noFill/>
        </p:spPr>
        <p:txBody>
          <a:bodyPr wrap="none" lIns="0" rIns="0" tIns="0" bIns="0" anchor="t">
            <a:spAutoFit/>
          </a:bodyPr>
          <a:lstStyle/>
          <a:p>
            <a:pPr>
              <a:lnSpc>
                <a:spcPct val="114000"/>
              </a:lnSpc>
              <a:spcBef>
                <a:spcPts val="0"/>
              </a:spcBef>
              <a:spcAft>
                <a:spcPts val="0"/>
              </a:spcAft>
              <a:buNone/>
              <a:defRPr sz="2500" b="1">
                <a:solidFill>
                  <a:srgbClr val="1D343E"/>
                </a:solidFill>
                <a:latin typeface="Meiryo"/>
                <a:ea typeface="Meiryo"/>
                <a:cs typeface="Meiryo"/>
              </a:defRPr>
            </a:pPr>
            <a:r>
              <a:rPr sz="2500" b="1">
                <a:solidFill>
                  <a:srgbClr val="1D343E"/>
                </a:solidFill>
                <a:latin typeface="Meiryo"/>
                <a:ea typeface="Meiryo"/>
                <a:cs typeface="Meiryo"/>
              </a:rPr>
              <a:t>Select Settings.</a:t>
            </a:r>
          </a:p>
        </p:txBody>
      </p:sp>
      <p:sp>
        <p:nvSpPr>
          <p:cNvPr id="17" name="body:Use Settings above&#10;the repository file list."/>
          <p:cNvSpPr txBox="1"/>
          <p:nvPr/>
        </p:nvSpPr>
        <p:spPr>
          <a:xfrm>
            <a:off x="7982712" y="4172458"/>
            <a:ext cx="3557015" cy="744220"/>
          </a:xfrm>
          <a:prstGeom prst="rect">
            <a:avLst/>
          </a:prstGeom>
          <a:noFill/>
        </p:spPr>
        <p:txBody>
          <a:bodyPr wrap="none" lIns="0" rIns="0" tIns="0" bIns="0" anchor="t">
            <a:spAutoFit/>
          </a:bodyPr>
          <a:lstStyle/>
          <a:p>
            <a:pPr>
              <a:lnSpc>
                <a:spcPct val="114000"/>
              </a:lnSpc>
              <a:spcBef>
                <a:spcPts val="0"/>
              </a:spcBef>
              <a:spcAft>
                <a:spcPts val="0"/>
              </a:spcAft>
              <a:buNone/>
              <a:defRPr sz="1963" b="0">
                <a:solidFill>
                  <a:srgbClr val="53656D"/>
                </a:solidFill>
                <a:latin typeface="Meiryo"/>
                <a:ea typeface="Meiryo"/>
                <a:cs typeface="Meiryo"/>
              </a:defRPr>
            </a:pPr>
            <a:r>
              <a:rPr sz="1963" b="0">
                <a:solidFill>
                  <a:srgbClr val="53656D"/>
                </a:solidFill>
                <a:latin typeface="Meiryo"/>
                <a:ea typeface="Meiryo"/>
                <a:cs typeface="Meiryo"/>
              </a:rPr>
              <a:t>Use Settings above</a:t>
            </a:r>
          </a:p>
          <a:p>
            <a:pPr>
              <a:lnSpc>
                <a:spcPct val="114000"/>
              </a:lnSpc>
              <a:spcBef>
                <a:spcPts val="0"/>
              </a:spcBef>
              <a:spcAft>
                <a:spcPts val="0"/>
              </a:spcAft>
              <a:buNone/>
              <a:defRPr sz="1963" b="0">
                <a:solidFill>
                  <a:srgbClr val="53656D"/>
                </a:solidFill>
                <a:latin typeface="Meiryo"/>
                <a:ea typeface="Meiryo"/>
                <a:cs typeface="Meiryo"/>
              </a:defRPr>
            </a:pPr>
            <a:r>
              <a:rPr sz="1963" b="0">
                <a:solidFill>
                  <a:srgbClr val="53656D"/>
                </a:solidFill>
                <a:latin typeface="Meiryo"/>
                <a:ea typeface="Meiryo"/>
                <a:cs typeface="Meiryo"/>
              </a:rPr>
              <a:t>the repository file list.</a:t>
            </a:r>
          </a:p>
        </p:txBody>
      </p:sp>
      <p:sp>
        <p:nvSpPr>
          <p:cNvPr id="18" name="Rectangle 17"/>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ircle-check_007F80.png"/>
          <p:cNvPicPr>
            <a:picLocks noChangeAspect="1"/>
          </p:cNvPicPr>
          <p:nvPr/>
        </p:nvPicPr>
        <p:blipFill>
          <a:blip r:embed="rId5"/>
          <a:stretch>
            <a:fillRect/>
          </a:stretch>
        </p:blipFill>
        <p:spPr>
          <a:xfrm>
            <a:off x="749808" y="5751576"/>
            <a:ext cx="283464" cy="283464"/>
          </a:xfrm>
          <a:prstGeom prst="rect">
            <a:avLst/>
          </a:prstGeom>
        </p:spPr>
      </p:pic>
      <p:sp>
        <p:nvSpPr>
          <p:cNvPr id="20" name="result:If Settings is hidden, check the three-dot menu at the right."/>
          <p:cNvSpPr txBox="1"/>
          <p:nvPr/>
        </p:nvSpPr>
        <p:spPr>
          <a:xfrm>
            <a:off x="1179576" y="5710428"/>
            <a:ext cx="10168128" cy="438912"/>
          </a:xfrm>
          <a:prstGeom prst="rect">
            <a:avLst/>
          </a:prstGeom>
          <a:noFill/>
        </p:spPr>
        <p:txBody>
          <a:bodyPr wrap="none" lIns="0" tIns="0" rIns="0" bIns="0" anchor="t">
            <a:noAutofit/>
          </a:bodyPr>
          <a:lstStyle/>
          <a:p>
            <a:pPr>
              <a:lnSpc>
                <a:spcPct val="114000"/>
              </a:lnSpc>
              <a:spcBef>
                <a:spcPts val="0"/>
              </a:spcBef>
              <a:spcAft>
                <a:spcPts val="0"/>
              </a:spcAft>
              <a:buNone/>
              <a:defRPr sz="2200" b="0">
                <a:solidFill>
                  <a:srgbClr val="1D343E"/>
                </a:solidFill>
                <a:latin typeface="Meiryo"/>
                <a:ea typeface="Meiryo"/>
                <a:cs typeface="Meiryo"/>
              </a:defRPr>
            </a:pPr>
            <a:r>
              <a:rPr sz="2200" b="0">
                <a:solidFill>
                  <a:srgbClr val="1D343E"/>
                </a:solidFill>
                <a:latin typeface="Meiryo"/>
                <a:ea typeface="Meiryo"/>
                <a:cs typeface="Meiryo"/>
              </a:rPr>
              <a:t>If Settings is hidden, check the three-dot menu at the right.</a:t>
            </a:r>
          </a:p>
        </p:txBody>
      </p:sp>
      <p:sp>
        <p:nvSpPr>
          <p:cNvPr id="21" name="tag:Setup checklist">
            <a:hlinkClick action="ppaction://hlinksldjump" r:id="rId6"/>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buNone/>
              <a:defRPr sz="1575" b="0">
                <a:solidFill>
                  <a:srgbClr val="007F80"/>
                </a:solidFill>
                <a:latin typeface="Meiryo"/>
                <a:ea typeface="Meiryo"/>
                <a:cs typeface="Meiryo"/>
              </a:defRPr>
            </a:pPr>
            <a:r>
              <a:rPr sz="1575" b="0">
                <a:solidFill>
                  <a:srgbClr val="007F80"/>
                </a:solidFill>
                <a:latin typeface="Meiryo"/>
                <a:ea typeface="Meiryo"/>
                <a:cs typeface="Meiryo"/>
              </a:rPr>
              <a:t>Setup checklist</a:t>
            </a:r>
          </a:p>
        </p:txBody>
      </p:sp>
      <p:sp>
        <p:nvSpPr>
          <p:cNvPr id="22" name="footer:AI and Data Literacy    Initial setup"/>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 and Data Literacy    Initial setup</a:t>
            </a:r>
          </a:p>
        </p:txBody>
      </p:sp>
      <p:sp>
        <p:nvSpPr>
          <p:cNvPr id="23" name="footer:26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26 / 37</a:t>
            </a:r>
          </a:p>
        </p:txBody>
      </p:sp>
    </p:spTree>
  </p:cSld>
  <p:clrMapOvr>
    <a:masterClrMapping/>
  </p:clrMapOvr>
</p:sld>
</file>

<file path=ppt/slides/slide27.xml><?xml version="1.0" encoding="utf-8"?>
<p:sld xmlns:a="http://schemas.openxmlformats.org/drawingml/2006/main" xmlns:ns3="http://schemas.microsoft.com/office/drawing/2014/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4 / 5    Instructor invitation"/>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buNone/>
              <a:defRPr sz="1800" b="1">
                <a:solidFill>
                  <a:srgbClr val="007F80"/>
                </a:solidFill>
                <a:latin typeface="Meiryo"/>
                <a:ea typeface="Meiryo"/>
                <a:cs typeface="Meiryo"/>
              </a:defRPr>
            </a:pPr>
            <a:r>
              <a:rPr sz="1800" b="1">
                <a:solidFill>
                  <a:srgbClr val="007F80"/>
                </a:solidFill>
                <a:latin typeface="Meiryo"/>
                <a:ea typeface="Meiryo"/>
                <a:cs typeface="Meiryo"/>
              </a:rPr>
              <a:t>4 / 5    Instructor invitation</a:t>
            </a:r>
          </a:p>
        </p:txBody>
      </p:sp>
      <p:sp>
        <p:nvSpPr>
          <p:cNvPr id="4" name="title:Inviting your instructor's account"/>
          <p:cNvSpPr txBox="1"/>
          <p:nvPr/>
        </p:nvSpPr>
        <p:spPr>
          <a:xfrm>
            <a:off x="594360" y="685800"/>
            <a:ext cx="10469880" cy="585216"/>
          </a:xfrm>
          <a:prstGeom prst="rect">
            <a:avLst/>
          </a:prstGeom>
          <a:noFill/>
        </p:spPr>
        <p:txBody>
          <a:bodyPr wrap="none" lIns="0" tIns="0" rIns="0" bIns="0" anchor="t">
            <a:spAutoFit/>
          </a:bodyPr>
          <a:lstStyle/>
          <a:p>
            <a:pPr>
              <a:lnSpc>
                <a:spcPct val="114000"/>
              </a:lnSpc>
              <a:spcBef>
                <a:spcPts val="0"/>
              </a:spcBef>
              <a:spcAft>
                <a:spcPts val="0"/>
              </a:spcAft>
              <a:buNone/>
              <a:defRPr sz="3400" b="1">
                <a:solidFill>
                  <a:srgbClr val="1D343E"/>
                </a:solidFill>
                <a:latin typeface="Meiryo"/>
                <a:ea typeface="Meiryo"/>
                <a:cs typeface="Meiryo"/>
              </a:defRPr>
            </a:pPr>
            <a:r>
              <a:rPr sz="3400" b="1">
                <a:solidFill>
                  <a:srgbClr val="1D343E"/>
                </a:solidFill>
                <a:latin typeface="Meiryo"/>
                <a:ea typeface="Meiryo"/>
                <a:cs typeface="Meiryo"/>
              </a:rPr>
              <a:t>Inviting your instructor's account</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pload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700784"/>
            <a:ext cx="6565392" cy="3538728"/>
          </a:xfrm>
          <a:prstGeom prst="rect">
            <a:avLst/>
          </a:prstGeom>
          <a:solidFill>
            <a:srgbClr val="F5F7F8"/>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700784"/>
            <a:ext cx="6565392" cy="50292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ag:ai-learning / Settings"/>
          <p:cNvSpPr txBox="1"/>
          <p:nvPr/>
        </p:nvSpPr>
        <p:spPr>
          <a:xfrm>
            <a:off x="795528" y="1787652"/>
            <a:ext cx="6163055" cy="387858"/>
          </a:xfrm>
          <a:prstGeom prst="rect">
            <a:avLst/>
          </a:prstGeom>
          <a:noFill/>
        </p:spPr>
        <p:txBody>
          <a:bodyPr wrap="none" lIns="0" rIns="0" tIns="0" bIns="0" anchor="t">
            <a:spAutoFit/>
          </a:bodyPr>
          <a:lstStyle/>
          <a:p>
            <a:pPr>
              <a:lnSpc>
                <a:spcPct val="114000"/>
              </a:lnSpc>
              <a:spcBef>
                <a:spcPts val="0"/>
              </a:spcBef>
              <a:spcAft>
                <a:spcPts val="0"/>
              </a:spcAft>
              <a:defRPr sz="2100" b="0">
                <a:solidFill>
                  <a:srgbClr val="53656D"/>
                </a:solidFill>
                <a:latin typeface="Meiryo"/>
              </a:defRPr>
            </a:pPr>
            <a:r>
              <a:rPr sz="2100" b="0">
                <a:solidFill>
                  <a:srgbClr val="53656D"/>
                </a:solidFill>
                <a:latin typeface="Meiryo"/>
                <a:ea typeface="Meiryo"/>
                <a:cs typeface="Meiryo"/>
              </a:rPr>
              <a:t>ai-learning / Settings</a:t>
            </a:r>
          </a:p>
        </p:txBody>
      </p:sp>
      <p:sp>
        <p:nvSpPr>
          <p:cNvPr id="10" name="tag:Access management"/>
          <p:cNvSpPr txBox="1"/>
          <p:nvPr/>
        </p:nvSpPr>
        <p:spPr>
          <a:xfrm>
            <a:off x="841248" y="2423160"/>
            <a:ext cx="6071616" cy="357886"/>
          </a:xfrm>
          <a:prstGeom prst="rect">
            <a:avLst/>
          </a:prstGeom>
          <a:noFill/>
        </p:spPr>
        <p:txBody>
          <a:bodyPr wrap="none" lIns="0" rIns="0" tIns="0" bIns="0" anchor="t">
            <a:spAutoFit/>
          </a:bodyPr>
          <a:lstStyle/>
          <a:p>
            <a:pPr>
              <a:lnSpc>
                <a:spcPct val="114000"/>
              </a:lnSpc>
              <a:spcBef>
                <a:spcPts val="0"/>
              </a:spcBef>
              <a:spcAft>
                <a:spcPts val="0"/>
              </a:spcAft>
              <a:buNone/>
              <a:defRPr sz="1900" b="0">
                <a:solidFill>
                  <a:srgbClr val="53656D"/>
                </a:solidFill>
                <a:latin typeface="Meiryo"/>
                <a:ea typeface="Meiryo"/>
                <a:cs typeface="Meiryo"/>
              </a:defRPr>
            </a:pPr>
            <a:r>
              <a:rPr sz="1900" b="0">
                <a:solidFill>
                  <a:srgbClr val="53656D"/>
                </a:solidFill>
                <a:latin typeface="Meiryo"/>
                <a:ea typeface="Meiryo"/>
                <a:cs typeface="Meiryo"/>
              </a:rPr>
              <a:t>Access management</a:t>
            </a:r>
          </a:p>
        </p:txBody>
      </p:sp>
      <p:sp>
        <p:nvSpPr>
          <p:cNvPr id="11" name="Rectangle 10"/>
          <p:cNvSpPr/>
          <p:nvPr/>
        </p:nvSpPr>
        <p:spPr>
          <a:xfrm>
            <a:off x="841248" y="2761488"/>
            <a:ext cx="6071616" cy="576072"/>
          </a:xfrm>
          <a:prstGeom prst="rect">
            <a:avLst/>
          </a:prstGeom>
          <a:solidFill>
            <a:srgbClr val="FFFFFF"/>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input:Collaborators → Add people"/>
          <p:cNvSpPr txBox="1"/>
          <p:nvPr/>
        </p:nvSpPr>
        <p:spPr>
          <a:xfrm>
            <a:off x="978408" y="2852928"/>
            <a:ext cx="5797296" cy="438912"/>
          </a:xfrm>
          <a:prstGeom prst="rect">
            <a:avLst/>
          </a:prstGeom>
          <a:noFill/>
        </p:spPr>
        <p:txBody>
          <a:bodyPr wrap="none" lIns="0" rIns="0" tIns="0" bIns="0" anchor="t">
            <a:spAutoFit/>
          </a:bodyPr>
          <a:lstStyle/>
          <a:p>
            <a:pPr>
              <a:lnSpc>
                <a:spcPct val="114000"/>
              </a:lnSpc>
              <a:spcBef>
                <a:spcPts val="0"/>
              </a:spcBef>
              <a:spcAft>
                <a:spcPts val="0"/>
              </a:spcAft>
              <a:defRPr sz="2500" b="0">
                <a:solidFill>
                  <a:srgbClr val="1D343E"/>
                </a:solidFill>
                <a:latin typeface="Meiryo"/>
              </a:defRPr>
            </a:pPr>
            <a:r>
              <a:rPr sz="2500" b="0">
                <a:solidFill>
                  <a:srgbClr val="1D343E"/>
                </a:solidFill>
                <a:latin typeface="Meiryo"/>
                <a:ea typeface="Meiryo"/>
                <a:cs typeface="Meiryo"/>
              </a:rPr>
              <a:t>Collaborators → Add people</a:t>
            </a:r>
          </a:p>
        </p:txBody>
      </p:sp>
      <p:sp>
        <p:nvSpPr>
          <p:cNvPr id="13" name="tag:Username to invite (ask your instructor)"/>
          <p:cNvSpPr txBox="1"/>
          <p:nvPr/>
        </p:nvSpPr>
        <p:spPr>
          <a:xfrm>
            <a:off x="841248" y="3520440"/>
            <a:ext cx="6071616" cy="357886"/>
          </a:xfrm>
          <a:prstGeom prst="rect">
            <a:avLst/>
          </a:prstGeom>
          <a:noFill/>
        </p:spPr>
        <p:txBody>
          <a:bodyPr wrap="none" lIns="0" tIns="0" rIns="0" bIns="0" anchor="t">
            <a:spAutoFit/>
          </a:bodyPr>
          <a:lstStyle/>
          <a:p>
            <a:pPr>
              <a:lnSpc>
                <a:spcPct val="114000"/>
              </a:lnSpc>
              <a:spcBef>
                <a:spcPts val="0"/>
              </a:spcBef>
              <a:spcAft>
                <a:spcPts val="0"/>
              </a:spcAft>
              <a:buNone/>
              <a:defRPr sz="1900" b="0">
                <a:solidFill>
                  <a:srgbClr val="53656D"/>
                </a:solidFill>
                <a:latin typeface="Meiryo"/>
                <a:ea typeface="Meiryo"/>
                <a:cs typeface="Meiryo"/>
              </a:defRPr>
            </a:pPr>
            <a:r>
              <a:rPr sz="1900" b="0">
                <a:solidFill>
                  <a:srgbClr val="53656D"/>
                </a:solidFill>
                <a:latin typeface="Meiryo"/>
                <a:ea typeface="Meiryo"/>
                <a:cs typeface="Meiryo"/>
              </a:rPr>
              <a:t>Username to invite (ask your instructor)</a:t>
            </a:r>
          </a:p>
        </p:txBody>
      </p:sp>
      <p:sp>
        <p:nvSpPr>
          <p:cNvPr id="14" name="Rectangle 13"/>
          <p:cNvSpPr/>
          <p:nvPr/>
        </p:nvSpPr>
        <p:spPr>
          <a:xfrm>
            <a:off x="841248" y="3858768"/>
            <a:ext cx="6071616" cy="576072"/>
          </a:xfrm>
          <a:prstGeom prst="rect">
            <a:avLst/>
          </a:prstGeom>
          <a:solidFill>
            <a:srgbClr val="FFFFFF"/>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nput:tsuchiyatakahirolab"/>
          <p:cNvSpPr txBox="1"/>
          <p:nvPr/>
        </p:nvSpPr>
        <p:spPr>
          <a:xfrm>
            <a:off x="978408" y="3950208"/>
            <a:ext cx="5797296" cy="438912"/>
          </a:xfrm>
          <a:prstGeom prst="rect">
            <a:avLst/>
          </a:prstGeom>
          <a:noFill/>
        </p:spPr>
        <p:txBody>
          <a:bodyPr wrap="none" lIns="0" rIns="0" tIns="0" bIns="0" anchor="t">
            <a:spAutoFit/>
          </a:bodyPr>
          <a:lstStyle/>
          <a:p>
            <a:pPr>
              <a:lnSpc>
                <a:spcPct val="114000"/>
              </a:lnSpc>
              <a:spcBef>
                <a:spcPts val="0"/>
              </a:spcBef>
              <a:spcAft>
                <a:spcPts val="0"/>
              </a:spcAft>
              <a:defRPr sz="2500" b="0">
                <a:solidFill>
                  <a:srgbClr val="1D343E"/>
                </a:solidFill>
                <a:latin typeface="Meiryo"/>
              </a:defRPr>
            </a:pPr>
            <a:r>
              <a:rPr sz="2500" b="0">
                <a:solidFill>
                  <a:srgbClr val="1D343E"/>
                </a:solidFill>
                <a:latin typeface="Meiryo"/>
                <a:ea typeface="Meiryo"/>
                <a:cs typeface="Meiryo"/>
              </a:rPr>
              <a:t>tsuchiyatakahirolab</a:t>
            </a:r>
          </a:p>
        </p:txBody>
      </p:sp>
      <p:sp>
        <p:nvSpPr>
          <p:cNvPr id="16" name="caption:Diagram showing the fields to use"/>
          <p:cNvSpPr txBox="1"/>
          <p:nvPr/>
        </p:nvSpPr>
        <p:spPr>
          <a:xfrm>
            <a:off x="731520" y="5294376"/>
            <a:ext cx="6291072" cy="342900"/>
          </a:xfrm>
          <a:prstGeom prst="rect">
            <a:avLst/>
          </a:prstGeom>
          <a:noFill/>
        </p:spPr>
        <p:txBody>
          <a:bodyPr wrap="none" lIns="0" rIns="0" t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Diagram showing the fields to use</a:t>
            </a:r>
          </a:p>
        </p:txBody>
      </p:sp>
      <p:sp>
        <p:nvSpPr>
          <p:cNvPr id="17" name="Oval 16"/>
          <p:cNvSpPr/>
          <p:nvPr/>
        </p:nvSpPr>
        <p:spPr>
          <a:xfrm>
            <a:off x="7406640" y="1700784"/>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number:1"/>
          <p:cNvSpPr txBox="1"/>
          <p:nvPr/>
        </p:nvSpPr>
        <p:spPr>
          <a:xfrm>
            <a:off x="7406640" y="1723644"/>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9" name="body:In Collaborators,&#10;select Add people."/>
          <p:cNvSpPr txBox="1"/>
          <p:nvPr/>
        </p:nvSpPr>
        <p:spPr>
          <a:xfrm>
            <a:off x="7982712" y="1691640"/>
            <a:ext cx="3557015" cy="804164"/>
          </a:xfrm>
          <a:prstGeom prst="rect">
            <a:avLst/>
          </a:prstGeom>
          <a:noFill/>
        </p:spPr>
        <p:txBody>
          <a:bodyPr wrap="none" lIns="0" rIns="0" tIns="0" bIns="0" anchor="t">
            <a:spAutoFit/>
          </a:bodyPr>
          <a:lstStyle/>
          <a:p>
            <a:pPr>
              <a:lnSpc>
                <a:spcPct val="114000"/>
              </a:lnSpc>
              <a:spcBef>
                <a:spcPts val="0"/>
              </a:spcBef>
              <a:spcAft>
                <a:spcPts val="0"/>
              </a:spcAft>
              <a:buNone/>
              <a:defRPr sz="2125" b="1">
                <a:solidFill>
                  <a:srgbClr val="1D343E"/>
                </a:solidFill>
                <a:latin typeface="Meiryo"/>
                <a:ea typeface="Meiryo"/>
                <a:cs typeface="Meiryo"/>
              </a:defRPr>
            </a:pPr>
            <a:r>
              <a:rPr sz="2125" b="1">
                <a:solidFill>
                  <a:srgbClr val="1D343E"/>
                </a:solidFill>
                <a:latin typeface="Meiryo"/>
                <a:ea typeface="Meiryo"/>
                <a:cs typeface="Meiryo"/>
              </a:rPr>
              <a:t>In Collaborators,</a:t>
            </a:r>
          </a:p>
          <a:p>
            <a:pPr>
              <a:lnSpc>
                <a:spcPct val="114000"/>
              </a:lnSpc>
              <a:spcBef>
                <a:spcPts val="0"/>
              </a:spcBef>
              <a:spcAft>
                <a:spcPts val="0"/>
              </a:spcAft>
              <a:buNone/>
              <a:defRPr sz="2125" b="1">
                <a:solidFill>
                  <a:srgbClr val="1D343E"/>
                </a:solidFill>
                <a:latin typeface="Meiryo"/>
                <a:ea typeface="Meiryo"/>
                <a:cs typeface="Meiryo"/>
              </a:defRPr>
            </a:pPr>
            <a:r>
              <a:rPr sz="2125" b="1">
                <a:solidFill>
                  <a:srgbClr val="1D343E"/>
                </a:solidFill>
                <a:latin typeface="Meiryo"/>
                <a:ea typeface="Meiryo"/>
                <a:cs typeface="Meiryo"/>
              </a:rPr>
              <a:t>select Add people.</a:t>
            </a:r>
          </a:p>
        </p:txBody>
      </p:sp>
      <p:sp>
        <p:nvSpPr>
          <p:cNvPr id="20" name="Oval 19"/>
          <p:cNvSpPr/>
          <p:nvPr/>
        </p:nvSpPr>
        <p:spPr>
          <a:xfrm>
            <a:off x="7406640" y="2770124"/>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number:2"/>
          <p:cNvSpPr txBox="1"/>
          <p:nvPr/>
        </p:nvSpPr>
        <p:spPr>
          <a:xfrm>
            <a:off x="7406640" y="2792984"/>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22" name="body:Select the result with&#10;the exact username."/>
          <p:cNvSpPr txBox="1"/>
          <p:nvPr/>
        </p:nvSpPr>
        <p:spPr>
          <a:xfrm>
            <a:off x="7982712" y="2760980"/>
            <a:ext cx="3557015" cy="804164"/>
          </a:xfrm>
          <a:prstGeom prst="rect">
            <a:avLst/>
          </a:prstGeom>
          <a:noFill/>
        </p:spPr>
        <p:txBody>
          <a:bodyPr wrap="none" lIns="0" tIns="0" rIns="0" bIns="0" anchor="t">
            <a:noAutofit/>
          </a:bodyPr>
          <a:lstStyle/>
          <a:p>
            <a:pPr>
              <a:lnSpc>
                <a:spcPct val="114000"/>
              </a:lnSpc>
              <a:spcBef>
                <a:spcPts val="0"/>
              </a:spcBef>
              <a:spcAft>
                <a:spcPts val="0"/>
              </a:spcAft>
              <a:buNone/>
              <a:defRPr sz="2125" b="1">
                <a:solidFill>
                  <a:srgbClr val="1D343E"/>
                </a:solidFill>
                <a:latin typeface="Meiryo"/>
                <a:ea typeface="Meiryo"/>
                <a:cs typeface="Meiryo"/>
              </a:defRPr>
            </a:pPr>
            <a:r>
              <a:rPr sz="2125" b="1">
                <a:solidFill>
                  <a:srgbClr val="1D343E"/>
                </a:solidFill>
                <a:latin typeface="Meiryo"/>
                <a:ea typeface="Meiryo"/>
                <a:cs typeface="Meiryo"/>
              </a:rPr>
              <a:t>Select the result with</a:t>
            </a:r>
          </a:p>
          <a:p>
            <a:pPr>
              <a:lnSpc>
                <a:spcPct val="114000"/>
              </a:lnSpc>
              <a:spcBef>
                <a:spcPts val="0"/>
              </a:spcBef>
              <a:spcAft>
                <a:spcPts val="0"/>
              </a:spcAft>
              <a:buNone/>
              <a:defRPr sz="2125" b="1">
                <a:solidFill>
                  <a:srgbClr val="1D343E"/>
                </a:solidFill>
                <a:latin typeface="Meiryo"/>
                <a:ea typeface="Meiryo"/>
                <a:cs typeface="Meiryo"/>
              </a:defRPr>
            </a:pPr>
            <a:r>
              <a:rPr sz="2125" b="1">
                <a:solidFill>
                  <a:srgbClr val="1D343E"/>
                </a:solidFill>
                <a:latin typeface="Meiryo"/>
                <a:ea typeface="Meiryo"/>
                <a:cs typeface="Meiryo"/>
              </a:rPr>
              <a:t>the exact username.</a:t>
            </a:r>
          </a:p>
        </p:txBody>
      </p:sp>
      <p:sp>
        <p:nvSpPr>
          <p:cNvPr id="23" name="Oval 22"/>
          <p:cNvSpPr/>
          <p:nvPr/>
        </p:nvSpPr>
        <p:spPr>
          <a:xfrm>
            <a:off x="7406640" y="3839464"/>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umber:3"/>
          <p:cNvSpPr txBox="1"/>
          <p:nvPr/>
        </p:nvSpPr>
        <p:spPr>
          <a:xfrm>
            <a:off x="7406640" y="3862324"/>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3</a:t>
            </a:r>
          </a:p>
        </p:txBody>
      </p:sp>
      <p:sp>
        <p:nvSpPr>
          <p:cNvPr id="25" name="body:Select Add ... to ai-learning&#10;to send the invitation."/>
          <p:cNvSpPr txBox="1"/>
          <p:nvPr/>
        </p:nvSpPr>
        <p:spPr>
          <a:xfrm>
            <a:off x="7982712" y="3830320"/>
            <a:ext cx="3557015" cy="804164"/>
          </a:xfrm>
          <a:prstGeom prst="rect">
            <a:avLst/>
          </a:prstGeom>
          <a:noFill/>
        </p:spPr>
        <p:txBody>
          <a:bodyPr wrap="none" lIns="0" tIns="0" rIns="0" bIns="0" anchor="t">
            <a:noAutofit/>
          </a:bodyPr>
          <a:lstStyle/>
          <a:p>
            <a:pPr>
              <a:lnSpc>
                <a:spcPct val="114000"/>
              </a:lnSpc>
              <a:spcBef>
                <a:spcPts val="0"/>
              </a:spcBef>
              <a:spcAft>
                <a:spcPts val="0"/>
              </a:spcAft>
              <a:buNone/>
              <a:defRPr sz="1788" b="1">
                <a:solidFill>
                  <a:srgbClr val="1D343E"/>
                </a:solidFill>
                <a:latin typeface="Meiryo"/>
                <a:ea typeface="Meiryo"/>
                <a:cs typeface="Meiryo"/>
              </a:defRPr>
            </a:pPr>
            <a:r>
              <a:rPr sz="1788" b="1">
                <a:solidFill>
                  <a:srgbClr val="1D343E"/>
                </a:solidFill>
                <a:latin typeface="Meiryo"/>
                <a:ea typeface="Meiryo"/>
                <a:cs typeface="Meiryo"/>
              </a:rPr>
              <a:t>Select Add ... to ai-learning</a:t>
            </a:r>
          </a:p>
          <a:p>
            <a:pPr>
              <a:lnSpc>
                <a:spcPct val="114000"/>
              </a:lnSpc>
              <a:spcBef>
                <a:spcPts val="0"/>
              </a:spcBef>
              <a:spcAft>
                <a:spcPts val="0"/>
              </a:spcAft>
              <a:buNone/>
              <a:defRPr sz="1788" b="1">
                <a:solidFill>
                  <a:srgbClr val="1D343E"/>
                </a:solidFill>
                <a:latin typeface="Meiryo"/>
                <a:ea typeface="Meiryo"/>
                <a:cs typeface="Meiryo"/>
              </a:defRPr>
            </a:pPr>
            <a:r>
              <a:rPr sz="1788" b="1">
                <a:solidFill>
                  <a:srgbClr val="1D343E"/>
                </a:solidFill>
                <a:latin typeface="Meiryo"/>
                <a:ea typeface="Meiryo"/>
                <a:cs typeface="Meiryo"/>
              </a:rPr>
              <a:t>to send the invitation.</a:t>
            </a:r>
          </a:p>
        </p:txBody>
      </p:sp>
      <p:sp>
        <p:nvSpPr>
          <p:cNvPr id="26" name="Rectangle 25"/>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circle-check_007F80.png"/>
          <p:cNvPicPr>
            <a:picLocks noChangeAspect="1"/>
          </p:cNvPicPr>
          <p:nvPr/>
        </p:nvPicPr>
        <p:blipFill>
          <a:blip r:embed="rId4"/>
          <a:stretch>
            <a:fillRect/>
          </a:stretch>
        </p:blipFill>
        <p:spPr>
          <a:xfrm>
            <a:off x="749808" y="5751576"/>
            <a:ext cx="283464" cy="283464"/>
          </a:xfrm>
          <a:prstGeom prst="rect">
            <a:avLst/>
          </a:prstGeom>
        </p:spPr>
      </p:pic>
      <p:sp>
        <p:nvSpPr>
          <p:cNvPr id="28" name="result:Continue once the invitation is pending or the instructor is listed. Keep login codes private."/>
          <p:cNvSpPr txBox="1"/>
          <p:nvPr/>
        </p:nvSpPr>
        <p:spPr>
          <a:xfrm>
            <a:off x="1179576" y="5710428"/>
            <a:ext cx="10168128" cy="438912"/>
          </a:xfrm>
          <a:prstGeom prst="rect">
            <a:avLst/>
          </a:prstGeom>
          <a:noFill/>
        </p:spPr>
        <p:txBody>
          <a:bodyPr wrap="none" lIns="0" tIns="0" rIns="0" bIns="0" anchor="t">
            <a:noAutofit/>
          </a:bodyPr>
          <a:lstStyle/>
          <a:p>
            <a:pPr>
              <a:lnSpc>
                <a:spcPct val="114000"/>
              </a:lnSpc>
              <a:spcBef>
                <a:spcPts val="0"/>
              </a:spcBef>
              <a:spcAft>
                <a:spcPts val="0"/>
              </a:spcAft>
              <a:buNone/>
              <a:defRPr sz="1638" b="0">
                <a:solidFill>
                  <a:srgbClr val="1D343E"/>
                </a:solidFill>
                <a:latin typeface="Meiryo"/>
                <a:ea typeface="Meiryo"/>
                <a:cs typeface="Meiryo"/>
              </a:defRPr>
            </a:pPr>
            <a:r>
              <a:rPr sz="1638" b="0">
                <a:solidFill>
                  <a:srgbClr val="1D343E"/>
                </a:solidFill>
                <a:latin typeface="Meiryo"/>
                <a:ea typeface="Meiryo"/>
                <a:cs typeface="Meiryo"/>
              </a:rPr>
              <a:t>Continue once the invitation is pending or the instructor is listed. Keep login codes private.</a:t>
            </a:r>
          </a:p>
        </p:txBody>
      </p:sp>
      <p:sp>
        <p:nvSpPr>
          <p:cNvPr id="29" name="tag:Setup checklist">
            <a:hlinkClick action="ppaction://hlinksldjump" r:id="rId5"/>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buNone/>
              <a:defRPr sz="1575" b="0">
                <a:solidFill>
                  <a:srgbClr val="007F80"/>
                </a:solidFill>
                <a:latin typeface="Meiryo"/>
                <a:ea typeface="Meiryo"/>
                <a:cs typeface="Meiryo"/>
              </a:defRPr>
            </a:pPr>
            <a:r>
              <a:rPr sz="1575" b="0">
                <a:solidFill>
                  <a:srgbClr val="007F80"/>
                </a:solidFill>
                <a:latin typeface="Meiryo"/>
                <a:ea typeface="Meiryo"/>
                <a:cs typeface="Meiryo"/>
              </a:rPr>
              <a:t>Setup checklist</a:t>
            </a:r>
          </a:p>
        </p:txBody>
      </p:sp>
      <p:sp>
        <p:nvSpPr>
          <p:cNvPr id="30" name="footer:AI and Data Literacy    Initial setup"/>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 and Data Literacy    Initial setup</a:t>
            </a:r>
          </a:p>
        </p:txBody>
      </p:sp>
      <p:sp>
        <p:nvSpPr>
          <p:cNvPr id="31" name="footer:27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27 / 37</a:t>
            </a:r>
          </a:p>
        </p:txBody>
      </p:sp>
      <p:sp>
        <p:nvSpPr>
          <p:cNvPr id="32" name="teacher-username-reuse-note:For another course, replace this example&#10;with that instructor's username.">
            <a:extLst>
              <a:ext uri="{FF2B5EF4-FFF2-40B4-BE49-F238E27FC236}">
                <ns3:creationId id="{7EF6D775-B802-492E-A8A0-045D7CDE2182}"/>
              </a:ext>
            </a:extLst>
          </p:cNvPr>
          <p:cNvSpPr>
            <a:spLocks noGrp="1"/>
          </p:cNvSpPr>
          <p:nvPr/>
        </p:nvSpPr>
        <p:spPr>
          <a:xfrm>
            <a:off x="841248" y="4552950"/>
            <a:ext cx="6071616" cy="628650"/>
          </a:xfrm>
          <a:prstGeom prst="rect">
            <a:avLst/>
          </a:prstGeom>
          <a:noFill/>
          <a:ln w="0">
            <a:noFill/>
          </a:ln>
        </p:spPr>
        <p:txBody>
          <a:bodyPr wrap="none">
            <a:noAutofit/>
          </a:bodyPr>
          <a:lstStyle/>
          <a:p>
            <a:pPr>
              <a:buNone/>
              <a:defRPr sz="1650" b="0">
                <a:solidFill>
                  <a:srgbClr val="506772"/>
                </a:solidFill>
                <a:latin typeface="Meiryo"/>
                <a:ea typeface="Meiryo"/>
                <a:cs typeface="Meiryo"/>
              </a:defRPr>
            </a:pPr>
            <a:r>
              <a:rPr sz="1650" b="0">
                <a:solidFill>
                  <a:srgbClr val="506772"/>
                </a:solidFill>
                <a:latin typeface="Meiryo"/>
                <a:ea typeface="Meiryo"/>
                <a:cs typeface="Meiryo"/>
              </a:rPr>
              <a:t>For another course, replace this example</a:t>
            </a:r>
          </a:p>
          <a:p>
            <a:pPr>
              <a:buNone/>
              <a:defRPr sz="1650" b="0">
                <a:solidFill>
                  <a:srgbClr val="506772"/>
                </a:solidFill>
                <a:latin typeface="Meiryo"/>
                <a:ea typeface="Meiryo"/>
                <a:cs typeface="Meiryo"/>
              </a:defRPr>
            </a:pPr>
            <a:r>
              <a:rPr sz="1650" b="0">
                <a:solidFill>
                  <a:srgbClr val="506772"/>
                </a:solidFill>
                <a:latin typeface="Meiryo"/>
                <a:ea typeface="Meiryo"/>
                <a:cs typeface="Meiryo"/>
              </a:rPr>
              <a:t>with that instructor's username.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5 / 5    Initial registration"/>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buNone/>
              <a:defRPr sz="1800" b="1">
                <a:solidFill>
                  <a:srgbClr val="007F80"/>
                </a:solidFill>
                <a:latin typeface="Meiryo"/>
                <a:ea typeface="Meiryo"/>
                <a:cs typeface="Meiryo"/>
              </a:defRPr>
            </a:pPr>
            <a:r>
              <a:rPr sz="1800" b="1">
                <a:solidFill>
                  <a:srgbClr val="007F80"/>
                </a:solidFill>
                <a:latin typeface="Meiryo"/>
                <a:ea typeface="Meiryo"/>
                <a:cs typeface="Meiryo"/>
              </a:rPr>
              <a:t>5 / 5    Initial registration</a:t>
            </a:r>
          </a:p>
        </p:txBody>
      </p:sp>
      <p:sp>
        <p:nvSpPr>
          <p:cNvPr id="4" name="title:Copying your repository URL"/>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buNone/>
              <a:defRPr sz="3400" b="1">
                <a:solidFill>
                  <a:srgbClr val="1D343E"/>
                </a:solidFill>
                <a:latin typeface="Meiryo"/>
                <a:ea typeface="Meiryo"/>
                <a:cs typeface="Meiryo"/>
              </a:defRPr>
            </a:pPr>
            <a:r>
              <a:rPr sz="3400" b="1">
                <a:solidFill>
                  <a:srgbClr val="1D343E"/>
                </a:solidFill>
                <a:latin typeface="Meiryo"/>
                <a:ea typeface="Meiryo"/>
                <a:cs typeface="Meiryo"/>
              </a:rPr>
              <a:t>Copying your repository URL</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older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700784"/>
            <a:ext cx="10991088" cy="1152144"/>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ody:https://github.com/example-student/a"/>
          <p:cNvSpPr txBox="1"/>
          <p:nvPr/>
        </p:nvSpPr>
        <p:spPr>
          <a:xfrm>
            <a:off x="841248" y="1993392"/>
            <a:ext cx="10497312" cy="502920"/>
          </a:xfrm>
          <a:prstGeom prst="rect">
            <a:avLst/>
          </a:prstGeom>
          <a:noFill/>
        </p:spPr>
        <p:txBody>
          <a:bodyPr wrap="none" lIns="0" rIns="0" tIns="0" bIns="0" anchor="t">
            <a:spAutoFit/>
          </a:bodyPr>
          <a:lstStyle/>
          <a:p>
            <a:pPr>
              <a:lnSpc>
                <a:spcPct val="114000"/>
              </a:lnSpc>
              <a:spcBef>
                <a:spcPts val="0"/>
              </a:spcBef>
              <a:spcAft>
                <a:spcPts val="0"/>
              </a:spcAft>
              <a:defRPr sz="2800" b="1">
                <a:solidFill>
                  <a:srgbClr val="1D343E"/>
                </a:solidFill>
                <a:latin typeface="Meiryo"/>
              </a:defRPr>
            </a:pPr>
            <a:r>
              <a:rPr sz="2800" b="1">
                <a:solidFill>
                  <a:srgbClr val="1D343E"/>
                </a:solidFill>
                <a:latin typeface="Meiryo"/>
                <a:ea typeface="Meiryo"/>
                <a:cs typeface="Meiryo"/>
              </a:rPr>
              <a:t>https://github.com/example-student/ai-learning</a:t>
            </a:r>
          </a:p>
        </p:txBody>
      </p:sp>
      <p:sp>
        <p:nvSpPr>
          <p:cNvPr id="9" name="body:Check that example-student is replaced with your own username."/>
          <p:cNvSpPr txBox="1"/>
          <p:nvPr/>
        </p:nvSpPr>
        <p:spPr>
          <a:xfrm>
            <a:off x="786384" y="2971800"/>
            <a:ext cx="10607040" cy="457200"/>
          </a:xfrm>
          <a:prstGeom prst="rect">
            <a:avLst/>
          </a:prstGeom>
          <a:noFill/>
        </p:spPr>
        <p:txBody>
          <a:bodyPr wrap="none" lIns="0" rIns="0" tIns="0" bIns="0" anchor="t">
            <a:spAutoFit/>
          </a:bodyPr>
          <a:lstStyle/>
          <a:p>
            <a:pPr>
              <a:lnSpc>
                <a:spcPct val="114000"/>
              </a:lnSpc>
              <a:spcBef>
                <a:spcPts val="0"/>
              </a:spcBef>
              <a:spcAft>
                <a:spcPts val="0"/>
              </a:spcAft>
              <a:buNone/>
              <a:defRPr sz="2300" b="0">
                <a:solidFill>
                  <a:srgbClr val="1D343E"/>
                </a:solidFill>
                <a:latin typeface="Meiryo"/>
                <a:ea typeface="Meiryo"/>
                <a:cs typeface="Meiryo"/>
              </a:defRPr>
            </a:pPr>
            <a:r>
              <a:rPr sz="2300" b="0">
                <a:solidFill>
                  <a:srgbClr val="1D343E"/>
                </a:solidFill>
                <a:latin typeface="Meiryo"/>
                <a:ea typeface="Meiryo"/>
                <a:cs typeface="Meiryo"/>
              </a:rPr>
              <a:t>Check that example-student is replaced with your own username.</a:t>
            </a:r>
          </a:p>
        </p:txBody>
      </p:sp>
      <p:sp>
        <p:nvSpPr>
          <p:cNvPr id="10" name="Oval 9"/>
          <p:cNvSpPr/>
          <p:nvPr/>
        </p:nvSpPr>
        <p:spPr>
          <a:xfrm>
            <a:off x="749808" y="3557015"/>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number:1"/>
          <p:cNvSpPr txBox="1"/>
          <p:nvPr/>
        </p:nvSpPr>
        <p:spPr>
          <a:xfrm>
            <a:off x="749808" y="3579875"/>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2" name="body:Open the root of your own ai-learning."/>
          <p:cNvSpPr txBox="1"/>
          <p:nvPr/>
        </p:nvSpPr>
        <p:spPr>
          <a:xfrm>
            <a:off x="1325880" y="3547872"/>
            <a:ext cx="9893807" cy="459485"/>
          </a:xfrm>
          <a:prstGeom prst="rect">
            <a:avLst/>
          </a:prstGeom>
          <a:noFill/>
        </p:spPr>
        <p:txBody>
          <a:bodyPr wrap="none" lIns="0" rIns="0" tIns="0" bIns="0" anchor="t">
            <a:spAutoFit/>
          </a:bodyPr>
          <a:lstStyle/>
          <a:p>
            <a:pPr>
              <a:lnSpc>
                <a:spcPct val="114000"/>
              </a:lnSpc>
              <a:spcBef>
                <a:spcPts val="0"/>
              </a:spcBef>
              <a:spcAft>
                <a:spcPts val="0"/>
              </a:spcAft>
              <a:buNone/>
              <a:defRPr sz="2700" b="1">
                <a:solidFill>
                  <a:srgbClr val="1D343E"/>
                </a:solidFill>
                <a:latin typeface="Meiryo"/>
                <a:ea typeface="Meiryo"/>
                <a:cs typeface="Meiryo"/>
              </a:defRPr>
            </a:pPr>
            <a:r>
              <a:rPr sz="2700" b="1">
                <a:solidFill>
                  <a:srgbClr val="1D343E"/>
                </a:solidFill>
                <a:latin typeface="Meiryo"/>
                <a:ea typeface="Meiryo"/>
                <a:cs typeface="Meiryo"/>
              </a:rPr>
              <a:t>Open the root of your own ai-learning.</a:t>
            </a:r>
          </a:p>
        </p:txBody>
      </p:sp>
      <p:sp>
        <p:nvSpPr>
          <p:cNvPr id="13" name="body:Select ai-learning at the top to return to the Code file list."/>
          <p:cNvSpPr txBox="1"/>
          <p:nvPr/>
        </p:nvSpPr>
        <p:spPr>
          <a:xfrm>
            <a:off x="1325880" y="4071366"/>
            <a:ext cx="9893807" cy="399542"/>
          </a:xfrm>
          <a:prstGeom prst="rect">
            <a:avLst/>
          </a:prstGeom>
          <a:noFill/>
        </p:spPr>
        <p:txBody>
          <a:bodyPr wrap="none" lIns="0" tIns="0" rIns="0" bIns="0" anchor="t">
            <a:noAutofit/>
          </a:bodyPr>
          <a:lstStyle/>
          <a:p>
            <a:pPr>
              <a:lnSpc>
                <a:spcPct val="114000"/>
              </a:lnSpc>
              <a:spcBef>
                <a:spcPts val="0"/>
              </a:spcBef>
              <a:spcAft>
                <a:spcPts val="0"/>
              </a:spcAft>
              <a:buNone/>
              <a:defRPr sz="2300" b="0">
                <a:solidFill>
                  <a:srgbClr val="53656D"/>
                </a:solidFill>
                <a:latin typeface="Meiryo"/>
                <a:ea typeface="Meiryo"/>
                <a:cs typeface="Meiryo"/>
              </a:defRPr>
            </a:pPr>
            <a:r>
              <a:rPr sz="2300" b="0">
                <a:solidFill>
                  <a:srgbClr val="53656D"/>
                </a:solidFill>
                <a:latin typeface="Meiryo"/>
                <a:ea typeface="Meiryo"/>
                <a:cs typeface="Meiryo"/>
              </a:rPr>
              <a:t>Select ai-learning at the top to return to the Code file list.</a:t>
            </a:r>
          </a:p>
        </p:txBody>
      </p:sp>
      <p:sp>
        <p:nvSpPr>
          <p:cNvPr id="14" name="Oval 13"/>
          <p:cNvSpPr/>
          <p:nvPr/>
        </p:nvSpPr>
        <p:spPr>
          <a:xfrm>
            <a:off x="749808" y="4617212"/>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number:2"/>
          <p:cNvSpPr txBox="1"/>
          <p:nvPr/>
        </p:nvSpPr>
        <p:spPr>
          <a:xfrm>
            <a:off x="749808" y="4640072"/>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16" name="body:Copy the URL from your browser's address bar."/>
          <p:cNvSpPr txBox="1"/>
          <p:nvPr/>
        </p:nvSpPr>
        <p:spPr>
          <a:xfrm>
            <a:off x="1325880" y="4608068"/>
            <a:ext cx="9893807" cy="459485"/>
          </a:xfrm>
          <a:prstGeom prst="rect">
            <a:avLst/>
          </a:prstGeom>
          <a:noFill/>
        </p:spPr>
        <p:txBody>
          <a:bodyPr wrap="none" lIns="0" rIns="0" tIns="0" bIns="0" anchor="t">
            <a:spAutoFit/>
          </a:bodyPr>
          <a:lstStyle/>
          <a:p>
            <a:pPr>
              <a:lnSpc>
                <a:spcPct val="114000"/>
              </a:lnSpc>
              <a:spcBef>
                <a:spcPts val="0"/>
              </a:spcBef>
              <a:spcAft>
                <a:spcPts val="0"/>
              </a:spcAft>
              <a:buNone/>
              <a:defRPr sz="2700" b="1">
                <a:solidFill>
                  <a:srgbClr val="1D343E"/>
                </a:solidFill>
                <a:latin typeface="Meiryo"/>
                <a:ea typeface="Meiryo"/>
                <a:cs typeface="Meiryo"/>
              </a:defRPr>
            </a:pPr>
            <a:r>
              <a:rPr sz="2700" b="1">
                <a:solidFill>
                  <a:srgbClr val="1D343E"/>
                </a:solidFill>
                <a:latin typeface="Meiryo"/>
                <a:ea typeface="Meiryo"/>
                <a:cs typeface="Meiryo"/>
              </a:rPr>
              <a:t>Copy the URL from your browser's address bar.</a:t>
            </a:r>
          </a:p>
        </p:txBody>
      </p:sp>
      <p:sp>
        <p:nvSpPr>
          <p:cNvPr id="17" name="body:On Windows, use Ctrl+L, then Ctrl+C. Paste with Ctrl+V in the form."/>
          <p:cNvSpPr txBox="1"/>
          <p:nvPr/>
        </p:nvSpPr>
        <p:spPr>
          <a:xfrm>
            <a:off x="1325880" y="5131562"/>
            <a:ext cx="9893807" cy="399542"/>
          </a:xfrm>
          <a:prstGeom prst="rect">
            <a:avLst/>
          </a:prstGeom>
          <a:noFill/>
        </p:spPr>
        <p:txBody>
          <a:bodyPr wrap="none" lIns="0" tIns="0" rIns="0" bIns="0" anchor="t">
            <a:noAutofit/>
          </a:bodyPr>
          <a:lstStyle/>
          <a:p>
            <a:pPr>
              <a:lnSpc>
                <a:spcPct val="114000"/>
              </a:lnSpc>
              <a:spcBef>
                <a:spcPts val="0"/>
              </a:spcBef>
              <a:spcAft>
                <a:spcPts val="0"/>
              </a:spcAft>
              <a:buNone/>
              <a:defRPr sz="2075" b="0">
                <a:solidFill>
                  <a:srgbClr val="53656D"/>
                </a:solidFill>
                <a:latin typeface="Meiryo"/>
                <a:ea typeface="Meiryo"/>
                <a:cs typeface="Meiryo"/>
              </a:defRPr>
            </a:pPr>
            <a:r>
              <a:rPr sz="2075" b="0">
                <a:solidFill>
                  <a:srgbClr val="53656D"/>
                </a:solidFill>
                <a:latin typeface="Meiryo"/>
                <a:ea typeface="Meiryo"/>
                <a:cs typeface="Meiryo"/>
              </a:rPr>
              <a:t>On Windows, use Ctrl+L, then Ctrl+C. Paste with Ctrl+V in the form.</a:t>
            </a:r>
          </a:p>
        </p:txBody>
      </p:sp>
      <p:sp>
        <p:nvSpPr>
          <p:cNvPr id="18" name="Rectangle 17"/>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ircle-check_007F80.png"/>
          <p:cNvPicPr>
            <a:picLocks noChangeAspect="1"/>
          </p:cNvPicPr>
          <p:nvPr/>
        </p:nvPicPr>
        <p:blipFill>
          <a:blip r:embed="rId4"/>
          <a:stretch>
            <a:fillRect/>
          </a:stretch>
        </p:blipFill>
        <p:spPr>
          <a:xfrm>
            <a:off x="749808" y="5751576"/>
            <a:ext cx="283464" cy="283464"/>
          </a:xfrm>
          <a:prstGeom prst="rect">
            <a:avLst/>
          </a:prstGeom>
        </p:spPr>
      </p:pic>
      <p:sp>
        <p:nvSpPr>
          <p:cNvPr id="20" name="result:Use the URL ending in /ai-learning for initial registration. Omit /tree/, /blob/ and /commit/."/>
          <p:cNvSpPr txBox="1"/>
          <p:nvPr/>
        </p:nvSpPr>
        <p:spPr>
          <a:xfrm>
            <a:off x="1179576" y="5710428"/>
            <a:ext cx="10168128" cy="438912"/>
          </a:xfrm>
          <a:prstGeom prst="rect">
            <a:avLst/>
          </a:prstGeom>
          <a:noFill/>
        </p:spPr>
        <p:txBody>
          <a:bodyPr wrap="none" lIns="0" tIns="0" rIns="0" bIns="0" anchor="t">
            <a:noAutofit/>
          </a:bodyPr>
          <a:lstStyle/>
          <a:p>
            <a:pPr>
              <a:lnSpc>
                <a:spcPct val="114000"/>
              </a:lnSpc>
              <a:spcBef>
                <a:spcPts val="0"/>
              </a:spcBef>
              <a:spcAft>
                <a:spcPts val="0"/>
              </a:spcAft>
              <a:buNone/>
              <a:defRPr sz="1638" b="0">
                <a:solidFill>
                  <a:srgbClr val="1D343E"/>
                </a:solidFill>
                <a:latin typeface="Meiryo"/>
                <a:ea typeface="Meiryo"/>
                <a:cs typeface="Meiryo"/>
              </a:defRPr>
            </a:pPr>
            <a:r>
              <a:rPr sz="1638" b="0">
                <a:solidFill>
                  <a:srgbClr val="1D343E"/>
                </a:solidFill>
                <a:latin typeface="Meiryo"/>
                <a:ea typeface="Meiryo"/>
                <a:cs typeface="Meiryo"/>
              </a:rPr>
              <a:t>Use the URL ending in /ai-learning for initial registration. Omit /tree/, /blob/ and /commit/.</a:t>
            </a:r>
          </a:p>
        </p:txBody>
      </p:sp>
      <p:sp>
        <p:nvSpPr>
          <p:cNvPr id="21" name="tag:Setup checklist">
            <a:hlinkClick action="ppaction://hlinksldjump" r:id="rId5"/>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buNone/>
              <a:defRPr sz="1575" b="0">
                <a:solidFill>
                  <a:srgbClr val="007F80"/>
                </a:solidFill>
                <a:latin typeface="Meiryo"/>
                <a:ea typeface="Meiryo"/>
                <a:cs typeface="Meiryo"/>
              </a:defRPr>
            </a:pPr>
            <a:r>
              <a:rPr sz="1575" b="0">
                <a:solidFill>
                  <a:srgbClr val="007F80"/>
                </a:solidFill>
                <a:latin typeface="Meiryo"/>
                <a:ea typeface="Meiryo"/>
                <a:cs typeface="Meiryo"/>
              </a:rPr>
              <a:t>Setup checklist</a:t>
            </a:r>
          </a:p>
        </p:txBody>
      </p:sp>
      <p:sp>
        <p:nvSpPr>
          <p:cNvPr id="22" name="footer:AI and Data Literacy    Initial setup"/>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 and Data Literacy    Initial setup</a:t>
            </a:r>
          </a:p>
        </p:txBody>
      </p:sp>
      <p:sp>
        <p:nvSpPr>
          <p:cNvPr id="23" name="footer:28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28 / 37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5 / 5    Initial registration"/>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buNone/>
              <a:defRPr sz="1800" b="1">
                <a:solidFill>
                  <a:srgbClr val="007F80"/>
                </a:solidFill>
                <a:latin typeface="Meiryo"/>
                <a:ea typeface="Meiryo"/>
                <a:cs typeface="Meiryo"/>
              </a:defRPr>
            </a:pPr>
            <a:r>
              <a:rPr sz="1800" b="1">
                <a:solidFill>
                  <a:srgbClr val="007F80"/>
                </a:solidFill>
                <a:latin typeface="Meiryo"/>
                <a:ea typeface="Meiryo"/>
                <a:cs typeface="Meiryo"/>
              </a:rPr>
              <a:t>5 / 5    Initial registration</a:t>
            </a:r>
          </a:p>
        </p:txBody>
      </p:sp>
      <p:sp>
        <p:nvSpPr>
          <p:cNvPr id="4" name="title:Your university's student ID format"/>
          <p:cNvSpPr txBox="1"/>
          <p:nvPr/>
        </p:nvSpPr>
        <p:spPr>
          <a:xfrm>
            <a:off x="594360" y="685800"/>
            <a:ext cx="10469880" cy="585216"/>
          </a:xfrm>
          <a:prstGeom prst="rect">
            <a:avLst/>
          </a:prstGeom>
          <a:noFill/>
        </p:spPr>
        <p:txBody>
          <a:bodyPr wrap="none" lIns="0" tIns="0" rIns="0" bIns="0" anchor="t">
            <a:spAutoFit/>
          </a:bodyPr>
          <a:lstStyle/>
          <a:p>
            <a:pPr>
              <a:lnSpc>
                <a:spcPct val="114000"/>
              </a:lnSpc>
              <a:spcBef>
                <a:spcPts val="0"/>
              </a:spcBef>
              <a:spcAft>
                <a:spcPts val="0"/>
              </a:spcAft>
              <a:buNone/>
              <a:defRPr sz="3400" b="1">
                <a:solidFill>
                  <a:srgbClr val="1D343E"/>
                </a:solidFill>
                <a:latin typeface="Meiryo"/>
                <a:ea typeface="Meiryo"/>
                <a:cs typeface="Meiryo"/>
              </a:defRPr>
            </a:pPr>
            <a:r>
              <a:rPr sz="3400" b="1">
                <a:solidFill>
                  <a:srgbClr val="1D343E"/>
                </a:solidFill>
                <a:latin typeface="Meiryo"/>
                <a:ea typeface="Meiryo"/>
                <a:cs typeface="Meiryo"/>
              </a:rPr>
              <a:t>Your university's student ID format</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keyboard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691640"/>
            <a:ext cx="5349240" cy="361188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ircle-check_007F80.png"/>
          <p:cNvPicPr>
            <a:picLocks noChangeAspect="1"/>
          </p:cNvPicPr>
          <p:nvPr/>
        </p:nvPicPr>
        <p:blipFill>
          <a:blip r:embed="rId4"/>
          <a:stretch>
            <a:fillRect/>
          </a:stretch>
        </p:blipFill>
        <p:spPr>
          <a:xfrm>
            <a:off x="886968" y="1965960"/>
            <a:ext cx="411480" cy="411480"/>
          </a:xfrm>
          <a:prstGeom prst="rect">
            <a:avLst/>
          </a:prstGeom>
        </p:spPr>
      </p:pic>
      <p:sp>
        <p:nvSpPr>
          <p:cNvPr id="9" name="body:Example format"/>
          <p:cNvSpPr txBox="1"/>
          <p:nvPr/>
        </p:nvSpPr>
        <p:spPr>
          <a:xfrm>
            <a:off x="1417320" y="1975104"/>
            <a:ext cx="4114800" cy="484632"/>
          </a:xfrm>
          <a:prstGeom prst="rect">
            <a:avLst/>
          </a:prstGeom>
          <a:noFill/>
        </p:spPr>
        <p:txBody>
          <a:bodyPr wrap="none" lIns="0" tIns="0" rIns="0" bIns="0" anchor="t">
            <a:spAutoFit/>
          </a:bodyPr>
          <a:lstStyle/>
          <a:p>
            <a:pPr>
              <a:lnSpc>
                <a:spcPct val="114000"/>
              </a:lnSpc>
              <a:spcBef>
                <a:spcPts val="0"/>
              </a:spcBef>
              <a:spcAft>
                <a:spcPts val="0"/>
              </a:spcAft>
              <a:buNone/>
              <a:defRPr sz="2600" b="1">
                <a:solidFill>
                  <a:srgbClr val="1D343E"/>
                </a:solidFill>
                <a:latin typeface="Meiryo"/>
                <a:ea typeface="Meiryo"/>
                <a:cs typeface="Meiryo"/>
              </a:defRPr>
            </a:pPr>
            <a:r>
              <a:rPr sz="2600" b="1">
                <a:solidFill>
                  <a:srgbClr val="1D343E"/>
                </a:solidFill>
                <a:latin typeface="Meiryo"/>
                <a:ea typeface="Meiryo"/>
                <a:cs typeface="Meiryo"/>
              </a:rPr>
              <a:t>Example format</a:t>
            </a:r>
          </a:p>
        </p:txBody>
      </p:sp>
      <p:sp>
        <p:nvSpPr>
          <p:cNvPr id="10" name="body:2026GT0001"/>
          <p:cNvSpPr txBox="1"/>
          <p:nvPr/>
        </p:nvSpPr>
        <p:spPr>
          <a:xfrm>
            <a:off x="868680" y="2770632"/>
            <a:ext cx="4782312" cy="694944"/>
          </a:xfrm>
          <a:prstGeom prst="rect">
            <a:avLst/>
          </a:prstGeom>
          <a:noFill/>
        </p:spPr>
        <p:txBody>
          <a:bodyPr wrap="none" lIns="0" rIns="0" tIns="0" bIns="0" anchor="t">
            <a:spAutoFit/>
          </a:bodyPr>
          <a:lstStyle/>
          <a:p>
            <a:pPr>
              <a:lnSpc>
                <a:spcPct val="114000"/>
              </a:lnSpc>
              <a:spcBef>
                <a:spcPts val="0"/>
              </a:spcBef>
              <a:spcAft>
                <a:spcPts val="0"/>
              </a:spcAft>
              <a:defRPr sz="3900" b="1">
                <a:solidFill>
                  <a:srgbClr val="1D343E"/>
                </a:solidFill>
                <a:latin typeface="Meiryo"/>
              </a:defRPr>
            </a:pPr>
            <a:r>
              <a:rPr sz="3900" b="1">
                <a:solidFill>
                  <a:srgbClr val="1D343E"/>
                </a:solidFill>
                <a:latin typeface="Meiryo"/>
                <a:ea typeface="Meiryo"/>
                <a:cs typeface="Meiryo"/>
              </a:rPr>
              <a:t>2026GT0001</a:t>
            </a:r>
          </a:p>
        </p:txBody>
      </p:sp>
      <p:sp>
        <p:nvSpPr>
          <p:cNvPr id="11" name="body:This example has 10 ASCII characters.&#10;Use the full student ID format&#10;required by your university."/>
          <p:cNvSpPr txBox="1"/>
          <p:nvPr/>
        </p:nvSpPr>
        <p:spPr>
          <a:xfrm>
            <a:off x="896112" y="3822191"/>
            <a:ext cx="4718304" cy="1335024"/>
          </a:xfrm>
          <a:prstGeom prst="rect">
            <a:avLst/>
          </a:prstGeom>
          <a:noFill/>
        </p:spPr>
        <p:txBody>
          <a:bodyPr wrap="none" lIns="0" tIns="0" rIns="0" bIns="0" anchor="t">
            <a:noAutofit/>
          </a:bodyPr>
          <a:lstStyle/>
          <a:p>
            <a:pPr>
              <a:lnSpc>
                <a:spcPct val="114000"/>
              </a:lnSpc>
              <a:spcBef>
                <a:spcPts val="0"/>
              </a:spcBef>
              <a:spcAft>
                <a:spcPts val="0"/>
              </a:spcAft>
              <a:buNone/>
              <a:defRPr sz="1788" b="0">
                <a:solidFill>
                  <a:srgbClr val="1D343E"/>
                </a:solidFill>
                <a:latin typeface="Meiryo"/>
                <a:ea typeface="Meiryo"/>
                <a:cs typeface="Meiryo"/>
              </a:defRPr>
            </a:pPr>
            <a:r>
              <a:rPr sz="1788" b="0">
                <a:solidFill>
                  <a:srgbClr val="1D343E"/>
                </a:solidFill>
                <a:latin typeface="Meiryo"/>
                <a:ea typeface="Meiryo"/>
                <a:cs typeface="Meiryo"/>
              </a:rPr>
              <a:t>This example has 10 ASCII characters.</a:t>
            </a:r>
          </a:p>
          <a:p>
            <a:pPr>
              <a:lnSpc>
                <a:spcPct val="114000"/>
              </a:lnSpc>
              <a:spcBef>
                <a:spcPts val="0"/>
              </a:spcBef>
              <a:spcAft>
                <a:spcPts val="0"/>
              </a:spcAft>
              <a:buNone/>
              <a:defRPr sz="1788" b="0">
                <a:solidFill>
                  <a:srgbClr val="1D343E"/>
                </a:solidFill>
                <a:latin typeface="Meiryo"/>
                <a:ea typeface="Meiryo"/>
                <a:cs typeface="Meiryo"/>
              </a:defRPr>
            </a:pPr>
            <a:r>
              <a:rPr sz="1788" b="0">
                <a:solidFill>
                  <a:srgbClr val="1D343E"/>
                </a:solidFill>
                <a:latin typeface="Meiryo"/>
                <a:ea typeface="Meiryo"/>
                <a:cs typeface="Meiryo"/>
              </a:rPr>
              <a:t>Use the full student ID format</a:t>
            </a:r>
          </a:p>
          <a:p>
            <a:pPr>
              <a:lnSpc>
                <a:spcPct val="114000"/>
              </a:lnSpc>
              <a:spcBef>
                <a:spcPts val="0"/>
              </a:spcBef>
              <a:spcAft>
                <a:spcPts val="0"/>
              </a:spcAft>
              <a:buNone/>
              <a:defRPr sz="1788" b="0">
                <a:solidFill>
                  <a:srgbClr val="1D343E"/>
                </a:solidFill>
                <a:latin typeface="Meiryo"/>
                <a:ea typeface="Meiryo"/>
                <a:cs typeface="Meiryo"/>
              </a:defRPr>
            </a:pPr>
            <a:r>
              <a:rPr sz="1788" b="0">
                <a:solidFill>
                  <a:srgbClr val="1D343E"/>
                </a:solidFill>
                <a:latin typeface="Meiryo"/>
                <a:ea typeface="Meiryo"/>
                <a:cs typeface="Meiryo"/>
              </a:rPr>
              <a:t>required by your university.</a:t>
            </a:r>
          </a:p>
        </p:txBody>
      </p:sp>
      <p:sp>
        <p:nvSpPr>
          <p:cNvPr id="12" name="Rectangle 11"/>
          <p:cNvSpPr/>
          <p:nvPr/>
        </p:nvSpPr>
        <p:spPr>
          <a:xfrm>
            <a:off x="6217920" y="1691640"/>
            <a:ext cx="5367528" cy="3611880"/>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ody:Errors in this example format"/>
          <p:cNvSpPr txBox="1"/>
          <p:nvPr/>
        </p:nvSpPr>
        <p:spPr>
          <a:xfrm>
            <a:off x="6492240" y="1975104"/>
            <a:ext cx="4764024" cy="457200"/>
          </a:xfrm>
          <a:prstGeom prst="rect">
            <a:avLst/>
          </a:prstGeom>
          <a:noFill/>
        </p:spPr>
        <p:txBody>
          <a:bodyPr wrap="none" lIns="0" tIns="0" rIns="0" bIns="0" anchor="t">
            <a:spAutoFit/>
          </a:bodyPr>
          <a:lstStyle/>
          <a:p>
            <a:pPr>
              <a:lnSpc>
                <a:spcPct val="114000"/>
              </a:lnSpc>
              <a:spcBef>
                <a:spcPts val="0"/>
              </a:spcBef>
              <a:spcAft>
                <a:spcPts val="0"/>
              </a:spcAft>
              <a:buNone/>
              <a:defRPr sz="2225" b="1">
                <a:solidFill>
                  <a:srgbClr val="1D343E"/>
                </a:solidFill>
                <a:latin typeface="Meiryo"/>
                <a:ea typeface="Meiryo"/>
                <a:cs typeface="Meiryo"/>
              </a:defRPr>
            </a:pPr>
            <a:r>
              <a:rPr sz="2225" b="1">
                <a:solidFill>
                  <a:srgbClr val="1D343E"/>
                </a:solidFill>
                <a:latin typeface="Meiryo"/>
                <a:ea typeface="Meiryo"/>
                <a:cs typeface="Meiryo"/>
              </a:rPr>
              <a:t>Errors in this example format</a:t>
            </a:r>
          </a:p>
        </p:txBody>
      </p:sp>
      <p:sp>
        <p:nvSpPr>
          <p:cNvPr id="14" name="body:26GT0001"/>
          <p:cNvSpPr txBox="1"/>
          <p:nvPr/>
        </p:nvSpPr>
        <p:spPr>
          <a:xfrm>
            <a:off x="6510528" y="2816352"/>
            <a:ext cx="4718304" cy="438912"/>
          </a:xfrm>
          <a:prstGeom prst="rect">
            <a:avLst/>
          </a:prstGeom>
          <a:noFill/>
        </p:spPr>
        <p:txBody>
          <a:bodyPr wrap="none" lIns="0" rIns="0" tIns="0" bIns="0" anchor="t">
            <a:spAutoFit/>
          </a:bodyPr>
          <a:lstStyle/>
          <a:p>
            <a:pPr>
              <a:lnSpc>
                <a:spcPct val="114000"/>
              </a:lnSpc>
              <a:spcBef>
                <a:spcPts val="0"/>
              </a:spcBef>
              <a:spcAft>
                <a:spcPts val="0"/>
              </a:spcAft>
              <a:defRPr sz="2400" b="0">
                <a:solidFill>
                  <a:srgbClr val="AB3C32"/>
                </a:solidFill>
                <a:latin typeface="Meiryo"/>
              </a:defRPr>
            </a:pPr>
            <a:r>
              <a:rPr sz="2400" b="0">
                <a:solidFill>
                  <a:srgbClr val="AB3C32"/>
                </a:solidFill>
                <a:latin typeface="Meiryo"/>
                <a:ea typeface="Meiryo"/>
                <a:cs typeface="Meiryo"/>
              </a:rPr>
              <a:t>26GT0001</a:t>
            </a:r>
          </a:p>
        </p:txBody>
      </p:sp>
      <p:sp>
        <p:nvSpPr>
          <p:cNvPr id="15" name="caption:Year shortened"/>
          <p:cNvSpPr txBox="1"/>
          <p:nvPr/>
        </p:nvSpPr>
        <p:spPr>
          <a:xfrm>
            <a:off x="6510528" y="3218688"/>
            <a:ext cx="4718304" cy="342900"/>
          </a:xfrm>
          <a:prstGeom prst="rect">
            <a:avLst/>
          </a:prstGeom>
          <a:noFill/>
        </p:spPr>
        <p:txBody>
          <a:bodyPr wrap="none" lIns="0" rIns="0" t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Year shortened</a:t>
            </a:r>
          </a:p>
        </p:txBody>
      </p:sp>
      <p:sp>
        <p:nvSpPr>
          <p:cNvPr id="16" name="body:2026gt0001"/>
          <p:cNvSpPr txBox="1"/>
          <p:nvPr/>
        </p:nvSpPr>
        <p:spPr>
          <a:xfrm>
            <a:off x="6510528" y="3602736"/>
            <a:ext cx="4718304" cy="438912"/>
          </a:xfrm>
          <a:prstGeom prst="rect">
            <a:avLst/>
          </a:prstGeom>
          <a:noFill/>
        </p:spPr>
        <p:txBody>
          <a:bodyPr wrap="none" lIns="0" rIns="0" tIns="0" bIns="0" anchor="t">
            <a:spAutoFit/>
          </a:bodyPr>
          <a:lstStyle/>
          <a:p>
            <a:pPr>
              <a:lnSpc>
                <a:spcPct val="114000"/>
              </a:lnSpc>
              <a:spcBef>
                <a:spcPts val="0"/>
              </a:spcBef>
              <a:spcAft>
                <a:spcPts val="0"/>
              </a:spcAft>
              <a:defRPr sz="2400" b="0">
                <a:solidFill>
                  <a:srgbClr val="AB3C32"/>
                </a:solidFill>
                <a:latin typeface="Meiryo"/>
              </a:defRPr>
            </a:pPr>
            <a:r>
              <a:rPr sz="2400" b="0">
                <a:solidFill>
                  <a:srgbClr val="AB3C32"/>
                </a:solidFill>
                <a:latin typeface="Meiryo"/>
                <a:ea typeface="Meiryo"/>
                <a:cs typeface="Meiryo"/>
              </a:rPr>
              <a:t>2026gt0001</a:t>
            </a:r>
          </a:p>
        </p:txBody>
      </p:sp>
      <p:sp>
        <p:nvSpPr>
          <p:cNvPr id="17" name="caption:Lowercase letters"/>
          <p:cNvSpPr txBox="1"/>
          <p:nvPr/>
        </p:nvSpPr>
        <p:spPr>
          <a:xfrm>
            <a:off x="6510528" y="4005072"/>
            <a:ext cx="4718304" cy="342900"/>
          </a:xfrm>
          <a:prstGeom prst="rect">
            <a:avLst/>
          </a:prstGeom>
          <a:noFill/>
        </p:spPr>
        <p:txBody>
          <a:bodyPr wrap="none" lIns="0" rIns="0" t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Lowercase letters</a:t>
            </a:r>
          </a:p>
        </p:txBody>
      </p:sp>
      <p:sp>
        <p:nvSpPr>
          <p:cNvPr id="18" name="body:２０２６ＧＴ０００１"/>
          <p:cNvSpPr txBox="1"/>
          <p:nvPr/>
        </p:nvSpPr>
        <p:spPr>
          <a:xfrm>
            <a:off x="6510528" y="4389120"/>
            <a:ext cx="4718304" cy="438912"/>
          </a:xfrm>
          <a:prstGeom prst="rect">
            <a:avLst/>
          </a:prstGeom>
          <a:noFill/>
        </p:spPr>
        <p:txBody>
          <a:bodyPr wrap="none" lIns="0" rIns="0" tIns="0" bIns="0" anchor="t">
            <a:spAutoFit/>
          </a:bodyPr>
          <a:lstStyle/>
          <a:p>
            <a:pPr>
              <a:lnSpc>
                <a:spcPct val="114000"/>
              </a:lnSpc>
              <a:spcBef>
                <a:spcPts val="0"/>
              </a:spcBef>
              <a:spcAft>
                <a:spcPts val="0"/>
              </a:spcAft>
              <a:defRPr sz="2400" b="0">
                <a:solidFill>
                  <a:srgbClr val="AB3C32"/>
                </a:solidFill>
                <a:latin typeface="Meiryo"/>
              </a:defRPr>
            </a:pPr>
            <a:r>
              <a:rPr sz="2400" b="0">
                <a:solidFill>
                  <a:srgbClr val="AB3C32"/>
                </a:solidFill>
                <a:latin typeface="Meiryo"/>
                <a:ea typeface="Meiryo"/>
                <a:cs typeface="Meiryo"/>
              </a:rPr>
              <a:t>２０２６ＧＴ０００１</a:t>
            </a:r>
          </a:p>
        </p:txBody>
      </p:sp>
      <p:sp>
        <p:nvSpPr>
          <p:cNvPr id="19" name="caption:Full-width characters"/>
          <p:cNvSpPr txBox="1"/>
          <p:nvPr/>
        </p:nvSpPr>
        <p:spPr>
          <a:xfrm>
            <a:off x="6510528" y="4791456"/>
            <a:ext cx="4718304" cy="342900"/>
          </a:xfrm>
          <a:prstGeom prst="rect">
            <a:avLst/>
          </a:prstGeom>
          <a:noFill/>
        </p:spPr>
        <p:txBody>
          <a:bodyPr wrap="none" lIns="0" rIns="0" t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Full-width characters</a:t>
            </a:r>
          </a:p>
        </p:txBody>
      </p:sp>
      <p:sp>
        <p:nvSpPr>
          <p:cNvPr id="20" name="Rectangle 19"/>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ircle-check_007F80.png"/>
          <p:cNvPicPr>
            <a:picLocks noChangeAspect="1"/>
          </p:cNvPicPr>
          <p:nvPr/>
        </p:nvPicPr>
        <p:blipFill>
          <a:blip r:embed="rId4"/>
          <a:stretch>
            <a:fillRect/>
          </a:stretch>
        </p:blipFill>
        <p:spPr>
          <a:xfrm>
            <a:off x="749808" y="5751576"/>
            <a:ext cx="283464" cy="283464"/>
          </a:xfrm>
          <a:prstGeom prst="rect">
            <a:avLst/>
          </a:prstGeom>
        </p:spPr>
      </p:pic>
      <p:sp>
        <p:nvSpPr>
          <p:cNvPr id="22" name="result:Enter your student ID in the course form. Keep it out of your public GitHub profile."/>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buNone/>
              <a:defRPr sz="1863" b="0">
                <a:solidFill>
                  <a:srgbClr val="1D343E"/>
                </a:solidFill>
                <a:latin typeface="Meiryo"/>
                <a:ea typeface="Meiryo"/>
                <a:cs typeface="Meiryo"/>
              </a:defRPr>
            </a:pPr>
            <a:r>
              <a:rPr sz="1863" b="0">
                <a:solidFill>
                  <a:srgbClr val="1D343E"/>
                </a:solidFill>
                <a:latin typeface="Meiryo"/>
                <a:ea typeface="Meiryo"/>
                <a:cs typeface="Meiryo"/>
              </a:rPr>
              <a:t>Enter your student ID in the course form. Keep it out of your public GitHub profile.</a:t>
            </a:r>
          </a:p>
        </p:txBody>
      </p:sp>
      <p:sp>
        <p:nvSpPr>
          <p:cNvPr id="23" name="tag:Setup checklist">
            <a:hlinkClick action="ppaction://hlinksldjump" r:id="rId5"/>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buNone/>
              <a:defRPr sz="1575" b="0">
                <a:solidFill>
                  <a:srgbClr val="007F80"/>
                </a:solidFill>
                <a:latin typeface="Meiryo"/>
                <a:ea typeface="Meiryo"/>
                <a:cs typeface="Meiryo"/>
              </a:defRPr>
            </a:pPr>
            <a:r>
              <a:rPr sz="1575" b="0">
                <a:solidFill>
                  <a:srgbClr val="007F80"/>
                </a:solidFill>
                <a:latin typeface="Meiryo"/>
                <a:ea typeface="Meiryo"/>
                <a:cs typeface="Meiryo"/>
              </a:rPr>
              <a:t>Setup checklist</a:t>
            </a:r>
          </a:p>
        </p:txBody>
      </p:sp>
      <p:sp>
        <p:nvSpPr>
          <p:cNvPr id="24" name="footer:AI and Data Literacy    Initial setup"/>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 and Data Literacy    Initial setup</a:t>
            </a:r>
          </a:p>
        </p:txBody>
      </p:sp>
      <p:sp>
        <p:nvSpPr>
          <p:cNvPr id="25" name="footer:29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29 / 37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5 / 5    Initial registration"/>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buNone/>
              <a:defRPr sz="1800" b="1">
                <a:solidFill>
                  <a:srgbClr val="007F80"/>
                </a:solidFill>
                <a:latin typeface="Meiryo"/>
                <a:ea typeface="Meiryo"/>
                <a:cs typeface="Meiryo"/>
              </a:defRPr>
            </a:pPr>
            <a:r>
              <a:rPr sz="1800" b="1">
                <a:solidFill>
                  <a:srgbClr val="007F80"/>
                </a:solidFill>
                <a:latin typeface="Meiryo"/>
                <a:ea typeface="Meiryo"/>
                <a:cs typeface="Meiryo"/>
              </a:rPr>
              <a:t>5 / 5    Initial registration</a:t>
            </a:r>
          </a:p>
        </p:txBody>
      </p:sp>
      <p:sp>
        <p:nvSpPr>
          <p:cNvPr id="4" name="title:Connecting your details and GitHub"/>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buNone/>
              <a:defRPr sz="3400" b="1">
                <a:solidFill>
                  <a:srgbClr val="1D343E"/>
                </a:solidFill>
                <a:latin typeface="Meiryo"/>
                <a:ea typeface="Meiryo"/>
                <a:cs typeface="Meiryo"/>
              </a:defRPr>
            </a:pPr>
            <a:r>
              <a:rPr sz="3400" b="1">
                <a:solidFill>
                  <a:srgbClr val="1D343E"/>
                </a:solidFill>
                <a:latin typeface="Meiryo"/>
                <a:ea typeface="Meiryo"/>
                <a:cs typeface="Meiryo"/>
              </a:rPr>
              <a:t>Connecting your details and GitHub</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le-text_007F80.png"/>
          <p:cNvPicPr>
            <a:picLocks noChangeAspect="1"/>
          </p:cNvPicPr>
          <p:nvPr/>
        </p:nvPicPr>
        <p:blipFill>
          <a:blip r:embed="rId2"/>
          <a:stretch>
            <a:fillRect/>
          </a:stretch>
        </p:blipFill>
        <p:spPr>
          <a:xfrm>
            <a:off x="11064240" y="740664"/>
            <a:ext cx="420624" cy="420624"/>
          </a:xfrm>
          <a:prstGeom prst="rect">
            <a:avLst/>
          </a:prstGeom>
        </p:spPr>
      </p:pic>
      <p:sp>
        <p:nvSpPr>
          <p:cNvPr id="7" name="Oval 6"/>
          <p:cNvSpPr/>
          <p:nvPr/>
        </p:nvSpPr>
        <p:spPr>
          <a:xfrm>
            <a:off x="749808" y="1691640"/>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number:1"/>
          <p:cNvSpPr txBox="1"/>
          <p:nvPr/>
        </p:nvSpPr>
        <p:spPr>
          <a:xfrm>
            <a:off x="749808" y="1714500"/>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9" name="body:Open initial registration from your course page."/>
          <p:cNvSpPr txBox="1"/>
          <p:nvPr/>
        </p:nvSpPr>
        <p:spPr>
          <a:xfrm>
            <a:off x="1325880" y="1682496"/>
            <a:ext cx="9893807" cy="459485"/>
          </a:xfrm>
          <a:prstGeom prst="rect">
            <a:avLst/>
          </a:prstGeom>
          <a:noFill/>
        </p:spPr>
        <p:txBody>
          <a:bodyPr wrap="none" lIns="0" tIns="0" rIns="0" bIns="0" anchor="t">
            <a:noAutofit/>
          </a:bodyPr>
          <a:lstStyle/>
          <a:p>
            <a:pPr>
              <a:lnSpc>
                <a:spcPct val="114000"/>
              </a:lnSpc>
              <a:spcBef>
                <a:spcPts val="0"/>
              </a:spcBef>
              <a:spcAft>
                <a:spcPts val="0"/>
              </a:spcAft>
              <a:buNone/>
              <a:defRPr sz="2700" b="1">
                <a:solidFill>
                  <a:srgbClr val="1D343E"/>
                </a:solidFill>
                <a:latin typeface="Meiryo"/>
                <a:ea typeface="Meiryo"/>
                <a:cs typeface="Meiryo"/>
              </a:defRPr>
            </a:pPr>
            <a:r>
              <a:rPr sz="2700" b="1">
                <a:solidFill>
                  <a:srgbClr val="1D343E"/>
                </a:solidFill>
                <a:latin typeface="Meiryo"/>
                <a:ea typeface="Meiryo"/>
                <a:cs typeface="Meiryo"/>
              </a:rPr>
              <a:t>Open initial registration from your course page.</a:t>
            </a:r>
          </a:p>
        </p:txBody>
      </p:sp>
      <p:sp>
        <p:nvSpPr>
          <p:cNvPr id="10" name="body:Check the signed-in account and the email shown in the form."/>
          <p:cNvSpPr txBox="1"/>
          <p:nvPr/>
        </p:nvSpPr>
        <p:spPr>
          <a:xfrm>
            <a:off x="1325880" y="2205990"/>
            <a:ext cx="9893807" cy="399542"/>
          </a:xfrm>
          <a:prstGeom prst="rect">
            <a:avLst/>
          </a:prstGeom>
          <a:noFill/>
        </p:spPr>
        <p:txBody>
          <a:bodyPr wrap="none" lIns="0" tIns="0" rIns="0" bIns="0" anchor="t">
            <a:noAutofit/>
          </a:bodyPr>
          <a:lstStyle/>
          <a:p>
            <a:pPr>
              <a:lnSpc>
                <a:spcPct val="114000"/>
              </a:lnSpc>
              <a:spcBef>
                <a:spcPts val="0"/>
              </a:spcBef>
              <a:spcAft>
                <a:spcPts val="0"/>
              </a:spcAft>
              <a:buNone/>
              <a:defRPr sz="2300" b="0">
                <a:solidFill>
                  <a:srgbClr val="53656D"/>
                </a:solidFill>
                <a:latin typeface="Meiryo"/>
                <a:ea typeface="Meiryo"/>
                <a:cs typeface="Meiryo"/>
              </a:defRPr>
            </a:pPr>
            <a:r>
              <a:rPr sz="2300" b="0">
                <a:solidFill>
                  <a:srgbClr val="53656D"/>
                </a:solidFill>
                <a:latin typeface="Meiryo"/>
                <a:ea typeface="Meiryo"/>
                <a:cs typeface="Meiryo"/>
              </a:rPr>
              <a:t>Check the signed-in account and the email shown in the form.</a:t>
            </a:r>
          </a:p>
        </p:txBody>
      </p:sp>
      <p:sp>
        <p:nvSpPr>
          <p:cNvPr id="11" name="Oval 10"/>
          <p:cNvSpPr/>
          <p:nvPr/>
        </p:nvSpPr>
        <p:spPr>
          <a:xfrm>
            <a:off x="749808" y="2916427"/>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number:2"/>
          <p:cNvSpPr txBox="1"/>
          <p:nvPr/>
        </p:nvSpPr>
        <p:spPr>
          <a:xfrm>
            <a:off x="749808" y="2939287"/>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13" name="body:Enter your student ID, username and repository URL."/>
          <p:cNvSpPr txBox="1"/>
          <p:nvPr/>
        </p:nvSpPr>
        <p:spPr>
          <a:xfrm>
            <a:off x="1325880" y="2907283"/>
            <a:ext cx="9893807" cy="459485"/>
          </a:xfrm>
          <a:prstGeom prst="rect">
            <a:avLst/>
          </a:prstGeom>
          <a:noFill/>
        </p:spPr>
        <p:txBody>
          <a:bodyPr wrap="none" lIns="0" rIns="0" tIns="0" bIns="0" anchor="t">
            <a:spAutoFit/>
          </a:bodyPr>
          <a:lstStyle/>
          <a:p>
            <a:pPr>
              <a:lnSpc>
                <a:spcPct val="114000"/>
              </a:lnSpc>
              <a:spcBef>
                <a:spcPts val="0"/>
              </a:spcBef>
              <a:spcAft>
                <a:spcPts val="0"/>
              </a:spcAft>
              <a:buNone/>
              <a:defRPr sz="2550" b="1">
                <a:solidFill>
                  <a:srgbClr val="1D343E"/>
                </a:solidFill>
                <a:latin typeface="Meiryo"/>
                <a:ea typeface="Meiryo"/>
                <a:cs typeface="Meiryo"/>
              </a:defRPr>
            </a:pPr>
            <a:r>
              <a:rPr sz="2550" b="1">
                <a:solidFill>
                  <a:srgbClr val="1D343E"/>
                </a:solidFill>
                <a:latin typeface="Meiryo"/>
                <a:ea typeface="Meiryo"/>
                <a:cs typeface="Meiryo"/>
              </a:rPr>
              <a:t>Enter your student ID, username and repository URL.</a:t>
            </a:r>
          </a:p>
        </p:txBody>
      </p:sp>
      <p:sp>
        <p:nvSpPr>
          <p:cNvPr id="14" name="body:Complete any other required fields as the form instructs."/>
          <p:cNvSpPr txBox="1"/>
          <p:nvPr/>
        </p:nvSpPr>
        <p:spPr>
          <a:xfrm>
            <a:off x="1325880" y="3430777"/>
            <a:ext cx="9893807" cy="399542"/>
          </a:xfrm>
          <a:prstGeom prst="rect">
            <a:avLst/>
          </a:prstGeom>
          <a:noFill/>
        </p:spPr>
        <p:txBody>
          <a:bodyPr wrap="none" lIns="0" rIns="0" tIns="0" bIns="0" anchor="t">
            <a:spAutoFit/>
          </a:bodyPr>
          <a:lstStyle/>
          <a:p>
            <a:pPr>
              <a:lnSpc>
                <a:spcPct val="114000"/>
              </a:lnSpc>
              <a:spcBef>
                <a:spcPts val="0"/>
              </a:spcBef>
              <a:spcAft>
                <a:spcPts val="0"/>
              </a:spcAft>
              <a:buNone/>
              <a:defRPr sz="2300" b="0">
                <a:solidFill>
                  <a:srgbClr val="53656D"/>
                </a:solidFill>
                <a:latin typeface="Meiryo"/>
                <a:ea typeface="Meiryo"/>
                <a:cs typeface="Meiryo"/>
              </a:defRPr>
            </a:pPr>
            <a:r>
              <a:rPr sz="2300" b="0">
                <a:solidFill>
                  <a:srgbClr val="53656D"/>
                </a:solidFill>
                <a:latin typeface="Meiryo"/>
                <a:ea typeface="Meiryo"/>
                <a:cs typeface="Meiryo"/>
              </a:rPr>
              <a:t>Complete any other required fields as the form instructs.</a:t>
            </a:r>
          </a:p>
        </p:txBody>
      </p:sp>
      <p:sp>
        <p:nvSpPr>
          <p:cNvPr id="15" name="Oval 14"/>
          <p:cNvSpPr/>
          <p:nvPr/>
        </p:nvSpPr>
        <p:spPr>
          <a:xfrm>
            <a:off x="749808" y="4141215"/>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number:3"/>
          <p:cNvSpPr txBox="1"/>
          <p:nvPr/>
        </p:nvSpPr>
        <p:spPr>
          <a:xfrm>
            <a:off x="749808" y="4164075"/>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3</a:t>
            </a:r>
          </a:p>
        </p:txBody>
      </p:sp>
      <p:sp>
        <p:nvSpPr>
          <p:cNvPr id="17" name="body:Submit and check the confirmation screen."/>
          <p:cNvSpPr txBox="1"/>
          <p:nvPr/>
        </p:nvSpPr>
        <p:spPr>
          <a:xfrm>
            <a:off x="1325880" y="4132071"/>
            <a:ext cx="9893807" cy="459485"/>
          </a:xfrm>
          <a:prstGeom prst="rect">
            <a:avLst/>
          </a:prstGeom>
          <a:noFill/>
        </p:spPr>
        <p:txBody>
          <a:bodyPr wrap="none" lIns="0" rIns="0" tIns="0" bIns="0" anchor="t">
            <a:spAutoFit/>
          </a:bodyPr>
          <a:lstStyle/>
          <a:p>
            <a:pPr>
              <a:lnSpc>
                <a:spcPct val="114000"/>
              </a:lnSpc>
              <a:spcBef>
                <a:spcPts val="0"/>
              </a:spcBef>
              <a:spcAft>
                <a:spcPts val="0"/>
              </a:spcAft>
              <a:buNone/>
              <a:defRPr sz="2700" b="1">
                <a:solidFill>
                  <a:srgbClr val="1D343E"/>
                </a:solidFill>
                <a:latin typeface="Meiryo"/>
                <a:ea typeface="Meiryo"/>
                <a:cs typeface="Meiryo"/>
              </a:defRPr>
            </a:pPr>
            <a:r>
              <a:rPr sz="2700" b="1">
                <a:solidFill>
                  <a:srgbClr val="1D343E"/>
                </a:solidFill>
                <a:latin typeface="Meiryo"/>
                <a:ea typeface="Meiryo"/>
                <a:cs typeface="Meiryo"/>
              </a:rPr>
              <a:t>Submit and check the confirmation screen.</a:t>
            </a:r>
          </a:p>
        </p:txBody>
      </p:sp>
      <p:sp>
        <p:nvSpPr>
          <p:cNvPr id="18" name="body:The confirmation screen shows it was received. Keep your repository URL for later."/>
          <p:cNvSpPr txBox="1"/>
          <p:nvPr/>
        </p:nvSpPr>
        <p:spPr>
          <a:xfrm>
            <a:off x="1325880" y="4655565"/>
            <a:ext cx="9893807" cy="399542"/>
          </a:xfrm>
          <a:prstGeom prst="rect">
            <a:avLst/>
          </a:prstGeom>
          <a:noFill/>
        </p:spPr>
        <p:txBody>
          <a:bodyPr wrap="none" lIns="0" tIns="0" rIns="0" bIns="0" anchor="t">
            <a:noAutofit/>
          </a:bodyPr>
          <a:lstStyle/>
          <a:p>
            <a:pPr>
              <a:lnSpc>
                <a:spcPct val="114000"/>
              </a:lnSpc>
              <a:spcBef>
                <a:spcPts val="0"/>
              </a:spcBef>
              <a:spcAft>
                <a:spcPts val="0"/>
              </a:spcAft>
              <a:buNone/>
              <a:defRPr sz="1775" b="0">
                <a:solidFill>
                  <a:srgbClr val="53656D"/>
                </a:solidFill>
                <a:latin typeface="Meiryo"/>
                <a:ea typeface="Meiryo"/>
                <a:cs typeface="Meiryo"/>
              </a:defRPr>
            </a:pPr>
            <a:r>
              <a:rPr sz="1775" b="0">
                <a:solidFill>
                  <a:srgbClr val="53656D"/>
                </a:solidFill>
                <a:latin typeface="Meiryo"/>
                <a:ea typeface="Meiryo"/>
                <a:cs typeface="Meiryo"/>
              </a:rPr>
              <a:t>The confirmation screen shows it was received. Keep your repository URL for later.</a:t>
            </a:r>
          </a:p>
        </p:txBody>
      </p:sp>
      <p:sp>
        <p:nvSpPr>
          <p:cNvPr id="19" name="Rectangle 18"/>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ircle-check_007F80.png"/>
          <p:cNvPicPr>
            <a:picLocks noChangeAspect="1"/>
          </p:cNvPicPr>
          <p:nvPr/>
        </p:nvPicPr>
        <p:blipFill>
          <a:blip r:embed="rId4"/>
          <a:stretch>
            <a:fillRect/>
          </a:stretch>
        </p:blipFill>
        <p:spPr>
          <a:xfrm>
            <a:off x="749808" y="5751576"/>
            <a:ext cx="283464" cy="283464"/>
          </a:xfrm>
          <a:prstGeom prst="rect">
            <a:avLst/>
          </a:prstGeom>
        </p:spPr>
      </p:pic>
      <p:sp>
        <p:nvSpPr>
          <p:cNvPr id="21" name="result:Initial registration uses your repository URL. Full AI conversations are unnecessary."/>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buNone/>
              <a:defRPr sz="1788" b="0">
                <a:solidFill>
                  <a:srgbClr val="1D343E"/>
                </a:solidFill>
                <a:latin typeface="Meiryo"/>
                <a:ea typeface="Meiryo"/>
                <a:cs typeface="Meiryo"/>
              </a:defRPr>
            </a:pPr>
            <a:r>
              <a:rPr sz="1788" b="0">
                <a:solidFill>
                  <a:srgbClr val="1D343E"/>
                </a:solidFill>
                <a:latin typeface="Meiryo"/>
                <a:ea typeface="Meiryo"/>
                <a:cs typeface="Meiryo"/>
              </a:rPr>
              <a:t>Initial registration uses your repository URL. Full AI conversations are unnecessary.</a:t>
            </a:r>
          </a:p>
        </p:txBody>
      </p:sp>
      <p:sp>
        <p:nvSpPr>
          <p:cNvPr id="22" name="tag:Setup checklist">
            <a:hlinkClick action="ppaction://hlinksldjump" r:id="rId5"/>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buNone/>
              <a:defRPr sz="1575" b="0">
                <a:solidFill>
                  <a:srgbClr val="007F80"/>
                </a:solidFill>
                <a:latin typeface="Meiryo"/>
                <a:ea typeface="Meiryo"/>
                <a:cs typeface="Meiryo"/>
              </a:defRPr>
            </a:pPr>
            <a:r>
              <a:rPr sz="1575" b="0">
                <a:solidFill>
                  <a:srgbClr val="007F80"/>
                </a:solidFill>
                <a:latin typeface="Meiryo"/>
                <a:ea typeface="Meiryo"/>
                <a:cs typeface="Meiryo"/>
              </a:rPr>
              <a:t>Setup checklist</a:t>
            </a:r>
          </a:p>
        </p:txBody>
      </p:sp>
      <p:sp>
        <p:nvSpPr>
          <p:cNvPr id="23" name="footer:AI and Data Literacy    Initial setup"/>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 and Data Literacy    Initial setup</a:t>
            </a:r>
          </a:p>
        </p:txBody>
      </p:sp>
      <p:sp>
        <p:nvSpPr>
          <p:cNvPr id="24" name="footer:30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30 / 37</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5 / 5    Initial registration"/>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buNone/>
              <a:defRPr sz="1800" b="1">
                <a:solidFill>
                  <a:srgbClr val="007F80"/>
                </a:solidFill>
                <a:latin typeface="Meiryo"/>
                <a:ea typeface="Meiryo"/>
                <a:cs typeface="Meiryo"/>
              </a:defRPr>
            </a:pPr>
            <a:r>
              <a:rPr sz="1800" b="1">
                <a:solidFill>
                  <a:srgbClr val="007F80"/>
                </a:solidFill>
                <a:latin typeface="Meiryo"/>
                <a:ea typeface="Meiryo"/>
                <a:cs typeface="Meiryo"/>
              </a:rPr>
              <a:t>5 / 5    Initial registration</a:t>
            </a:r>
          </a:p>
        </p:txBody>
      </p:sp>
      <p:sp>
        <p:nvSpPr>
          <p:cNvPr id="4" name="title:Your setup and the instructor's check"/>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buNone/>
              <a:defRPr sz="3400" b="1">
                <a:solidFill>
                  <a:srgbClr val="1D343E"/>
                </a:solidFill>
                <a:latin typeface="Meiryo"/>
                <a:ea typeface="Meiryo"/>
                <a:cs typeface="Meiryo"/>
              </a:defRPr>
            </a:pPr>
            <a:r>
              <a:rPr sz="3400" b="1">
                <a:solidFill>
                  <a:srgbClr val="1D343E"/>
                </a:solidFill>
                <a:latin typeface="Meiryo"/>
                <a:ea typeface="Meiryo"/>
                <a:cs typeface="Meiryo"/>
              </a:rPr>
              <a:t>Your setup and the instructor's check</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ircle-check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700784"/>
            <a:ext cx="5358384" cy="3547872"/>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upload_007F80.png"/>
          <p:cNvPicPr>
            <a:picLocks noChangeAspect="1"/>
          </p:cNvPicPr>
          <p:nvPr/>
        </p:nvPicPr>
        <p:blipFill>
          <a:blip r:embed="rId4"/>
          <a:stretch>
            <a:fillRect/>
          </a:stretch>
        </p:blipFill>
        <p:spPr>
          <a:xfrm>
            <a:off x="841248" y="1947672"/>
            <a:ext cx="438912" cy="438912"/>
          </a:xfrm>
          <a:prstGeom prst="rect">
            <a:avLst/>
          </a:prstGeom>
        </p:spPr>
      </p:pic>
      <p:sp>
        <p:nvSpPr>
          <p:cNvPr id="9" name="body:Your part"/>
          <p:cNvSpPr txBox="1"/>
          <p:nvPr/>
        </p:nvSpPr>
        <p:spPr>
          <a:xfrm>
            <a:off x="841248" y="2642615"/>
            <a:ext cx="4864608" cy="477773"/>
          </a:xfrm>
          <a:prstGeom prst="rect">
            <a:avLst/>
          </a:prstGeom>
          <a:noFill/>
        </p:spPr>
        <p:txBody>
          <a:bodyPr wrap="none" lIns="0" rIns="0" tIns="0" bIns="0" anchor="t">
            <a:spAutoFit/>
          </a:bodyPr>
          <a:lstStyle/>
          <a:p>
            <a:pPr>
              <a:lnSpc>
                <a:spcPct val="114000"/>
              </a:lnSpc>
              <a:spcBef>
                <a:spcPts val="0"/>
              </a:spcBef>
              <a:spcAft>
                <a:spcPts val="0"/>
              </a:spcAft>
              <a:buNone/>
              <a:defRPr sz="2700" b="1">
                <a:solidFill>
                  <a:srgbClr val="1D343E"/>
                </a:solidFill>
                <a:latin typeface="Meiryo"/>
                <a:ea typeface="Meiryo"/>
                <a:cs typeface="Meiryo"/>
              </a:defRPr>
            </a:pPr>
            <a:r>
              <a:rPr sz="2700" b="1">
                <a:solidFill>
                  <a:srgbClr val="1D343E"/>
                </a:solidFill>
                <a:latin typeface="Meiryo"/>
                <a:ea typeface="Meiryo"/>
                <a:cs typeface="Meiryo"/>
              </a:rPr>
              <a:t>Your part</a:t>
            </a:r>
          </a:p>
        </p:txBody>
      </p:sp>
      <p:sp>
        <p:nvSpPr>
          <p:cNvPr id="10" name="body:Save your image and record.&#10;Invite your instructor.&#10;Submit initial registration."/>
          <p:cNvSpPr txBox="1"/>
          <p:nvPr/>
        </p:nvSpPr>
        <p:spPr>
          <a:xfrm>
            <a:off x="841248" y="3321557"/>
            <a:ext cx="4864608" cy="1152144"/>
          </a:xfrm>
          <a:prstGeom prst="rect">
            <a:avLst/>
          </a:prstGeom>
          <a:noFill/>
        </p:spPr>
        <p:txBody>
          <a:bodyPr wrap="none" lIns="0" rIns="0" tIns="0" bIns="0" anchor="t">
            <a:spAutoFit/>
          </a:bodyPr>
          <a:lstStyle/>
          <a:p>
            <a:pPr>
              <a:lnSpc>
                <a:spcPct val="114000"/>
              </a:lnSpc>
              <a:spcBef>
                <a:spcPts val="0"/>
              </a:spcBef>
              <a:spcAft>
                <a:spcPts val="0"/>
              </a:spcAft>
              <a:buNone/>
              <a:defRPr sz="2025" b="0">
                <a:solidFill>
                  <a:srgbClr val="1D343E"/>
                </a:solidFill>
                <a:latin typeface="Meiryo"/>
                <a:ea typeface="Meiryo"/>
                <a:cs typeface="Meiryo"/>
              </a:defRPr>
            </a:pPr>
            <a:r>
              <a:rPr sz="2025" b="0">
                <a:solidFill>
                  <a:srgbClr val="1D343E"/>
                </a:solidFill>
                <a:latin typeface="Meiryo"/>
                <a:ea typeface="Meiryo"/>
                <a:cs typeface="Meiryo"/>
              </a:rPr>
              <a:t>Save your image and record.</a:t>
            </a:r>
          </a:p>
          <a:p>
            <a:pPr>
              <a:lnSpc>
                <a:spcPct val="114000"/>
              </a:lnSpc>
              <a:spcBef>
                <a:spcPts val="0"/>
              </a:spcBef>
              <a:spcAft>
                <a:spcPts val="0"/>
              </a:spcAft>
              <a:buNone/>
              <a:defRPr sz="2025" b="0">
                <a:solidFill>
                  <a:srgbClr val="1D343E"/>
                </a:solidFill>
                <a:latin typeface="Meiryo"/>
                <a:ea typeface="Meiryo"/>
                <a:cs typeface="Meiryo"/>
              </a:defRPr>
            </a:pPr>
            <a:r>
              <a:rPr sz="2025" b="0">
                <a:solidFill>
                  <a:srgbClr val="1D343E"/>
                </a:solidFill>
                <a:latin typeface="Meiryo"/>
                <a:ea typeface="Meiryo"/>
                <a:cs typeface="Meiryo"/>
              </a:rPr>
              <a:t>Invite your instructor.</a:t>
            </a:r>
          </a:p>
          <a:p>
            <a:pPr>
              <a:lnSpc>
                <a:spcPct val="114000"/>
              </a:lnSpc>
              <a:spcBef>
                <a:spcPts val="0"/>
              </a:spcBef>
              <a:spcAft>
                <a:spcPts val="0"/>
              </a:spcAft>
              <a:buNone/>
              <a:defRPr sz="2025" b="0">
                <a:solidFill>
                  <a:srgbClr val="1D343E"/>
                </a:solidFill>
                <a:latin typeface="Meiryo"/>
                <a:ea typeface="Meiryo"/>
                <a:cs typeface="Meiryo"/>
              </a:defRPr>
            </a:pPr>
            <a:r>
              <a:rPr sz="2025" b="0">
                <a:solidFill>
                  <a:srgbClr val="1D343E"/>
                </a:solidFill>
                <a:latin typeface="Meiryo"/>
                <a:ea typeface="Meiryo"/>
                <a:cs typeface="Meiryo"/>
              </a:rPr>
              <a:t>Submit initial registration.</a:t>
            </a:r>
          </a:p>
        </p:txBody>
      </p:sp>
      <p:sp>
        <p:nvSpPr>
          <p:cNvPr id="11" name="Rectangle 10"/>
          <p:cNvSpPr/>
          <p:nvPr/>
        </p:nvSpPr>
        <p:spPr>
          <a:xfrm>
            <a:off x="6217920" y="1700784"/>
            <a:ext cx="5367528" cy="3547872"/>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list-checks_007F80.png"/>
          <p:cNvPicPr>
            <a:picLocks noChangeAspect="1"/>
          </p:cNvPicPr>
          <p:nvPr/>
        </p:nvPicPr>
        <p:blipFill>
          <a:blip r:embed="rId5"/>
          <a:stretch>
            <a:fillRect/>
          </a:stretch>
        </p:blipFill>
        <p:spPr>
          <a:xfrm>
            <a:off x="6464808" y="1947672"/>
            <a:ext cx="438912" cy="438912"/>
          </a:xfrm>
          <a:prstGeom prst="rect">
            <a:avLst/>
          </a:prstGeom>
        </p:spPr>
      </p:pic>
      <p:sp>
        <p:nvSpPr>
          <p:cNvPr id="13" name="body:The instructor's check"/>
          <p:cNvSpPr txBox="1"/>
          <p:nvPr/>
        </p:nvSpPr>
        <p:spPr>
          <a:xfrm>
            <a:off x="6464808" y="2642615"/>
            <a:ext cx="4873752" cy="477773"/>
          </a:xfrm>
          <a:prstGeom prst="rect">
            <a:avLst/>
          </a:prstGeom>
          <a:noFill/>
        </p:spPr>
        <p:txBody>
          <a:bodyPr wrap="none" lIns="0" rIns="0" tIns="0" bIns="0" anchor="t">
            <a:spAutoFit/>
          </a:bodyPr>
          <a:lstStyle/>
          <a:p>
            <a:pPr>
              <a:lnSpc>
                <a:spcPct val="114000"/>
              </a:lnSpc>
              <a:spcBef>
                <a:spcPts val="0"/>
              </a:spcBef>
              <a:spcAft>
                <a:spcPts val="0"/>
              </a:spcAft>
              <a:buNone/>
              <a:defRPr sz="2700" b="1">
                <a:solidFill>
                  <a:srgbClr val="1D343E"/>
                </a:solidFill>
                <a:latin typeface="Meiryo"/>
                <a:ea typeface="Meiryo"/>
                <a:cs typeface="Meiryo"/>
              </a:defRPr>
            </a:pPr>
            <a:r>
              <a:rPr sz="2700" b="1">
                <a:solidFill>
                  <a:srgbClr val="1D343E"/>
                </a:solidFill>
                <a:latin typeface="Meiryo"/>
                <a:ea typeface="Meiryo"/>
                <a:cs typeface="Meiryo"/>
              </a:rPr>
              <a:t>The instructor's check</a:t>
            </a:r>
          </a:p>
        </p:txBody>
      </p:sp>
      <p:sp>
        <p:nvSpPr>
          <p:cNvPr id="14" name="body:The instructor checks your&#10;registration and repository.&#10;Follow the course page&#10;to find your results."/>
          <p:cNvSpPr txBox="1"/>
          <p:nvPr/>
        </p:nvSpPr>
        <p:spPr>
          <a:xfrm>
            <a:off x="6464808" y="3321557"/>
            <a:ext cx="4873752" cy="1511808"/>
          </a:xfrm>
          <a:prstGeom prst="rect">
            <a:avLst/>
          </a:prstGeom>
          <a:noFill/>
        </p:spPr>
        <p:txBody>
          <a:bodyPr wrap="none" lIns="0" rIns="0" tIns="0" bIns="0" anchor="t">
            <a:spAutoFit/>
          </a:bodyPr>
          <a:lstStyle/>
          <a:p>
            <a:pPr>
              <a:lnSpc>
                <a:spcPct val="114000"/>
              </a:lnSpc>
              <a:spcBef>
                <a:spcPts val="0"/>
              </a:spcBef>
              <a:spcAft>
                <a:spcPts val="0"/>
              </a:spcAft>
              <a:buNone/>
              <a:defRPr sz="2025" b="0">
                <a:solidFill>
                  <a:srgbClr val="1D343E"/>
                </a:solidFill>
                <a:latin typeface="Meiryo"/>
                <a:ea typeface="Meiryo"/>
                <a:cs typeface="Meiryo"/>
              </a:defRPr>
            </a:pPr>
            <a:r>
              <a:rPr sz="2025" b="0">
                <a:solidFill>
                  <a:srgbClr val="1D343E"/>
                </a:solidFill>
                <a:latin typeface="Meiryo"/>
                <a:ea typeface="Meiryo"/>
                <a:cs typeface="Meiryo"/>
              </a:rPr>
              <a:t>The instructor checks your</a:t>
            </a:r>
          </a:p>
          <a:p>
            <a:pPr>
              <a:lnSpc>
                <a:spcPct val="114000"/>
              </a:lnSpc>
              <a:spcBef>
                <a:spcPts val="0"/>
              </a:spcBef>
              <a:spcAft>
                <a:spcPts val="0"/>
              </a:spcAft>
              <a:buNone/>
              <a:defRPr sz="2025" b="0">
                <a:solidFill>
                  <a:srgbClr val="1D343E"/>
                </a:solidFill>
                <a:latin typeface="Meiryo"/>
                <a:ea typeface="Meiryo"/>
                <a:cs typeface="Meiryo"/>
              </a:defRPr>
            </a:pPr>
            <a:r>
              <a:rPr sz="2025" b="0">
                <a:solidFill>
                  <a:srgbClr val="1D343E"/>
                </a:solidFill>
                <a:latin typeface="Meiryo"/>
                <a:ea typeface="Meiryo"/>
                <a:cs typeface="Meiryo"/>
              </a:rPr>
              <a:t>registration and repository.</a:t>
            </a:r>
          </a:p>
          <a:p>
            <a:pPr>
              <a:lnSpc>
                <a:spcPct val="114000"/>
              </a:lnSpc>
              <a:spcBef>
                <a:spcPts val="0"/>
              </a:spcBef>
              <a:spcAft>
                <a:spcPts val="0"/>
              </a:spcAft>
              <a:buNone/>
              <a:defRPr sz="2025" b="0">
                <a:solidFill>
                  <a:srgbClr val="1D343E"/>
                </a:solidFill>
                <a:latin typeface="Meiryo"/>
                <a:ea typeface="Meiryo"/>
                <a:cs typeface="Meiryo"/>
              </a:defRPr>
            </a:pPr>
            <a:r>
              <a:rPr sz="2025" b="0">
                <a:solidFill>
                  <a:srgbClr val="1D343E"/>
                </a:solidFill>
                <a:latin typeface="Meiryo"/>
                <a:ea typeface="Meiryo"/>
                <a:cs typeface="Meiryo"/>
              </a:rPr>
              <a:t>Follow the course page</a:t>
            </a:r>
          </a:p>
          <a:p>
            <a:pPr>
              <a:lnSpc>
                <a:spcPct val="114000"/>
              </a:lnSpc>
              <a:spcBef>
                <a:spcPts val="0"/>
              </a:spcBef>
              <a:spcAft>
                <a:spcPts val="0"/>
              </a:spcAft>
              <a:buNone/>
              <a:defRPr sz="2025" b="0">
                <a:solidFill>
                  <a:srgbClr val="1D343E"/>
                </a:solidFill>
                <a:latin typeface="Meiryo"/>
                <a:ea typeface="Meiryo"/>
                <a:cs typeface="Meiryo"/>
              </a:defRPr>
            </a:pPr>
            <a:r>
              <a:rPr sz="2025" b="0">
                <a:solidFill>
                  <a:srgbClr val="1D343E"/>
                </a:solidFill>
                <a:latin typeface="Meiryo"/>
                <a:ea typeface="Meiryo"/>
                <a:cs typeface="Meiryo"/>
              </a:rPr>
              <a:t>to find your results.</a:t>
            </a:r>
          </a:p>
        </p:txBody>
      </p:sp>
      <p:sp>
        <p:nvSpPr>
          <p:cNvPr id="15" name="Rectangle 14"/>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ircle-check_007F80.png"/>
          <p:cNvPicPr>
            <a:picLocks noChangeAspect="1"/>
          </p:cNvPicPr>
          <p:nvPr/>
        </p:nvPicPr>
        <p:blipFill>
          <a:blip r:embed="rId2"/>
          <a:stretch>
            <a:fillRect/>
          </a:stretch>
        </p:blipFill>
        <p:spPr>
          <a:xfrm>
            <a:off x="749808" y="5751576"/>
            <a:ext cx="283464" cy="283464"/>
          </a:xfrm>
          <a:prstGeom prst="rect">
            <a:avLst/>
          </a:prstGeom>
        </p:spPr>
      </p:pic>
      <p:sp>
        <p:nvSpPr>
          <p:cNvPr id="17" name="result:Wait for the check. You do not need to resubmit just because the results have not arrived."/>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buNone/>
              <a:defRPr sz="1638" b="0">
                <a:solidFill>
                  <a:srgbClr val="1D343E"/>
                </a:solidFill>
                <a:latin typeface="Meiryo"/>
                <a:ea typeface="Meiryo"/>
                <a:cs typeface="Meiryo"/>
              </a:defRPr>
            </a:pPr>
            <a:r>
              <a:rPr sz="1638" b="0">
                <a:solidFill>
                  <a:srgbClr val="1D343E"/>
                </a:solidFill>
                <a:latin typeface="Meiryo"/>
                <a:ea typeface="Meiryo"/>
                <a:cs typeface="Meiryo"/>
              </a:rPr>
              <a:t>Wait for the check. You do not need to resubmit just because the results have not arrived.</a:t>
            </a:r>
          </a:p>
        </p:txBody>
      </p:sp>
      <p:sp>
        <p:nvSpPr>
          <p:cNvPr id="18" name="tag:Setup checklist">
            <a:hlinkClick action="ppaction://hlinksldjump" r:id="rId6"/>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buNone/>
              <a:defRPr sz="1575" b="0">
                <a:solidFill>
                  <a:srgbClr val="007F80"/>
                </a:solidFill>
                <a:latin typeface="Meiryo"/>
                <a:ea typeface="Meiryo"/>
                <a:cs typeface="Meiryo"/>
              </a:defRPr>
            </a:pPr>
            <a:r>
              <a:rPr sz="1575" b="0">
                <a:solidFill>
                  <a:srgbClr val="007F80"/>
                </a:solidFill>
                <a:latin typeface="Meiryo"/>
                <a:ea typeface="Meiryo"/>
                <a:cs typeface="Meiryo"/>
              </a:rPr>
              <a:t>Setup checklist</a:t>
            </a:r>
          </a:p>
        </p:txBody>
      </p:sp>
      <p:sp>
        <p:nvSpPr>
          <p:cNvPr id="19" name="footer:AI and Data Literacy    Initial setup"/>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 and Data Literacy    Initial setup</a:t>
            </a:r>
          </a:p>
        </p:txBody>
      </p:sp>
      <p:sp>
        <p:nvSpPr>
          <p:cNvPr id="20" name="footer:31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31 / 37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5 / 5    Initial registration"/>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buNone/>
              <a:defRPr sz="1800" b="1">
                <a:solidFill>
                  <a:srgbClr val="007F80"/>
                </a:solidFill>
                <a:latin typeface="Meiryo"/>
                <a:ea typeface="Meiryo"/>
                <a:cs typeface="Meiryo"/>
              </a:defRPr>
            </a:pPr>
            <a:r>
              <a:rPr sz="1800" b="1">
                <a:solidFill>
                  <a:srgbClr val="007F80"/>
                </a:solidFill>
                <a:latin typeface="Meiryo"/>
                <a:ea typeface="Meiryo"/>
                <a:cs typeface="Meiryo"/>
              </a:rPr>
              <a:t>5 / 5    Initial registration</a:t>
            </a:r>
          </a:p>
        </p:txBody>
      </p:sp>
      <p:sp>
        <p:nvSpPr>
          <p:cNvPr id="4" name="title:Your setup is complete when..."/>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buNone/>
              <a:defRPr sz="3400" b="1">
                <a:solidFill>
                  <a:srgbClr val="1D343E"/>
                </a:solidFill>
                <a:latin typeface="Meiryo"/>
                <a:ea typeface="Meiryo"/>
                <a:cs typeface="Meiryo"/>
              </a:defRPr>
            </a:pPr>
            <a:r>
              <a:rPr sz="3400" b="1">
                <a:solidFill>
                  <a:srgbClr val="1D343E"/>
                </a:solidFill>
                <a:latin typeface="Meiryo"/>
                <a:ea typeface="Meiryo"/>
                <a:cs typeface="Meiryo"/>
              </a:rPr>
              <a:t>Your setup is complete when...</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st-checks_007F80.png"/>
          <p:cNvPicPr>
            <a:picLocks noChangeAspect="1"/>
          </p:cNvPicPr>
          <p:nvPr/>
        </p:nvPicPr>
        <p:blipFill>
          <a:blip r:embed="rId2"/>
          <a:stretch>
            <a:fillRect/>
          </a:stretch>
        </p:blipFill>
        <p:spPr>
          <a:xfrm>
            <a:off x="11064240" y="740664"/>
            <a:ext cx="420624" cy="420624"/>
          </a:xfrm>
          <a:prstGeom prst="rect">
            <a:avLst/>
          </a:prstGeom>
        </p:spPr>
      </p:pic>
      <p:pic>
        <p:nvPicPr>
          <p:cNvPr id="7" name="Picture 6" descr="circle-check_007F80.png"/>
          <p:cNvPicPr>
            <a:picLocks noChangeAspect="1"/>
          </p:cNvPicPr>
          <p:nvPr/>
        </p:nvPicPr>
        <p:blipFill>
          <a:blip r:embed="rId4"/>
          <a:stretch>
            <a:fillRect/>
          </a:stretch>
        </p:blipFill>
        <p:spPr>
          <a:xfrm>
            <a:off x="768096" y="1732788"/>
            <a:ext cx="310896" cy="310896"/>
          </a:xfrm>
          <a:prstGeom prst="rect">
            <a:avLst/>
          </a:prstGeom>
        </p:spPr>
      </p:pic>
      <p:sp>
        <p:nvSpPr>
          <p:cNvPr id="8" name="body:Your ai-learning repository is Private."/>
          <p:cNvSpPr txBox="1"/>
          <p:nvPr/>
        </p:nvSpPr>
        <p:spPr>
          <a:xfrm>
            <a:off x="1307592" y="1700784"/>
            <a:ext cx="10058400" cy="512064"/>
          </a:xfrm>
          <a:prstGeom prst="rect">
            <a:avLst/>
          </a:prstGeom>
          <a:noFill/>
        </p:spPr>
        <p:txBody>
          <a:bodyPr wrap="none" lIns="0" rIns="0" tIns="0" bIns="0" anchor="t">
            <a:spAutoFit/>
          </a:bodyPr>
          <a:lstStyle/>
          <a:p>
            <a:pPr>
              <a:lnSpc>
                <a:spcPct val="114000"/>
              </a:lnSpc>
              <a:spcBef>
                <a:spcPts val="0"/>
              </a:spcBef>
              <a:spcAft>
                <a:spcPts val="0"/>
              </a:spcAft>
              <a:buNone/>
              <a:defRPr sz="2600" b="0">
                <a:solidFill>
                  <a:srgbClr val="1D343E"/>
                </a:solidFill>
                <a:latin typeface="Meiryo"/>
                <a:ea typeface="Meiryo"/>
                <a:cs typeface="Meiryo"/>
              </a:defRPr>
            </a:pPr>
            <a:r>
              <a:rPr sz="2600" b="0">
                <a:solidFill>
                  <a:srgbClr val="1D343E"/>
                </a:solidFill>
                <a:latin typeface="Meiryo"/>
                <a:ea typeface="Meiryo"/>
                <a:cs typeface="Meiryo"/>
              </a:rPr>
              <a:t>Your ai-learning repository is Private.</a:t>
            </a:r>
          </a:p>
        </p:txBody>
      </p:sp>
      <p:pic>
        <p:nvPicPr>
          <p:cNvPr id="9" name="Picture 8" descr="circle-check_007F80.png"/>
          <p:cNvPicPr>
            <a:picLocks noChangeAspect="1"/>
          </p:cNvPicPr>
          <p:nvPr/>
        </p:nvPicPr>
        <p:blipFill>
          <a:blip r:embed="rId4"/>
          <a:stretch>
            <a:fillRect/>
          </a:stretch>
        </p:blipFill>
        <p:spPr>
          <a:xfrm>
            <a:off x="768096" y="2455164"/>
            <a:ext cx="310896" cy="310896"/>
          </a:xfrm>
          <a:prstGeom prst="rect">
            <a:avLst/>
          </a:prstGeom>
        </p:spPr>
      </p:pic>
      <p:sp>
        <p:nvSpPr>
          <p:cNvPr id="10" name="body:An image in setup opens on GitHub."/>
          <p:cNvSpPr txBox="1"/>
          <p:nvPr/>
        </p:nvSpPr>
        <p:spPr>
          <a:xfrm>
            <a:off x="1307592" y="2423160"/>
            <a:ext cx="10058400" cy="512064"/>
          </a:xfrm>
          <a:prstGeom prst="rect">
            <a:avLst/>
          </a:prstGeom>
          <a:noFill/>
        </p:spPr>
        <p:txBody>
          <a:bodyPr wrap="none" lIns="0" rIns="0" tIns="0" bIns="0" anchor="t">
            <a:spAutoFit/>
          </a:bodyPr>
          <a:lstStyle/>
          <a:p>
            <a:pPr>
              <a:lnSpc>
                <a:spcPct val="114000"/>
              </a:lnSpc>
              <a:spcBef>
                <a:spcPts val="0"/>
              </a:spcBef>
              <a:spcAft>
                <a:spcPts val="0"/>
              </a:spcAft>
              <a:buNone/>
              <a:defRPr sz="2600" b="0">
                <a:solidFill>
                  <a:srgbClr val="1D343E"/>
                </a:solidFill>
                <a:latin typeface="Meiryo"/>
                <a:ea typeface="Meiryo"/>
                <a:cs typeface="Meiryo"/>
              </a:defRPr>
            </a:pPr>
            <a:r>
              <a:rPr sz="2600" b="0">
                <a:solidFill>
                  <a:srgbClr val="1D343E"/>
                </a:solidFill>
                <a:latin typeface="Meiryo"/>
                <a:ea typeface="Meiryo"/>
                <a:cs typeface="Meiryo"/>
              </a:rPr>
              <a:t>An image in setup opens on GitHub.</a:t>
            </a:r>
          </a:p>
        </p:txBody>
      </p:sp>
      <p:pic>
        <p:nvPicPr>
          <p:cNvPr id="11" name="Picture 10" descr="circle-check_007F80.png"/>
          <p:cNvPicPr>
            <a:picLocks noChangeAspect="1"/>
          </p:cNvPicPr>
          <p:nvPr/>
        </p:nvPicPr>
        <p:blipFill>
          <a:blip r:embed="rId4"/>
          <a:stretch>
            <a:fillRect/>
          </a:stretch>
        </p:blipFill>
        <p:spPr>
          <a:xfrm>
            <a:off x="768096" y="3177540"/>
            <a:ext cx="310896" cy="310896"/>
          </a:xfrm>
          <a:prstGeom prst="rect">
            <a:avLst/>
          </a:prstGeom>
        </p:spPr>
      </p:pic>
      <p:sp>
        <p:nvSpPr>
          <p:cNvPr id="12" name="body:Your own short record is saved in setup/README.md."/>
          <p:cNvSpPr txBox="1"/>
          <p:nvPr/>
        </p:nvSpPr>
        <p:spPr>
          <a:xfrm>
            <a:off x="1307592" y="3145536"/>
            <a:ext cx="10058400" cy="512064"/>
          </a:xfrm>
          <a:prstGeom prst="rect">
            <a:avLst/>
          </a:prstGeom>
          <a:noFill/>
        </p:spPr>
        <p:txBody>
          <a:bodyPr wrap="none" lIns="0" rIns="0" tIns="0" bIns="0" anchor="t">
            <a:spAutoFit/>
          </a:bodyPr>
          <a:lstStyle/>
          <a:p>
            <a:pPr>
              <a:lnSpc>
                <a:spcPct val="114000"/>
              </a:lnSpc>
              <a:spcBef>
                <a:spcPts val="0"/>
              </a:spcBef>
              <a:spcAft>
                <a:spcPts val="0"/>
              </a:spcAft>
              <a:buNone/>
              <a:defRPr sz="2600" b="0">
                <a:solidFill>
                  <a:srgbClr val="1D343E"/>
                </a:solidFill>
                <a:latin typeface="Meiryo"/>
                <a:ea typeface="Meiryo"/>
                <a:cs typeface="Meiryo"/>
              </a:defRPr>
            </a:pPr>
            <a:r>
              <a:rPr sz="2600" b="0">
                <a:solidFill>
                  <a:srgbClr val="1D343E"/>
                </a:solidFill>
                <a:latin typeface="Meiryo"/>
                <a:ea typeface="Meiryo"/>
                <a:cs typeface="Meiryo"/>
              </a:rPr>
              <a:t>Your own short record is saved in setup/README.md.</a:t>
            </a:r>
          </a:p>
        </p:txBody>
      </p:sp>
      <p:pic>
        <p:nvPicPr>
          <p:cNvPr id="13" name="Picture 12" descr="circle-check_007F80.png"/>
          <p:cNvPicPr>
            <a:picLocks noChangeAspect="1"/>
          </p:cNvPicPr>
          <p:nvPr/>
        </p:nvPicPr>
        <p:blipFill>
          <a:blip r:embed="rId4"/>
          <a:stretch>
            <a:fillRect/>
          </a:stretch>
        </p:blipFill>
        <p:spPr>
          <a:xfrm>
            <a:off x="768096" y="3899916"/>
            <a:ext cx="310896" cy="310896"/>
          </a:xfrm>
          <a:prstGeom prst="rect">
            <a:avLst/>
          </a:prstGeom>
        </p:spPr>
      </p:pic>
      <p:sp>
        <p:nvSpPr>
          <p:cNvPr id="14" name="body:You have sent an invitation to your instructor's account."/>
          <p:cNvSpPr txBox="1"/>
          <p:nvPr/>
        </p:nvSpPr>
        <p:spPr>
          <a:xfrm>
            <a:off x="1307592" y="3867912"/>
            <a:ext cx="10058400" cy="512064"/>
          </a:xfrm>
          <a:prstGeom prst="rect">
            <a:avLst/>
          </a:prstGeom>
          <a:noFill/>
        </p:spPr>
        <p:txBody>
          <a:bodyPr wrap="none" lIns="0" tIns="0" rIns="0" bIns="0" anchor="t">
            <a:spAutoFit/>
          </a:bodyPr>
          <a:lstStyle/>
          <a:p>
            <a:pPr>
              <a:lnSpc>
                <a:spcPct val="114000"/>
              </a:lnSpc>
              <a:spcBef>
                <a:spcPts val="0"/>
              </a:spcBef>
              <a:spcAft>
                <a:spcPts val="0"/>
              </a:spcAft>
              <a:buNone/>
              <a:defRPr sz="2600" b="0">
                <a:solidFill>
                  <a:srgbClr val="1D343E"/>
                </a:solidFill>
                <a:latin typeface="Meiryo"/>
                <a:ea typeface="Meiryo"/>
                <a:cs typeface="Meiryo"/>
              </a:defRPr>
            </a:pPr>
            <a:r>
              <a:rPr sz="2600" b="0">
                <a:solidFill>
                  <a:srgbClr val="1D343E"/>
                </a:solidFill>
                <a:latin typeface="Meiryo"/>
                <a:ea typeface="Meiryo"/>
                <a:cs typeface="Meiryo"/>
              </a:rPr>
              <a:t>You have sent an invitation to your instructor's account.</a:t>
            </a:r>
          </a:p>
        </p:txBody>
      </p:sp>
      <p:pic>
        <p:nvPicPr>
          <p:cNvPr id="15" name="Picture 14" descr="circle-check_007F80.png"/>
          <p:cNvPicPr>
            <a:picLocks noChangeAspect="1"/>
          </p:cNvPicPr>
          <p:nvPr/>
        </p:nvPicPr>
        <p:blipFill>
          <a:blip r:embed="rId4"/>
          <a:stretch>
            <a:fillRect/>
          </a:stretch>
        </p:blipFill>
        <p:spPr>
          <a:xfrm>
            <a:off x="768096" y="4622292"/>
            <a:ext cx="310896" cy="310896"/>
          </a:xfrm>
          <a:prstGeom prst="rect">
            <a:avLst/>
          </a:prstGeom>
        </p:spPr>
      </p:pic>
      <p:sp>
        <p:nvSpPr>
          <p:cNvPr id="16" name="body:You have submitted initial registration and seen the confirmation."/>
          <p:cNvSpPr txBox="1"/>
          <p:nvPr/>
        </p:nvSpPr>
        <p:spPr>
          <a:xfrm>
            <a:off x="1307592" y="4590288"/>
            <a:ext cx="10946908" cy="456151"/>
          </a:xfrm>
          <a:prstGeom prst="rect">
            <a:avLst/>
          </a:prstGeom>
          <a:noFill/>
        </p:spPr>
        <p:txBody>
          <a:bodyPr wrap="none" lIns="0" tIns="0" rIns="0" bIns="0" anchor="t">
            <a:spAutoFit/>
          </a:bodyPr>
          <a:lstStyle/>
          <a:p>
            <a:pPr>
              <a:lnSpc>
                <a:spcPct val="114000"/>
              </a:lnSpc>
              <a:spcBef>
                <a:spcPts val="0"/>
              </a:spcBef>
              <a:spcAft>
                <a:spcPts val="0"/>
              </a:spcAft>
              <a:buNone/>
              <a:defRPr sz="2450" b="0">
                <a:solidFill>
                  <a:srgbClr val="1D343E"/>
                </a:solidFill>
                <a:latin typeface="Meiryo"/>
                <a:ea typeface="Meiryo"/>
                <a:cs typeface="Meiryo"/>
              </a:defRPr>
            </a:pPr>
            <a:r>
              <a:rPr sz="2450" b="0">
                <a:solidFill>
                  <a:srgbClr val="1D343E"/>
                </a:solidFill>
                <a:latin typeface="Meiryo"/>
                <a:ea typeface="Meiryo"/>
                <a:cs typeface="Meiryo"/>
              </a:rPr>
              <a:t>You have submitted initial registration and seen the confirmation.</a:t>
            </a:r>
          </a:p>
        </p:txBody>
      </p:sp>
      <p:sp>
        <p:nvSpPr>
          <p:cNvPr id="17" name="Rectangle 16"/>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circle-check_007F80.png"/>
          <p:cNvPicPr>
            <a:picLocks noChangeAspect="1"/>
          </p:cNvPicPr>
          <p:nvPr/>
        </p:nvPicPr>
        <p:blipFill>
          <a:blip r:embed="rId4"/>
          <a:stretch>
            <a:fillRect/>
          </a:stretch>
        </p:blipFill>
        <p:spPr>
          <a:xfrm>
            <a:off x="749808" y="5751576"/>
            <a:ext cx="283464" cy="283464"/>
          </a:xfrm>
          <a:prstGeom prst="rect">
            <a:avLst/>
          </a:prstGeom>
        </p:spPr>
      </p:pic>
      <p:sp>
        <p:nvSpPr>
          <p:cNvPr id="19" name="result:Check the results later. If asked to revise something, update that part."/>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buNone/>
              <a:defRPr sz="2088" b="0">
                <a:solidFill>
                  <a:srgbClr val="1D343E"/>
                </a:solidFill>
                <a:latin typeface="Meiryo"/>
                <a:ea typeface="Meiryo"/>
                <a:cs typeface="Meiryo"/>
              </a:defRPr>
            </a:pPr>
            <a:r>
              <a:rPr sz="2088" b="0">
                <a:solidFill>
                  <a:srgbClr val="1D343E"/>
                </a:solidFill>
                <a:latin typeface="Meiryo"/>
                <a:ea typeface="Meiryo"/>
                <a:cs typeface="Meiryo"/>
              </a:rPr>
              <a:t>Check the results later. If asked to revise something, update that part.</a:t>
            </a:r>
          </a:p>
        </p:txBody>
      </p:sp>
      <p:sp>
        <p:nvSpPr>
          <p:cNvPr id="20" name="tag:Setup checklist">
            <a:hlinkClick action="ppaction://hlinksldjump" r:id="rId5"/>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buNone/>
              <a:defRPr sz="1575" b="0">
                <a:solidFill>
                  <a:srgbClr val="007F80"/>
                </a:solidFill>
                <a:latin typeface="Meiryo"/>
                <a:ea typeface="Meiryo"/>
                <a:cs typeface="Meiryo"/>
              </a:defRPr>
            </a:pPr>
            <a:r>
              <a:rPr sz="1575" b="0">
                <a:solidFill>
                  <a:srgbClr val="007F80"/>
                </a:solidFill>
                <a:latin typeface="Meiryo"/>
                <a:ea typeface="Meiryo"/>
                <a:cs typeface="Meiryo"/>
              </a:rPr>
              <a:t>Setup checklist</a:t>
            </a:r>
          </a:p>
        </p:txBody>
      </p:sp>
      <p:sp>
        <p:nvSpPr>
          <p:cNvPr id="21" name="footer:AI and Data Literacy    Initial setup"/>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 and Data Literacy    Initial setup</a:t>
            </a:r>
          </a:p>
        </p:txBody>
      </p:sp>
      <p:sp>
        <p:nvSpPr>
          <p:cNvPr id="22" name="footer:32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32 / 37</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Submitting and continuing"/>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buNone/>
              <a:defRPr sz="1800" b="1">
                <a:solidFill>
                  <a:srgbClr val="007F80"/>
                </a:solidFill>
                <a:latin typeface="Meiryo"/>
                <a:ea typeface="Meiryo"/>
                <a:cs typeface="Meiryo"/>
              </a:defRPr>
            </a:pPr>
            <a:r>
              <a:rPr sz="1800" b="1">
                <a:solidFill>
                  <a:srgbClr val="007F80"/>
                </a:solidFill>
                <a:latin typeface="Meiryo"/>
                <a:ea typeface="Meiryo"/>
                <a:cs typeface="Meiryo"/>
              </a:rPr>
              <a:t>Submitting and continuing</a:t>
            </a:r>
          </a:p>
        </p:txBody>
      </p:sp>
      <p:sp>
        <p:nvSpPr>
          <p:cNvPr id="4" name="title:Your weekly submission"/>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buNone/>
              <a:defRPr sz="3400" b="1">
                <a:solidFill>
                  <a:srgbClr val="1D343E"/>
                </a:solidFill>
                <a:latin typeface="Meiryo"/>
                <a:ea typeface="Meiryo"/>
                <a:cs typeface="Meiryo"/>
              </a:defRPr>
            </a:pPr>
            <a:r>
              <a:rPr sz="3400" b="1">
                <a:solidFill>
                  <a:srgbClr val="1D343E"/>
                </a:solidFill>
                <a:latin typeface="Meiryo"/>
                <a:ea typeface="Meiryo"/>
                <a:cs typeface="Meiryo"/>
              </a:rPr>
              <a:t>Your weekly submission</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git-commit-horizontal_007F80.png"/>
          <p:cNvPicPr>
            <a:picLocks noChangeAspect="1"/>
          </p:cNvPicPr>
          <p:nvPr/>
        </p:nvPicPr>
        <p:blipFill>
          <a:blip r:embed="rId2"/>
          <a:stretch>
            <a:fillRect/>
          </a:stretch>
        </p:blipFill>
        <p:spPr>
          <a:xfrm>
            <a:off x="11064240" y="740664"/>
            <a:ext cx="420624" cy="420624"/>
          </a:xfrm>
          <a:prstGeom prst="rect">
            <a:avLst/>
          </a:prstGeom>
        </p:spPr>
      </p:pic>
      <p:sp>
        <p:nvSpPr>
          <p:cNvPr id="7" name="Oval 6"/>
          <p:cNvSpPr/>
          <p:nvPr/>
        </p:nvSpPr>
        <p:spPr>
          <a:xfrm>
            <a:off x="749808" y="1691640"/>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number:1"/>
          <p:cNvSpPr txBox="1"/>
          <p:nvPr/>
        </p:nvSpPr>
        <p:spPr>
          <a:xfrm>
            <a:off x="749808" y="1714500"/>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9" name="body:Save that week's work and short AI-use record in your repository."/>
          <p:cNvSpPr txBox="1"/>
          <p:nvPr/>
        </p:nvSpPr>
        <p:spPr>
          <a:xfrm>
            <a:off x="1325880" y="1682496"/>
            <a:ext cx="9893807" cy="459485"/>
          </a:xfrm>
          <a:prstGeom prst="rect">
            <a:avLst/>
          </a:prstGeom>
          <a:noFill/>
        </p:spPr>
        <p:txBody>
          <a:bodyPr wrap="none" lIns="0" tIns="0" rIns="0" bIns="0" anchor="t">
            <a:noAutofit/>
          </a:bodyPr>
          <a:lstStyle/>
          <a:p>
            <a:pPr>
              <a:lnSpc>
                <a:spcPct val="114000"/>
              </a:lnSpc>
              <a:spcBef>
                <a:spcPts val="0"/>
              </a:spcBef>
              <a:spcAft>
                <a:spcPts val="0"/>
              </a:spcAft>
              <a:buNone/>
              <a:defRPr sz="2025" b="1">
                <a:solidFill>
                  <a:srgbClr val="1D343E"/>
                </a:solidFill>
                <a:latin typeface="Meiryo"/>
                <a:ea typeface="Meiryo"/>
                <a:cs typeface="Meiryo"/>
              </a:defRPr>
            </a:pPr>
            <a:r>
              <a:rPr sz="2025" b="1">
                <a:solidFill>
                  <a:srgbClr val="1D343E"/>
                </a:solidFill>
                <a:latin typeface="Meiryo"/>
                <a:ea typeface="Meiryo"/>
                <a:cs typeface="Meiryo"/>
              </a:rPr>
              <a:t>Save that week's work and short AI-use record in your repository.</a:t>
            </a:r>
          </a:p>
        </p:txBody>
      </p:sp>
      <p:sp>
        <p:nvSpPr>
          <p:cNvPr id="10" name="body:Read the course handout. Write your answers in your own week01/README.md."/>
          <p:cNvSpPr txBox="1"/>
          <p:nvPr/>
        </p:nvSpPr>
        <p:spPr>
          <a:xfrm>
            <a:off x="1325880" y="2205990"/>
            <a:ext cx="9893807" cy="399542"/>
          </a:xfrm>
          <a:prstGeom prst="rect">
            <a:avLst/>
          </a:prstGeom>
          <a:noFill/>
        </p:spPr>
        <p:txBody>
          <a:bodyPr wrap="none" lIns="0" tIns="0" rIns="0" bIns="0" anchor="t">
            <a:noAutofit/>
          </a:bodyPr>
          <a:lstStyle/>
          <a:p>
            <a:pPr>
              <a:lnSpc>
                <a:spcPct val="114000"/>
              </a:lnSpc>
              <a:spcBef>
                <a:spcPts val="0"/>
              </a:spcBef>
              <a:spcAft>
                <a:spcPts val="0"/>
              </a:spcAft>
              <a:buNone/>
              <a:defRPr sz="1775" b="0">
                <a:solidFill>
                  <a:srgbClr val="53656D"/>
                </a:solidFill>
                <a:latin typeface="Meiryo"/>
                <a:ea typeface="Meiryo"/>
                <a:cs typeface="Meiryo"/>
              </a:defRPr>
            </a:pPr>
            <a:r>
              <a:rPr sz="1775" b="0">
                <a:solidFill>
                  <a:srgbClr val="53656D"/>
                </a:solidFill>
                <a:latin typeface="Meiryo"/>
                <a:ea typeface="Meiryo"/>
                <a:cs typeface="Meiryo"/>
              </a:rPr>
              <a:t>Read the course handout. Write your answers in your own week01/README.md.</a:t>
            </a:r>
          </a:p>
        </p:txBody>
      </p:sp>
      <p:sp>
        <p:nvSpPr>
          <p:cNvPr id="11" name="Oval 10"/>
          <p:cNvSpPr/>
          <p:nvPr/>
        </p:nvSpPr>
        <p:spPr>
          <a:xfrm>
            <a:off x="749808" y="2916427"/>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number:2"/>
          <p:cNvSpPr txBox="1"/>
          <p:nvPr/>
        </p:nvSpPr>
        <p:spPr>
          <a:xfrm>
            <a:off x="749808" y="2939287"/>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13" name="body:In Code, open commits, then select the latest commit message."/>
          <p:cNvSpPr txBox="1"/>
          <p:nvPr/>
        </p:nvSpPr>
        <p:spPr>
          <a:xfrm>
            <a:off x="1325880" y="2907283"/>
            <a:ext cx="9893807" cy="459485"/>
          </a:xfrm>
          <a:prstGeom prst="rect">
            <a:avLst/>
          </a:prstGeom>
          <a:noFill/>
        </p:spPr>
        <p:txBody>
          <a:bodyPr wrap="none" lIns="0" tIns="0" rIns="0" bIns="0" anchor="t">
            <a:noAutofit/>
          </a:bodyPr>
          <a:lstStyle/>
          <a:p>
            <a:pPr>
              <a:lnSpc>
                <a:spcPct val="114000"/>
              </a:lnSpc>
              <a:spcBef>
                <a:spcPts val="0"/>
              </a:spcBef>
              <a:spcAft>
                <a:spcPts val="0"/>
              </a:spcAft>
              <a:buNone/>
              <a:defRPr sz="2100" b="1">
                <a:solidFill>
                  <a:srgbClr val="1D343E"/>
                </a:solidFill>
                <a:latin typeface="Meiryo"/>
                <a:ea typeface="Meiryo"/>
                <a:cs typeface="Meiryo"/>
              </a:defRPr>
            </a:pPr>
            <a:r>
              <a:rPr sz="2100" b="1">
                <a:solidFill>
                  <a:srgbClr val="1D343E"/>
                </a:solidFill>
                <a:latin typeface="Meiryo"/>
                <a:ea typeface="Meiryo"/>
                <a:cs typeface="Meiryo"/>
              </a:rPr>
              <a:t>In Code, open commits, then select the latest commit message.</a:t>
            </a:r>
          </a:p>
        </p:txBody>
      </p:sp>
      <p:sp>
        <p:nvSpPr>
          <p:cNvPr id="14" name="body:Return to your ai-learning and open the history above the file list."/>
          <p:cNvSpPr txBox="1"/>
          <p:nvPr/>
        </p:nvSpPr>
        <p:spPr>
          <a:xfrm>
            <a:off x="1325880" y="3430777"/>
            <a:ext cx="9893807" cy="399542"/>
          </a:xfrm>
          <a:prstGeom prst="rect">
            <a:avLst/>
          </a:prstGeom>
          <a:noFill/>
        </p:spPr>
        <p:txBody>
          <a:bodyPr wrap="none" lIns="0" tIns="0" rIns="0" bIns="0" anchor="t">
            <a:noAutofit/>
          </a:bodyPr>
          <a:lstStyle/>
          <a:p>
            <a:pPr>
              <a:lnSpc>
                <a:spcPct val="114000"/>
              </a:lnSpc>
              <a:spcBef>
                <a:spcPts val="0"/>
              </a:spcBef>
              <a:spcAft>
                <a:spcPts val="0"/>
              </a:spcAft>
              <a:buNone/>
              <a:defRPr sz="2225" b="0">
                <a:solidFill>
                  <a:srgbClr val="53656D"/>
                </a:solidFill>
                <a:latin typeface="Meiryo"/>
                <a:ea typeface="Meiryo"/>
                <a:cs typeface="Meiryo"/>
              </a:defRPr>
            </a:pPr>
            <a:r>
              <a:rPr sz="2225" b="0">
                <a:solidFill>
                  <a:srgbClr val="53656D"/>
                </a:solidFill>
                <a:latin typeface="Meiryo"/>
                <a:ea typeface="Meiryo"/>
                <a:cs typeface="Meiryo"/>
              </a:rPr>
              <a:t>Return to your ai-learning and open the history above the file list.</a:t>
            </a:r>
          </a:p>
        </p:txBody>
      </p:sp>
      <p:sp>
        <p:nvSpPr>
          <p:cNvPr id="15" name="Oval 14"/>
          <p:cNvSpPr/>
          <p:nvPr/>
        </p:nvSpPr>
        <p:spPr>
          <a:xfrm>
            <a:off x="749808" y="4141215"/>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number:3"/>
          <p:cNvSpPr txBox="1"/>
          <p:nvPr/>
        </p:nvSpPr>
        <p:spPr>
          <a:xfrm>
            <a:off x="749808" y="4164075"/>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3</a:t>
            </a:r>
          </a:p>
        </p:txBody>
      </p:sp>
      <p:sp>
        <p:nvSpPr>
          <p:cNvPr id="17" name="body:Copy the commit URL into that week's submission form."/>
          <p:cNvSpPr txBox="1"/>
          <p:nvPr/>
        </p:nvSpPr>
        <p:spPr>
          <a:xfrm>
            <a:off x="1325880" y="4132071"/>
            <a:ext cx="9893807" cy="459485"/>
          </a:xfrm>
          <a:prstGeom prst="rect">
            <a:avLst/>
          </a:prstGeom>
          <a:noFill/>
        </p:spPr>
        <p:txBody>
          <a:bodyPr wrap="none" lIns="0" tIns="0" rIns="0" bIns="0" anchor="t">
            <a:noAutofit/>
          </a:bodyPr>
          <a:lstStyle/>
          <a:p>
            <a:pPr>
              <a:lnSpc>
                <a:spcPct val="114000"/>
              </a:lnSpc>
              <a:spcBef>
                <a:spcPts val="0"/>
              </a:spcBef>
              <a:spcAft>
                <a:spcPts val="0"/>
              </a:spcAft>
              <a:buNone/>
              <a:defRPr sz="2400" b="1">
                <a:solidFill>
                  <a:srgbClr val="1D343E"/>
                </a:solidFill>
                <a:latin typeface="Meiryo"/>
                <a:ea typeface="Meiryo"/>
                <a:cs typeface="Meiryo"/>
              </a:defRPr>
            </a:pPr>
            <a:r>
              <a:rPr sz="2400" b="1">
                <a:solidFill>
                  <a:srgbClr val="1D343E"/>
                </a:solidFill>
                <a:latin typeface="Meiryo"/>
                <a:ea typeface="Meiryo"/>
                <a:cs typeface="Meiryo"/>
              </a:rPr>
              <a:t>Copy the commit URL into that week's submission form.</a:t>
            </a:r>
          </a:p>
        </p:txBody>
      </p:sp>
      <p:sp>
        <p:nvSpPr>
          <p:cNvPr id="18" name="body:Check for /commit/ and a long string of letters and numbers in the URL."/>
          <p:cNvSpPr txBox="1"/>
          <p:nvPr/>
        </p:nvSpPr>
        <p:spPr>
          <a:xfrm>
            <a:off x="1325880" y="4655565"/>
            <a:ext cx="9893807" cy="399542"/>
          </a:xfrm>
          <a:prstGeom prst="rect">
            <a:avLst/>
          </a:prstGeom>
          <a:noFill/>
        </p:spPr>
        <p:txBody>
          <a:bodyPr wrap="none" lIns="0" tIns="0" rIns="0" bIns="0" anchor="t">
            <a:noAutofit/>
          </a:bodyPr>
          <a:lstStyle/>
          <a:p>
            <a:pPr>
              <a:lnSpc>
                <a:spcPct val="114000"/>
              </a:lnSpc>
              <a:spcBef>
                <a:spcPts val="0"/>
              </a:spcBef>
              <a:spcAft>
                <a:spcPts val="0"/>
              </a:spcAft>
              <a:buNone/>
              <a:defRPr sz="2000" b="0">
                <a:solidFill>
                  <a:srgbClr val="53656D"/>
                </a:solidFill>
                <a:latin typeface="Meiryo"/>
                <a:ea typeface="Meiryo"/>
                <a:cs typeface="Meiryo"/>
              </a:defRPr>
            </a:pPr>
            <a:r>
              <a:rPr sz="2000" b="0">
                <a:solidFill>
                  <a:srgbClr val="53656D"/>
                </a:solidFill>
                <a:latin typeface="Meiryo"/>
                <a:ea typeface="Meiryo"/>
                <a:cs typeface="Meiryo"/>
              </a:rPr>
              <a:t>Check for /commit/ and a long string of letters and numbers in the URL.</a:t>
            </a:r>
          </a:p>
        </p:txBody>
      </p:sp>
      <p:sp>
        <p:nvSpPr>
          <p:cNvPr id="19" name="Rectangle 18"/>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ircle-check_007F80.png"/>
          <p:cNvPicPr>
            <a:picLocks noChangeAspect="1"/>
          </p:cNvPicPr>
          <p:nvPr/>
        </p:nvPicPr>
        <p:blipFill>
          <a:blip r:embed="rId4"/>
          <a:stretch>
            <a:fillRect/>
          </a:stretch>
        </p:blipFill>
        <p:spPr>
          <a:xfrm>
            <a:off x="749808" y="5751576"/>
            <a:ext cx="283464" cy="283464"/>
          </a:xfrm>
          <a:prstGeom prst="rect">
            <a:avLst/>
          </a:prstGeom>
        </p:spPr>
      </p:pic>
      <p:sp>
        <p:nvSpPr>
          <p:cNvPr id="21" name="result:Before submitting, use Browse files to check that the commit contains all required files."/>
          <p:cNvSpPr txBox="1"/>
          <p:nvPr/>
        </p:nvSpPr>
        <p:spPr>
          <a:xfrm>
            <a:off x="1179576" y="5710428"/>
            <a:ext cx="10168128" cy="438912"/>
          </a:xfrm>
          <a:prstGeom prst="rect">
            <a:avLst/>
          </a:prstGeom>
          <a:noFill/>
        </p:spPr>
        <p:txBody>
          <a:bodyPr wrap="none" lIns="0" tIns="0" rIns="0" bIns="0" anchor="t">
            <a:noAutofit/>
          </a:bodyPr>
          <a:lstStyle/>
          <a:p>
            <a:pPr>
              <a:lnSpc>
                <a:spcPct val="114000"/>
              </a:lnSpc>
              <a:spcBef>
                <a:spcPts val="0"/>
              </a:spcBef>
              <a:spcAft>
                <a:spcPts val="0"/>
              </a:spcAft>
              <a:buNone/>
              <a:defRPr sz="1713" b="0">
                <a:solidFill>
                  <a:srgbClr val="1D343E"/>
                </a:solidFill>
                <a:latin typeface="Meiryo"/>
                <a:ea typeface="Meiryo"/>
                <a:cs typeface="Meiryo"/>
              </a:defRPr>
            </a:pPr>
            <a:r>
              <a:rPr sz="1713" b="0">
                <a:solidFill>
                  <a:srgbClr val="1D343E"/>
                </a:solidFill>
                <a:latin typeface="Meiryo"/>
                <a:ea typeface="Meiryo"/>
                <a:cs typeface="Meiryo"/>
              </a:rPr>
              <a:t>Before submitting, use Browse files to check that the commit contains all required files.</a:t>
            </a:r>
          </a:p>
        </p:txBody>
      </p:sp>
      <p:sp>
        <p:nvSpPr>
          <p:cNvPr id="22" name="tag:Setup checklist">
            <a:hlinkClick action="ppaction://hlinksldjump" r:id="rId5"/>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buNone/>
              <a:defRPr sz="1575" b="0">
                <a:solidFill>
                  <a:srgbClr val="007F80"/>
                </a:solidFill>
                <a:latin typeface="Meiryo"/>
                <a:ea typeface="Meiryo"/>
                <a:cs typeface="Meiryo"/>
              </a:defRPr>
            </a:pPr>
            <a:r>
              <a:rPr sz="1575" b="0">
                <a:solidFill>
                  <a:srgbClr val="007F80"/>
                </a:solidFill>
                <a:latin typeface="Meiryo"/>
                <a:ea typeface="Meiryo"/>
                <a:cs typeface="Meiryo"/>
              </a:rPr>
              <a:t>Setup checklist</a:t>
            </a:r>
          </a:p>
        </p:txBody>
      </p:sp>
      <p:sp>
        <p:nvSpPr>
          <p:cNvPr id="23" name="footer:AI and Data Literacy    Initial setup"/>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 and Data Literacy    Initial setup</a:t>
            </a:r>
          </a:p>
        </p:txBody>
      </p:sp>
      <p:sp>
        <p:nvSpPr>
          <p:cNvPr id="24" name="footer:33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33 / 37</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Submitting and continuing"/>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buNone/>
              <a:defRPr sz="1800" b="1">
                <a:solidFill>
                  <a:srgbClr val="007F80"/>
                </a:solidFill>
                <a:latin typeface="Meiryo"/>
                <a:ea typeface="Meiryo"/>
                <a:cs typeface="Meiryo"/>
              </a:defRPr>
            </a:pPr>
            <a:r>
              <a:rPr sz="1800" b="1">
                <a:solidFill>
                  <a:srgbClr val="007F80"/>
                </a:solidFill>
                <a:latin typeface="Meiryo"/>
                <a:ea typeface="Meiryo"/>
                <a:cs typeface="Meiryo"/>
              </a:rPr>
              <a:t>Submitting and continuing</a:t>
            </a:r>
          </a:p>
        </p:txBody>
      </p:sp>
      <p:sp>
        <p:nvSpPr>
          <p:cNvPr id="4" name="title:Joining or continuing later"/>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buNone/>
              <a:defRPr sz="3400" b="1">
                <a:solidFill>
                  <a:srgbClr val="1D343E"/>
                </a:solidFill>
                <a:latin typeface="Meiryo"/>
                <a:ea typeface="Meiryo"/>
                <a:cs typeface="Meiryo"/>
              </a:defRPr>
            </a:pPr>
            <a:r>
              <a:rPr sz="3400" b="1">
                <a:solidFill>
                  <a:srgbClr val="1D343E"/>
                </a:solidFill>
                <a:latin typeface="Meiryo"/>
                <a:ea typeface="Meiryo"/>
                <a:cs typeface="Meiryo"/>
              </a:rPr>
              <a:t>Joining or continuing later</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git-branch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700784"/>
            <a:ext cx="3511296" cy="3611880"/>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keyboard_007F80.png"/>
          <p:cNvPicPr>
            <a:picLocks noChangeAspect="1"/>
          </p:cNvPicPr>
          <p:nvPr/>
        </p:nvPicPr>
        <p:blipFill>
          <a:blip r:embed="rId4"/>
          <a:stretch>
            <a:fillRect/>
          </a:stretch>
        </p:blipFill>
        <p:spPr>
          <a:xfrm>
            <a:off x="841248" y="1947672"/>
            <a:ext cx="438912" cy="438912"/>
          </a:xfrm>
          <a:prstGeom prst="rect">
            <a:avLst/>
          </a:prstGeom>
        </p:spPr>
      </p:pic>
      <p:sp>
        <p:nvSpPr>
          <p:cNvPr id="9" name="body:Starting now"/>
          <p:cNvSpPr txBox="1"/>
          <p:nvPr/>
        </p:nvSpPr>
        <p:spPr>
          <a:xfrm>
            <a:off x="841248" y="2642615"/>
            <a:ext cx="3017520" cy="477773"/>
          </a:xfrm>
          <a:prstGeom prst="rect">
            <a:avLst/>
          </a:prstGeom>
          <a:noFill/>
        </p:spPr>
        <p:txBody>
          <a:bodyPr wrap="none" lIns="0" rIns="0" tIns="0" bIns="0" anchor="t">
            <a:spAutoFit/>
          </a:bodyPr>
          <a:lstStyle/>
          <a:p>
            <a:pPr>
              <a:lnSpc>
                <a:spcPct val="114000"/>
              </a:lnSpc>
              <a:spcBef>
                <a:spcPts val="0"/>
              </a:spcBef>
              <a:spcAft>
                <a:spcPts val="0"/>
              </a:spcAft>
              <a:buNone/>
              <a:defRPr sz="2700" b="1">
                <a:solidFill>
                  <a:srgbClr val="1D343E"/>
                </a:solidFill>
                <a:latin typeface="Meiryo"/>
                <a:ea typeface="Meiryo"/>
                <a:cs typeface="Meiryo"/>
              </a:defRPr>
            </a:pPr>
            <a:r>
              <a:rPr sz="2700" b="1">
                <a:solidFill>
                  <a:srgbClr val="1D343E"/>
                </a:solidFill>
                <a:latin typeface="Meiryo"/>
                <a:ea typeface="Meiryo"/>
                <a:cs typeface="Meiryo"/>
              </a:rPr>
              <a:t>Starting now</a:t>
            </a:r>
          </a:p>
        </p:txBody>
      </p:sp>
      <p:sp>
        <p:nvSpPr>
          <p:cNvPr id="10" name="body:Follow the setup steps.&#10;Use the same initial&#10;registration form."/>
          <p:cNvSpPr txBox="1"/>
          <p:nvPr/>
        </p:nvSpPr>
        <p:spPr>
          <a:xfrm>
            <a:off x="841248" y="3321557"/>
            <a:ext cx="3017520" cy="1107186"/>
          </a:xfrm>
          <a:prstGeom prst="rect">
            <a:avLst/>
          </a:prstGeom>
          <a:noFill/>
        </p:spPr>
        <p:txBody>
          <a:bodyPr wrap="none" lIns="0" rIns="0" tIns="0" bIns="0" anchor="t">
            <a:spAutoFit/>
          </a:bodyPr>
          <a:lstStyle/>
          <a:p>
            <a:pPr>
              <a:lnSpc>
                <a:spcPct val="114000"/>
              </a:lnSpc>
              <a:spcBef>
                <a:spcPts val="0"/>
              </a:spcBef>
              <a:spcAft>
                <a:spcPts val="0"/>
              </a:spcAft>
              <a:buNone/>
              <a:defRPr sz="1925" b="0">
                <a:solidFill>
                  <a:srgbClr val="1D343E"/>
                </a:solidFill>
                <a:latin typeface="Meiryo"/>
                <a:ea typeface="Meiryo"/>
                <a:cs typeface="Meiryo"/>
              </a:defRPr>
            </a:pPr>
            <a:r>
              <a:rPr sz="1925" b="0">
                <a:solidFill>
                  <a:srgbClr val="1D343E"/>
                </a:solidFill>
                <a:latin typeface="Meiryo"/>
                <a:ea typeface="Meiryo"/>
                <a:cs typeface="Meiryo"/>
              </a:rPr>
              <a:t>Follow the setup steps.</a:t>
            </a:r>
          </a:p>
          <a:p>
            <a:pPr>
              <a:lnSpc>
                <a:spcPct val="114000"/>
              </a:lnSpc>
              <a:spcBef>
                <a:spcPts val="0"/>
              </a:spcBef>
              <a:spcAft>
                <a:spcPts val="0"/>
              </a:spcAft>
              <a:buNone/>
              <a:defRPr sz="1925" b="0">
                <a:solidFill>
                  <a:srgbClr val="1D343E"/>
                </a:solidFill>
                <a:latin typeface="Meiryo"/>
                <a:ea typeface="Meiryo"/>
                <a:cs typeface="Meiryo"/>
              </a:defRPr>
            </a:pPr>
            <a:r>
              <a:rPr sz="1925" b="0">
                <a:solidFill>
                  <a:srgbClr val="1D343E"/>
                </a:solidFill>
                <a:latin typeface="Meiryo"/>
                <a:ea typeface="Meiryo"/>
                <a:cs typeface="Meiryo"/>
              </a:rPr>
              <a:t>Use the same initial</a:t>
            </a:r>
          </a:p>
          <a:p>
            <a:pPr>
              <a:lnSpc>
                <a:spcPct val="114000"/>
              </a:lnSpc>
              <a:spcBef>
                <a:spcPts val="0"/>
              </a:spcBef>
              <a:spcAft>
                <a:spcPts val="0"/>
              </a:spcAft>
              <a:buNone/>
              <a:defRPr sz="1925" b="0">
                <a:solidFill>
                  <a:srgbClr val="1D343E"/>
                </a:solidFill>
                <a:latin typeface="Meiryo"/>
                <a:ea typeface="Meiryo"/>
                <a:cs typeface="Meiryo"/>
              </a:defRPr>
            </a:pPr>
            <a:r>
              <a:rPr sz="1925" b="0">
                <a:solidFill>
                  <a:srgbClr val="1D343E"/>
                </a:solidFill>
                <a:latin typeface="Meiryo"/>
                <a:ea typeface="Meiryo"/>
                <a:cs typeface="Meiryo"/>
              </a:rPr>
              <a:t>registration form.</a:t>
            </a:r>
          </a:p>
        </p:txBody>
      </p:sp>
      <p:sp>
        <p:nvSpPr>
          <p:cNvPr id="11" name="Rectangle 10"/>
          <p:cNvSpPr/>
          <p:nvPr/>
        </p:nvSpPr>
        <p:spPr>
          <a:xfrm>
            <a:off x="4343400" y="1700784"/>
            <a:ext cx="3511296" cy="361188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older_007F80.png"/>
          <p:cNvPicPr>
            <a:picLocks noChangeAspect="1"/>
          </p:cNvPicPr>
          <p:nvPr/>
        </p:nvPicPr>
        <p:blipFill>
          <a:blip r:embed="rId5"/>
          <a:stretch>
            <a:fillRect/>
          </a:stretch>
        </p:blipFill>
        <p:spPr>
          <a:xfrm>
            <a:off x="4590288" y="1947672"/>
            <a:ext cx="438912" cy="438912"/>
          </a:xfrm>
          <a:prstGeom prst="rect">
            <a:avLst/>
          </a:prstGeom>
        </p:spPr>
      </p:pic>
      <p:sp>
        <p:nvSpPr>
          <p:cNvPr id="13" name="body:Continuing"/>
          <p:cNvSpPr txBox="1"/>
          <p:nvPr/>
        </p:nvSpPr>
        <p:spPr>
          <a:xfrm>
            <a:off x="4590288" y="2642615"/>
            <a:ext cx="3017520" cy="477773"/>
          </a:xfrm>
          <a:prstGeom prst="rect">
            <a:avLst/>
          </a:prstGeom>
          <a:noFill/>
        </p:spPr>
        <p:txBody>
          <a:bodyPr wrap="none" lIns="0" rIns="0" tIns="0" bIns="0" anchor="t">
            <a:spAutoFit/>
          </a:bodyPr>
          <a:lstStyle/>
          <a:p>
            <a:pPr>
              <a:lnSpc>
                <a:spcPct val="114000"/>
              </a:lnSpc>
              <a:spcBef>
                <a:spcPts val="0"/>
              </a:spcBef>
              <a:spcAft>
                <a:spcPts val="0"/>
              </a:spcAft>
              <a:buNone/>
              <a:defRPr sz="2700" b="1">
                <a:solidFill>
                  <a:srgbClr val="1D343E"/>
                </a:solidFill>
                <a:latin typeface="Meiryo"/>
                <a:ea typeface="Meiryo"/>
                <a:cs typeface="Meiryo"/>
              </a:defRPr>
            </a:pPr>
            <a:r>
              <a:rPr sz="2700" b="1">
                <a:solidFill>
                  <a:srgbClr val="1D343E"/>
                </a:solidFill>
                <a:latin typeface="Meiryo"/>
                <a:ea typeface="Meiryo"/>
                <a:cs typeface="Meiryo"/>
              </a:rPr>
              <a:t>Continuing</a:t>
            </a:r>
          </a:p>
        </p:txBody>
      </p:sp>
      <p:sp>
        <p:nvSpPr>
          <p:cNvPr id="14" name="body:Keep your ai-learning.&#10;Continue from your&#10;first unfinished step.&#10;No need to recreate it."/>
          <p:cNvSpPr txBox="1"/>
          <p:nvPr/>
        </p:nvSpPr>
        <p:spPr>
          <a:xfrm>
            <a:off x="4590288" y="3321557"/>
            <a:ext cx="3017520" cy="1451864"/>
          </a:xfrm>
          <a:prstGeom prst="rect">
            <a:avLst/>
          </a:prstGeom>
          <a:noFill/>
        </p:spPr>
        <p:txBody>
          <a:bodyPr wrap="none" lIns="0" rIns="0" tIns="0" bIns="0" anchor="t">
            <a:spAutoFit/>
          </a:bodyPr>
          <a:lstStyle/>
          <a:p>
            <a:pPr>
              <a:lnSpc>
                <a:spcPct val="114000"/>
              </a:lnSpc>
              <a:spcBef>
                <a:spcPts val="0"/>
              </a:spcBef>
              <a:spcAft>
                <a:spcPts val="0"/>
              </a:spcAft>
              <a:buNone/>
              <a:defRPr sz="1925" b="0">
                <a:solidFill>
                  <a:srgbClr val="1D343E"/>
                </a:solidFill>
                <a:latin typeface="Meiryo"/>
                <a:ea typeface="Meiryo"/>
                <a:cs typeface="Meiryo"/>
              </a:defRPr>
            </a:pPr>
            <a:r>
              <a:rPr sz="1925" b="0">
                <a:solidFill>
                  <a:srgbClr val="1D343E"/>
                </a:solidFill>
                <a:latin typeface="Meiryo"/>
                <a:ea typeface="Meiryo"/>
                <a:cs typeface="Meiryo"/>
              </a:rPr>
              <a:t>Keep your ai-learning.</a:t>
            </a:r>
          </a:p>
          <a:p>
            <a:pPr>
              <a:lnSpc>
                <a:spcPct val="114000"/>
              </a:lnSpc>
              <a:spcBef>
                <a:spcPts val="0"/>
              </a:spcBef>
              <a:spcAft>
                <a:spcPts val="0"/>
              </a:spcAft>
              <a:buNone/>
              <a:defRPr sz="1925" b="0">
                <a:solidFill>
                  <a:srgbClr val="1D343E"/>
                </a:solidFill>
                <a:latin typeface="Meiryo"/>
                <a:ea typeface="Meiryo"/>
                <a:cs typeface="Meiryo"/>
              </a:defRPr>
            </a:pPr>
            <a:r>
              <a:rPr sz="1925" b="0">
                <a:solidFill>
                  <a:srgbClr val="1D343E"/>
                </a:solidFill>
                <a:latin typeface="Meiryo"/>
                <a:ea typeface="Meiryo"/>
                <a:cs typeface="Meiryo"/>
              </a:rPr>
              <a:t>Continue from your</a:t>
            </a:r>
          </a:p>
          <a:p>
            <a:pPr>
              <a:lnSpc>
                <a:spcPct val="114000"/>
              </a:lnSpc>
              <a:spcBef>
                <a:spcPts val="0"/>
              </a:spcBef>
              <a:spcAft>
                <a:spcPts val="0"/>
              </a:spcAft>
              <a:buNone/>
              <a:defRPr sz="1925" b="0">
                <a:solidFill>
                  <a:srgbClr val="1D343E"/>
                </a:solidFill>
                <a:latin typeface="Meiryo"/>
                <a:ea typeface="Meiryo"/>
                <a:cs typeface="Meiryo"/>
              </a:defRPr>
            </a:pPr>
            <a:r>
              <a:rPr sz="1925" b="0">
                <a:solidFill>
                  <a:srgbClr val="1D343E"/>
                </a:solidFill>
                <a:latin typeface="Meiryo"/>
                <a:ea typeface="Meiryo"/>
                <a:cs typeface="Meiryo"/>
              </a:rPr>
              <a:t>first unfinished step.</a:t>
            </a:r>
          </a:p>
          <a:p>
            <a:pPr>
              <a:lnSpc>
                <a:spcPct val="114000"/>
              </a:lnSpc>
              <a:spcBef>
                <a:spcPts val="0"/>
              </a:spcBef>
              <a:spcAft>
                <a:spcPts val="0"/>
              </a:spcAft>
              <a:buNone/>
              <a:defRPr sz="1925" b="0">
                <a:solidFill>
                  <a:srgbClr val="1D343E"/>
                </a:solidFill>
                <a:latin typeface="Meiryo"/>
                <a:ea typeface="Meiryo"/>
                <a:cs typeface="Meiryo"/>
              </a:defRPr>
            </a:pPr>
            <a:r>
              <a:rPr sz="1925" b="0">
                <a:solidFill>
                  <a:srgbClr val="1D343E"/>
                </a:solidFill>
                <a:latin typeface="Meiryo"/>
                <a:ea typeface="Meiryo"/>
                <a:cs typeface="Meiryo"/>
              </a:rPr>
              <a:t>No need to recreate it.</a:t>
            </a:r>
          </a:p>
        </p:txBody>
      </p:sp>
      <p:sp>
        <p:nvSpPr>
          <p:cNvPr id="15" name="Rectangle 14"/>
          <p:cNvSpPr/>
          <p:nvPr/>
        </p:nvSpPr>
        <p:spPr>
          <a:xfrm>
            <a:off x="8092440" y="1700784"/>
            <a:ext cx="3493008" cy="3611880"/>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file-text_007F80.png"/>
          <p:cNvPicPr>
            <a:picLocks noChangeAspect="1"/>
          </p:cNvPicPr>
          <p:nvPr/>
        </p:nvPicPr>
        <p:blipFill>
          <a:blip r:embed="rId6"/>
          <a:stretch>
            <a:fillRect/>
          </a:stretch>
        </p:blipFill>
        <p:spPr>
          <a:xfrm>
            <a:off x="8339327" y="1947672"/>
            <a:ext cx="438912" cy="438912"/>
          </a:xfrm>
          <a:prstGeom prst="rect">
            <a:avLst/>
          </a:prstGeom>
        </p:spPr>
      </p:pic>
      <p:sp>
        <p:nvSpPr>
          <p:cNvPr id="17" name="body:Making corrections"/>
          <p:cNvSpPr txBox="1"/>
          <p:nvPr/>
        </p:nvSpPr>
        <p:spPr>
          <a:xfrm>
            <a:off x="8339327" y="2642615"/>
            <a:ext cx="2999232" cy="477773"/>
          </a:xfrm>
          <a:prstGeom prst="rect">
            <a:avLst/>
          </a:prstGeom>
          <a:noFill/>
        </p:spPr>
        <p:txBody>
          <a:bodyPr wrap="none" lIns="0" rIns="0" tIns="0" bIns="0" anchor="t">
            <a:spAutoFit/>
          </a:bodyPr>
          <a:lstStyle/>
          <a:p>
            <a:pPr>
              <a:lnSpc>
                <a:spcPct val="114000"/>
              </a:lnSpc>
              <a:spcBef>
                <a:spcPts val="0"/>
              </a:spcBef>
              <a:spcAft>
                <a:spcPts val="0"/>
              </a:spcAft>
              <a:buNone/>
              <a:defRPr sz="2175" b="1">
                <a:solidFill>
                  <a:srgbClr val="1D343E"/>
                </a:solidFill>
                <a:latin typeface="Meiryo"/>
                <a:ea typeface="Meiryo"/>
                <a:cs typeface="Meiryo"/>
              </a:defRPr>
            </a:pPr>
            <a:r>
              <a:rPr sz="2175" b="1">
                <a:solidFill>
                  <a:srgbClr val="1D343E"/>
                </a:solidFill>
                <a:latin typeface="Meiryo"/>
                <a:ea typeface="Meiryo"/>
                <a:cs typeface="Meiryo"/>
              </a:rPr>
              <a:t>Making corrections</a:t>
            </a:r>
          </a:p>
        </p:txBody>
      </p:sp>
      <p:sp>
        <p:nvSpPr>
          <p:cNvPr id="18" name="body:Update your image or record.&#10;Correct registration too&#10;if your username or&#10;repository URL was wrong."/>
          <p:cNvSpPr txBox="1"/>
          <p:nvPr/>
        </p:nvSpPr>
        <p:spPr>
          <a:xfrm>
            <a:off x="8339327" y="3321557"/>
            <a:ext cx="2999232" cy="1451864"/>
          </a:xfrm>
          <a:prstGeom prst="rect">
            <a:avLst/>
          </a:prstGeom>
          <a:noFill/>
        </p:spPr>
        <p:txBody>
          <a:bodyPr wrap="none" lIns="0" tIns="0" rIns="0" bIns="0" anchor="t">
            <a:noAutofit/>
          </a:bodyPr>
          <a:lstStyle/>
          <a:p>
            <a:pPr>
              <a:lnSpc>
                <a:spcPct val="114000"/>
              </a:lnSpc>
              <a:spcBef>
                <a:spcPts val="0"/>
              </a:spcBef>
              <a:spcAft>
                <a:spcPts val="0"/>
              </a:spcAft>
              <a:buNone/>
              <a:defRPr sz="1475" b="0">
                <a:solidFill>
                  <a:srgbClr val="1D343E"/>
                </a:solidFill>
                <a:latin typeface="Meiryo"/>
                <a:ea typeface="Meiryo"/>
                <a:cs typeface="Meiryo"/>
              </a:defRPr>
            </a:pPr>
            <a:r>
              <a:rPr sz="1475" b="0">
                <a:solidFill>
                  <a:srgbClr val="1D343E"/>
                </a:solidFill>
                <a:latin typeface="Meiryo"/>
                <a:ea typeface="Meiryo"/>
                <a:cs typeface="Meiryo"/>
              </a:rPr>
              <a:t>Update your image or record.</a:t>
            </a:r>
          </a:p>
          <a:p>
            <a:pPr>
              <a:lnSpc>
                <a:spcPct val="114000"/>
              </a:lnSpc>
              <a:spcBef>
                <a:spcPts val="0"/>
              </a:spcBef>
              <a:spcAft>
                <a:spcPts val="0"/>
              </a:spcAft>
              <a:buNone/>
              <a:defRPr sz="1475" b="0">
                <a:solidFill>
                  <a:srgbClr val="1D343E"/>
                </a:solidFill>
                <a:latin typeface="Meiryo"/>
                <a:ea typeface="Meiryo"/>
                <a:cs typeface="Meiryo"/>
              </a:defRPr>
            </a:pPr>
            <a:r>
              <a:rPr sz="1475" b="0">
                <a:solidFill>
                  <a:srgbClr val="1D343E"/>
                </a:solidFill>
                <a:latin typeface="Meiryo"/>
                <a:ea typeface="Meiryo"/>
                <a:cs typeface="Meiryo"/>
              </a:rPr>
              <a:t>Correct registration too</a:t>
            </a:r>
          </a:p>
          <a:p>
            <a:pPr>
              <a:lnSpc>
                <a:spcPct val="114000"/>
              </a:lnSpc>
              <a:spcBef>
                <a:spcPts val="0"/>
              </a:spcBef>
              <a:spcAft>
                <a:spcPts val="0"/>
              </a:spcAft>
              <a:buNone/>
              <a:defRPr sz="1475" b="0">
                <a:solidFill>
                  <a:srgbClr val="1D343E"/>
                </a:solidFill>
                <a:latin typeface="Meiryo"/>
                <a:ea typeface="Meiryo"/>
                <a:cs typeface="Meiryo"/>
              </a:defRPr>
            </a:pPr>
            <a:r>
              <a:rPr sz="1475" b="0">
                <a:solidFill>
                  <a:srgbClr val="1D343E"/>
                </a:solidFill>
                <a:latin typeface="Meiryo"/>
                <a:ea typeface="Meiryo"/>
                <a:cs typeface="Meiryo"/>
              </a:rPr>
              <a:t>if your username or</a:t>
            </a:r>
          </a:p>
          <a:p>
            <a:pPr>
              <a:lnSpc>
                <a:spcPct val="114000"/>
              </a:lnSpc>
              <a:spcBef>
                <a:spcPts val="0"/>
              </a:spcBef>
              <a:spcAft>
                <a:spcPts val="0"/>
              </a:spcAft>
              <a:buNone/>
              <a:defRPr sz="1475" b="0">
                <a:solidFill>
                  <a:srgbClr val="1D343E"/>
                </a:solidFill>
                <a:latin typeface="Meiryo"/>
                <a:ea typeface="Meiryo"/>
                <a:cs typeface="Meiryo"/>
              </a:defRPr>
            </a:pPr>
            <a:r>
              <a:rPr sz="1475" b="0">
                <a:solidFill>
                  <a:srgbClr val="1D343E"/>
                </a:solidFill>
                <a:latin typeface="Meiryo"/>
                <a:ea typeface="Meiryo"/>
                <a:cs typeface="Meiryo"/>
              </a:rPr>
              <a:t>repository URL was wrong.</a:t>
            </a:r>
          </a:p>
        </p:txBody>
      </p:sp>
      <p:sp>
        <p:nvSpPr>
          <p:cNvPr id="19" name="Rectangle 18"/>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ircle-check_007F80.png"/>
          <p:cNvPicPr>
            <a:picLocks noChangeAspect="1"/>
          </p:cNvPicPr>
          <p:nvPr/>
        </p:nvPicPr>
        <p:blipFill>
          <a:blip r:embed="rId7"/>
          <a:stretch>
            <a:fillRect/>
          </a:stretch>
        </p:blipFill>
        <p:spPr>
          <a:xfrm>
            <a:off x="749808" y="5751576"/>
            <a:ext cx="283464" cy="283464"/>
          </a:xfrm>
          <a:prstGeom prst="rect">
            <a:avLst/>
          </a:prstGeom>
        </p:spPr>
      </p:pic>
      <p:sp>
        <p:nvSpPr>
          <p:cNvPr id="21" name="result:Image or record edits need no new registration. Ask your instructor about past deadlines."/>
          <p:cNvSpPr txBox="1"/>
          <p:nvPr/>
        </p:nvSpPr>
        <p:spPr>
          <a:xfrm>
            <a:off x="1179576" y="5710428"/>
            <a:ext cx="10168128" cy="438912"/>
          </a:xfrm>
          <a:prstGeom prst="rect">
            <a:avLst/>
          </a:prstGeom>
          <a:noFill/>
        </p:spPr>
        <p:txBody>
          <a:bodyPr wrap="none" lIns="0" tIns="0" rIns="0" bIns="0" anchor="t">
            <a:noAutofit/>
          </a:bodyPr>
          <a:lstStyle/>
          <a:p>
            <a:pPr>
              <a:lnSpc>
                <a:spcPct val="114000"/>
              </a:lnSpc>
              <a:spcBef>
                <a:spcPts val="0"/>
              </a:spcBef>
              <a:spcAft>
                <a:spcPts val="0"/>
              </a:spcAft>
              <a:buNone/>
              <a:defRPr sz="1638" b="0">
                <a:solidFill>
                  <a:srgbClr val="1D343E"/>
                </a:solidFill>
                <a:latin typeface="Meiryo"/>
                <a:ea typeface="Meiryo"/>
                <a:cs typeface="Meiryo"/>
              </a:defRPr>
            </a:pPr>
            <a:r>
              <a:rPr sz="1638" b="0">
                <a:solidFill>
                  <a:srgbClr val="1D343E"/>
                </a:solidFill>
                <a:latin typeface="Meiryo"/>
                <a:ea typeface="Meiryo"/>
                <a:cs typeface="Meiryo"/>
              </a:rPr>
              <a:t>Image or record edits need no new registration. Ask your instructor about past deadlines.</a:t>
            </a:r>
          </a:p>
        </p:txBody>
      </p:sp>
      <p:sp>
        <p:nvSpPr>
          <p:cNvPr id="22" name="tag:Setup checklist">
            <a:hlinkClick action="ppaction://hlinksldjump" r:id="rId8"/>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buNone/>
              <a:defRPr sz="1575" b="0">
                <a:solidFill>
                  <a:srgbClr val="007F80"/>
                </a:solidFill>
                <a:latin typeface="Meiryo"/>
                <a:ea typeface="Meiryo"/>
                <a:cs typeface="Meiryo"/>
              </a:defRPr>
            </a:pPr>
            <a:r>
              <a:rPr sz="1575" b="0">
                <a:solidFill>
                  <a:srgbClr val="007F80"/>
                </a:solidFill>
                <a:latin typeface="Meiryo"/>
                <a:ea typeface="Meiryo"/>
                <a:cs typeface="Meiryo"/>
              </a:rPr>
              <a:t>Setup checklist</a:t>
            </a:r>
          </a:p>
        </p:txBody>
      </p:sp>
      <p:sp>
        <p:nvSpPr>
          <p:cNvPr id="23" name="footer:AI and Data Literacy    Initial setup"/>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 and Data Literacy    Initial setup</a:t>
            </a:r>
          </a:p>
        </p:txBody>
      </p:sp>
      <p:sp>
        <p:nvSpPr>
          <p:cNvPr id="24" name="footer:34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34 / 37</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Submitting and continuing"/>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buNone/>
              <a:defRPr sz="1800" b="1">
                <a:solidFill>
                  <a:srgbClr val="007F80"/>
                </a:solidFill>
                <a:latin typeface="Meiryo"/>
                <a:ea typeface="Meiryo"/>
                <a:cs typeface="Meiryo"/>
              </a:defRPr>
            </a:pPr>
            <a:r>
              <a:rPr sz="1800" b="1">
                <a:solidFill>
                  <a:srgbClr val="007F80"/>
                </a:solidFill>
                <a:latin typeface="Meiryo"/>
                <a:ea typeface="Meiryo"/>
                <a:cs typeface="Meiryo"/>
              </a:rPr>
              <a:t>Submitting and continuing</a:t>
            </a:r>
          </a:p>
        </p:txBody>
      </p:sp>
      <p:sp>
        <p:nvSpPr>
          <p:cNvPr id="4" name="title:When you get stuck"/>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buNone/>
              <a:defRPr sz="3400" b="1">
                <a:solidFill>
                  <a:srgbClr val="1D343E"/>
                </a:solidFill>
                <a:latin typeface="Meiryo"/>
                <a:ea typeface="Meiryo"/>
                <a:cs typeface="Meiryo"/>
              </a:defRPr>
            </a:pPr>
            <a:r>
              <a:rPr sz="3400" b="1">
                <a:solidFill>
                  <a:srgbClr val="1D343E"/>
                </a:solidFill>
                <a:latin typeface="Meiryo"/>
                <a:ea typeface="Meiryo"/>
                <a:cs typeface="Meiryo"/>
              </a:rPr>
              <a:t>When you get stuck</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riangle-alert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700784"/>
            <a:ext cx="3511296" cy="3611880"/>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ock-keyhole_007F80.png"/>
          <p:cNvPicPr>
            <a:picLocks noChangeAspect="1"/>
          </p:cNvPicPr>
          <p:nvPr/>
        </p:nvPicPr>
        <p:blipFill>
          <a:blip r:embed="rId4"/>
          <a:stretch>
            <a:fillRect/>
          </a:stretch>
        </p:blipFill>
        <p:spPr>
          <a:xfrm>
            <a:off x="841248" y="1947672"/>
            <a:ext cx="438912" cy="438912"/>
          </a:xfrm>
          <a:prstGeom prst="rect">
            <a:avLst/>
          </a:prstGeom>
        </p:spPr>
      </p:pic>
      <p:sp>
        <p:nvSpPr>
          <p:cNvPr id="9" name="body:Cannot sign in"/>
          <p:cNvSpPr txBox="1"/>
          <p:nvPr/>
        </p:nvSpPr>
        <p:spPr>
          <a:xfrm>
            <a:off x="841248" y="2642615"/>
            <a:ext cx="3017520" cy="477773"/>
          </a:xfrm>
          <a:prstGeom prst="rect">
            <a:avLst/>
          </a:prstGeom>
          <a:noFill/>
        </p:spPr>
        <p:txBody>
          <a:bodyPr wrap="none" lIns="0" rIns="0" tIns="0" bIns="0" anchor="t">
            <a:spAutoFit/>
          </a:bodyPr>
          <a:lstStyle/>
          <a:p>
            <a:pPr>
              <a:lnSpc>
                <a:spcPct val="114000"/>
              </a:lnSpc>
              <a:spcBef>
                <a:spcPts val="0"/>
              </a:spcBef>
              <a:spcAft>
                <a:spcPts val="0"/>
              </a:spcAft>
              <a:buNone/>
              <a:defRPr sz="2700" b="1">
                <a:solidFill>
                  <a:srgbClr val="1D343E"/>
                </a:solidFill>
                <a:latin typeface="Meiryo"/>
                <a:ea typeface="Meiryo"/>
                <a:cs typeface="Meiryo"/>
              </a:defRPr>
            </a:pPr>
            <a:r>
              <a:rPr sz="2700" b="1">
                <a:solidFill>
                  <a:srgbClr val="1D343E"/>
                </a:solidFill>
                <a:latin typeface="Meiryo"/>
                <a:ea typeface="Meiryo"/>
                <a:cs typeface="Meiryo"/>
              </a:rPr>
              <a:t>Cannot sign in</a:t>
            </a:r>
          </a:p>
        </p:txBody>
      </p:sp>
      <p:sp>
        <p:nvSpPr>
          <p:cNvPr id="10" name="body:Course: specified account.&#10;GitHub: separate account.&#10;Check slides 5 to 8."/>
          <p:cNvSpPr txBox="1"/>
          <p:nvPr/>
        </p:nvSpPr>
        <p:spPr>
          <a:xfrm>
            <a:off x="841248" y="3321557"/>
            <a:ext cx="3017520" cy="1511808"/>
          </a:xfrm>
          <a:prstGeom prst="rect">
            <a:avLst/>
          </a:prstGeom>
          <a:noFill/>
        </p:spPr>
        <p:txBody>
          <a:bodyPr wrap="none" lIns="0" tIns="0" rIns="0" bIns="0" anchor="t">
            <a:noAutofit/>
          </a:bodyPr>
          <a:lstStyle/>
          <a:p>
            <a:pPr>
              <a:lnSpc>
                <a:spcPct val="114000"/>
              </a:lnSpc>
              <a:spcBef>
                <a:spcPts val="0"/>
              </a:spcBef>
              <a:spcAft>
                <a:spcPts val="0"/>
              </a:spcAft>
              <a:buNone/>
              <a:defRPr sz="1725" b="0">
                <a:solidFill>
                  <a:srgbClr val="1D343E"/>
                </a:solidFill>
                <a:latin typeface="Meiryo"/>
                <a:ea typeface="Meiryo"/>
                <a:cs typeface="Meiryo"/>
              </a:defRPr>
            </a:pPr>
            <a:r>
              <a:rPr sz="1725" b="0">
                <a:solidFill>
                  <a:srgbClr val="1D343E"/>
                </a:solidFill>
                <a:latin typeface="Meiryo"/>
                <a:ea typeface="Meiryo"/>
                <a:cs typeface="Meiryo"/>
              </a:rPr>
              <a:t>Course: specified account.</a:t>
            </a:r>
          </a:p>
          <a:p>
            <a:pPr>
              <a:lnSpc>
                <a:spcPct val="114000"/>
              </a:lnSpc>
              <a:spcBef>
                <a:spcPts val="0"/>
              </a:spcBef>
              <a:spcAft>
                <a:spcPts val="0"/>
              </a:spcAft>
              <a:buNone/>
              <a:defRPr sz="1725" b="0">
                <a:solidFill>
                  <a:srgbClr val="1D343E"/>
                </a:solidFill>
                <a:latin typeface="Meiryo"/>
                <a:ea typeface="Meiryo"/>
                <a:cs typeface="Meiryo"/>
              </a:defRPr>
            </a:pPr>
            <a:r>
              <a:rPr sz="1725" b="0">
                <a:solidFill>
                  <a:srgbClr val="1D343E"/>
                </a:solidFill>
                <a:latin typeface="Meiryo"/>
                <a:ea typeface="Meiryo"/>
                <a:cs typeface="Meiryo"/>
              </a:rPr>
              <a:t>GitHub: separate account.</a:t>
            </a:r>
          </a:p>
          <a:p>
            <a:pPr>
              <a:lnSpc>
                <a:spcPct val="114000"/>
              </a:lnSpc>
              <a:spcBef>
                <a:spcPts val="0"/>
              </a:spcBef>
              <a:spcAft>
                <a:spcPts val="0"/>
              </a:spcAft>
              <a:buNone/>
              <a:defRPr sz="1725" b="0">
                <a:solidFill>
                  <a:srgbClr val="1D343E"/>
                </a:solidFill>
                <a:latin typeface="Meiryo"/>
                <a:ea typeface="Meiryo"/>
                <a:cs typeface="Meiryo"/>
              </a:defRPr>
            </a:pPr>
            <a:r>
              <a:rPr sz="1725" b="0">
                <a:solidFill>
                  <a:srgbClr val="1D343E"/>
                </a:solidFill>
                <a:latin typeface="Meiryo"/>
                <a:ea typeface="Meiryo"/>
                <a:cs typeface="Meiryo"/>
              </a:rPr>
              <a:t>Check slides 5 to 8.</a:t>
            </a:r>
          </a:p>
        </p:txBody>
      </p:sp>
      <p:sp>
        <p:nvSpPr>
          <p:cNvPr id="11" name="Rectangle 10"/>
          <p:cNvSpPr/>
          <p:nvPr/>
        </p:nvSpPr>
        <p:spPr>
          <a:xfrm>
            <a:off x="4343400" y="1700784"/>
            <a:ext cx="3511296" cy="361188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older_007F80.png"/>
          <p:cNvPicPr>
            <a:picLocks noChangeAspect="1"/>
          </p:cNvPicPr>
          <p:nvPr/>
        </p:nvPicPr>
        <p:blipFill>
          <a:blip r:embed="rId5"/>
          <a:stretch>
            <a:fillRect/>
          </a:stretch>
        </p:blipFill>
        <p:spPr>
          <a:xfrm>
            <a:off x="4590288" y="1947672"/>
            <a:ext cx="438912" cy="438912"/>
          </a:xfrm>
          <a:prstGeom prst="rect">
            <a:avLst/>
          </a:prstGeom>
        </p:spPr>
      </p:pic>
      <p:sp>
        <p:nvSpPr>
          <p:cNvPr id="13" name="body:Cannot edit"/>
          <p:cNvSpPr txBox="1"/>
          <p:nvPr/>
        </p:nvSpPr>
        <p:spPr>
          <a:xfrm>
            <a:off x="4590288" y="2642615"/>
            <a:ext cx="3017520" cy="477773"/>
          </a:xfrm>
          <a:prstGeom prst="rect">
            <a:avLst/>
          </a:prstGeom>
          <a:noFill/>
        </p:spPr>
        <p:txBody>
          <a:bodyPr wrap="none" lIns="0" rIns="0" tIns="0" bIns="0" anchor="t">
            <a:spAutoFit/>
          </a:bodyPr>
          <a:lstStyle/>
          <a:p>
            <a:pPr>
              <a:lnSpc>
                <a:spcPct val="114000"/>
              </a:lnSpc>
              <a:spcBef>
                <a:spcPts val="0"/>
              </a:spcBef>
              <a:spcAft>
                <a:spcPts val="0"/>
              </a:spcAft>
              <a:buNone/>
              <a:defRPr sz="2700" b="1">
                <a:solidFill>
                  <a:srgbClr val="1D343E"/>
                </a:solidFill>
                <a:latin typeface="Meiryo"/>
                <a:ea typeface="Meiryo"/>
                <a:cs typeface="Meiryo"/>
              </a:defRPr>
            </a:pPr>
            <a:r>
              <a:rPr sz="2700" b="1">
                <a:solidFill>
                  <a:srgbClr val="1D343E"/>
                </a:solidFill>
                <a:latin typeface="Meiryo"/>
                <a:ea typeface="Meiryo"/>
                <a:cs typeface="Meiryo"/>
              </a:rPr>
              <a:t>Cannot edit</a:t>
            </a:r>
          </a:p>
        </p:txBody>
      </p:sp>
      <p:sp>
        <p:nvSpPr>
          <p:cNvPr id="14" name="body:Check that you are&#10;in your own repository.&#10;Make your edits there,&#10;not in the template."/>
          <p:cNvSpPr txBox="1"/>
          <p:nvPr/>
        </p:nvSpPr>
        <p:spPr>
          <a:xfrm>
            <a:off x="4590288" y="3321557"/>
            <a:ext cx="3017520" cy="1511808"/>
          </a:xfrm>
          <a:prstGeom prst="rect">
            <a:avLst/>
          </a:prstGeom>
          <a:noFill/>
        </p:spPr>
        <p:txBody>
          <a:bodyPr wrap="none" lIns="0" rIns="0" tIns="0" bIns="0" anchor="t">
            <a:spAutoFit/>
          </a:bodyPr>
          <a:lstStyle/>
          <a:p>
            <a:pPr>
              <a:lnSpc>
                <a:spcPct val="114000"/>
              </a:lnSpc>
              <a:spcBef>
                <a:spcPts val="0"/>
              </a:spcBef>
              <a:spcAft>
                <a:spcPts val="0"/>
              </a:spcAft>
              <a:buNone/>
              <a:defRPr sz="1950" b="0">
                <a:solidFill>
                  <a:srgbClr val="1D343E"/>
                </a:solidFill>
                <a:latin typeface="Meiryo"/>
                <a:ea typeface="Meiryo"/>
                <a:cs typeface="Meiryo"/>
              </a:defRPr>
            </a:pPr>
            <a:r>
              <a:rPr sz="1950" b="0">
                <a:solidFill>
                  <a:srgbClr val="1D343E"/>
                </a:solidFill>
                <a:latin typeface="Meiryo"/>
                <a:ea typeface="Meiryo"/>
                <a:cs typeface="Meiryo"/>
              </a:rPr>
              <a:t>Check that you are</a:t>
            </a:r>
          </a:p>
          <a:p>
            <a:pPr>
              <a:lnSpc>
                <a:spcPct val="114000"/>
              </a:lnSpc>
              <a:spcBef>
                <a:spcPts val="0"/>
              </a:spcBef>
              <a:spcAft>
                <a:spcPts val="0"/>
              </a:spcAft>
              <a:buNone/>
              <a:defRPr sz="1950" b="0">
                <a:solidFill>
                  <a:srgbClr val="1D343E"/>
                </a:solidFill>
                <a:latin typeface="Meiryo"/>
                <a:ea typeface="Meiryo"/>
                <a:cs typeface="Meiryo"/>
              </a:defRPr>
            </a:pPr>
            <a:r>
              <a:rPr sz="1950" b="0">
                <a:solidFill>
                  <a:srgbClr val="1D343E"/>
                </a:solidFill>
                <a:latin typeface="Meiryo"/>
                <a:ea typeface="Meiryo"/>
                <a:cs typeface="Meiryo"/>
              </a:rPr>
              <a:t>in your own repository.</a:t>
            </a:r>
          </a:p>
          <a:p>
            <a:pPr>
              <a:lnSpc>
                <a:spcPct val="114000"/>
              </a:lnSpc>
              <a:spcBef>
                <a:spcPts val="0"/>
              </a:spcBef>
              <a:spcAft>
                <a:spcPts val="0"/>
              </a:spcAft>
              <a:buNone/>
              <a:defRPr sz="1950" b="0">
                <a:solidFill>
                  <a:srgbClr val="1D343E"/>
                </a:solidFill>
                <a:latin typeface="Meiryo"/>
                <a:ea typeface="Meiryo"/>
                <a:cs typeface="Meiryo"/>
              </a:defRPr>
            </a:pPr>
            <a:r>
              <a:rPr sz="1950" b="0">
                <a:solidFill>
                  <a:srgbClr val="1D343E"/>
                </a:solidFill>
                <a:latin typeface="Meiryo"/>
                <a:ea typeface="Meiryo"/>
                <a:cs typeface="Meiryo"/>
              </a:rPr>
              <a:t>Make your edits there,</a:t>
            </a:r>
          </a:p>
          <a:p>
            <a:pPr>
              <a:lnSpc>
                <a:spcPct val="114000"/>
              </a:lnSpc>
              <a:spcBef>
                <a:spcPts val="0"/>
              </a:spcBef>
              <a:spcAft>
                <a:spcPts val="0"/>
              </a:spcAft>
              <a:buNone/>
              <a:defRPr sz="1950" b="0">
                <a:solidFill>
                  <a:srgbClr val="1D343E"/>
                </a:solidFill>
                <a:latin typeface="Meiryo"/>
                <a:ea typeface="Meiryo"/>
                <a:cs typeface="Meiryo"/>
              </a:defRPr>
            </a:pPr>
            <a:r>
              <a:rPr sz="1950" b="0">
                <a:solidFill>
                  <a:srgbClr val="1D343E"/>
                </a:solidFill>
                <a:latin typeface="Meiryo"/>
                <a:ea typeface="Meiryo"/>
                <a:cs typeface="Meiryo"/>
              </a:rPr>
              <a:t>not in the template.</a:t>
            </a:r>
          </a:p>
        </p:txBody>
      </p:sp>
      <p:sp>
        <p:nvSpPr>
          <p:cNvPr id="15" name="Rectangle 14"/>
          <p:cNvSpPr/>
          <p:nvPr/>
        </p:nvSpPr>
        <p:spPr>
          <a:xfrm>
            <a:off x="8092440" y="1700784"/>
            <a:ext cx="3493008" cy="3611880"/>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upload_007F80.png"/>
          <p:cNvPicPr>
            <a:picLocks noChangeAspect="1"/>
          </p:cNvPicPr>
          <p:nvPr/>
        </p:nvPicPr>
        <p:blipFill>
          <a:blip r:embed="rId6"/>
          <a:stretch>
            <a:fillRect/>
          </a:stretch>
        </p:blipFill>
        <p:spPr>
          <a:xfrm>
            <a:off x="8339327" y="1947672"/>
            <a:ext cx="438912" cy="438912"/>
          </a:xfrm>
          <a:prstGeom prst="rect">
            <a:avLst/>
          </a:prstGeom>
        </p:spPr>
      </p:pic>
      <p:sp>
        <p:nvSpPr>
          <p:cNvPr id="17" name="body:Cannot save"/>
          <p:cNvSpPr txBox="1"/>
          <p:nvPr/>
        </p:nvSpPr>
        <p:spPr>
          <a:xfrm>
            <a:off x="8339327" y="2642615"/>
            <a:ext cx="2999232" cy="477773"/>
          </a:xfrm>
          <a:prstGeom prst="rect">
            <a:avLst/>
          </a:prstGeom>
          <a:noFill/>
        </p:spPr>
        <p:txBody>
          <a:bodyPr wrap="none" lIns="0" rIns="0" tIns="0" bIns="0" anchor="t">
            <a:spAutoFit/>
          </a:bodyPr>
          <a:lstStyle/>
          <a:p>
            <a:pPr>
              <a:lnSpc>
                <a:spcPct val="114000"/>
              </a:lnSpc>
              <a:spcBef>
                <a:spcPts val="0"/>
              </a:spcBef>
              <a:spcAft>
                <a:spcPts val="0"/>
              </a:spcAft>
              <a:buNone/>
              <a:defRPr sz="2700" b="1">
                <a:solidFill>
                  <a:srgbClr val="1D343E"/>
                </a:solidFill>
                <a:latin typeface="Meiryo"/>
                <a:ea typeface="Meiryo"/>
                <a:cs typeface="Meiryo"/>
              </a:defRPr>
            </a:pPr>
            <a:r>
              <a:rPr sz="2700" b="1">
                <a:solidFill>
                  <a:srgbClr val="1D343E"/>
                </a:solidFill>
                <a:latin typeface="Meiryo"/>
                <a:ea typeface="Meiryo"/>
                <a:cs typeface="Meiryo"/>
              </a:rPr>
              <a:t>Cannot save</a:t>
            </a:r>
          </a:p>
        </p:txBody>
      </p:sp>
      <p:sp>
        <p:nvSpPr>
          <p:cNvPr id="18" name="body:Tell your instructor&#10;the error message&#10;and this guide's&#10;slide number."/>
          <p:cNvSpPr txBox="1"/>
          <p:nvPr/>
        </p:nvSpPr>
        <p:spPr>
          <a:xfrm>
            <a:off x="8339327" y="3321557"/>
            <a:ext cx="2999232" cy="1511808"/>
          </a:xfrm>
          <a:prstGeom prst="rect">
            <a:avLst/>
          </a:prstGeom>
          <a:noFill/>
        </p:spPr>
        <p:txBody>
          <a:bodyPr wrap="none" lIns="0" rIns="0" tIns="0" bIns="0" anchor="t">
            <a:spAutoFit/>
          </a:bodyPr>
          <a:lstStyle/>
          <a:p>
            <a:pPr>
              <a:lnSpc>
                <a:spcPct val="114000"/>
              </a:lnSpc>
              <a:spcBef>
                <a:spcPts val="0"/>
              </a:spcBef>
              <a:spcAft>
                <a:spcPts val="0"/>
              </a:spcAft>
              <a:buNone/>
              <a:defRPr sz="2025" b="0">
                <a:solidFill>
                  <a:srgbClr val="1D343E"/>
                </a:solidFill>
                <a:latin typeface="Meiryo"/>
                <a:ea typeface="Meiryo"/>
                <a:cs typeface="Meiryo"/>
              </a:defRPr>
            </a:pPr>
            <a:r>
              <a:rPr sz="2025" b="0">
                <a:solidFill>
                  <a:srgbClr val="1D343E"/>
                </a:solidFill>
                <a:latin typeface="Meiryo"/>
                <a:ea typeface="Meiryo"/>
                <a:cs typeface="Meiryo"/>
              </a:rPr>
              <a:t>Tell your instructor</a:t>
            </a:r>
          </a:p>
          <a:p>
            <a:pPr>
              <a:lnSpc>
                <a:spcPct val="114000"/>
              </a:lnSpc>
              <a:spcBef>
                <a:spcPts val="0"/>
              </a:spcBef>
              <a:spcAft>
                <a:spcPts val="0"/>
              </a:spcAft>
              <a:buNone/>
              <a:defRPr sz="2025" b="0">
                <a:solidFill>
                  <a:srgbClr val="1D343E"/>
                </a:solidFill>
                <a:latin typeface="Meiryo"/>
                <a:ea typeface="Meiryo"/>
                <a:cs typeface="Meiryo"/>
              </a:defRPr>
            </a:pPr>
            <a:r>
              <a:rPr sz="2025" b="0">
                <a:solidFill>
                  <a:srgbClr val="1D343E"/>
                </a:solidFill>
                <a:latin typeface="Meiryo"/>
                <a:ea typeface="Meiryo"/>
                <a:cs typeface="Meiryo"/>
              </a:rPr>
              <a:t>the error message</a:t>
            </a:r>
          </a:p>
          <a:p>
            <a:pPr>
              <a:lnSpc>
                <a:spcPct val="114000"/>
              </a:lnSpc>
              <a:spcBef>
                <a:spcPts val="0"/>
              </a:spcBef>
              <a:spcAft>
                <a:spcPts val="0"/>
              </a:spcAft>
              <a:buNone/>
              <a:defRPr sz="2025" b="0">
                <a:solidFill>
                  <a:srgbClr val="1D343E"/>
                </a:solidFill>
                <a:latin typeface="Meiryo"/>
                <a:ea typeface="Meiryo"/>
                <a:cs typeface="Meiryo"/>
              </a:defRPr>
            </a:pPr>
            <a:r>
              <a:rPr sz="2025" b="0">
                <a:solidFill>
                  <a:srgbClr val="1D343E"/>
                </a:solidFill>
                <a:latin typeface="Meiryo"/>
                <a:ea typeface="Meiryo"/>
                <a:cs typeface="Meiryo"/>
              </a:rPr>
              <a:t>and this guide's</a:t>
            </a:r>
          </a:p>
          <a:p>
            <a:pPr>
              <a:lnSpc>
                <a:spcPct val="114000"/>
              </a:lnSpc>
              <a:spcBef>
                <a:spcPts val="0"/>
              </a:spcBef>
              <a:spcAft>
                <a:spcPts val="0"/>
              </a:spcAft>
              <a:buNone/>
              <a:defRPr sz="2025" b="0">
                <a:solidFill>
                  <a:srgbClr val="1D343E"/>
                </a:solidFill>
                <a:latin typeface="Meiryo"/>
                <a:ea typeface="Meiryo"/>
                <a:cs typeface="Meiryo"/>
              </a:defRPr>
            </a:pPr>
            <a:r>
              <a:rPr sz="2025" b="0">
                <a:solidFill>
                  <a:srgbClr val="1D343E"/>
                </a:solidFill>
                <a:latin typeface="Meiryo"/>
                <a:ea typeface="Meiryo"/>
                <a:cs typeface="Meiryo"/>
              </a:rPr>
              <a:t>slide number.</a:t>
            </a:r>
          </a:p>
        </p:txBody>
      </p:sp>
      <p:sp>
        <p:nvSpPr>
          <p:cNvPr id="19" name="Rectangle 18"/>
          <p:cNvSpPr/>
          <p:nvPr/>
        </p:nvSpPr>
        <p:spPr>
          <a:xfrm>
            <a:off x="594360" y="5605272"/>
            <a:ext cx="11000232" cy="630936"/>
          </a:xfrm>
          <a:prstGeom prst="rect">
            <a:avLst/>
          </a:prstGeom>
          <a:solidFill>
            <a:srgbClr val="FFF6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triangle-alert_9A6113.png"/>
          <p:cNvPicPr>
            <a:picLocks noChangeAspect="1"/>
          </p:cNvPicPr>
          <p:nvPr/>
        </p:nvPicPr>
        <p:blipFill>
          <a:blip r:embed="rId7"/>
          <a:stretch>
            <a:fillRect/>
          </a:stretch>
        </p:blipFill>
        <p:spPr>
          <a:xfrm>
            <a:off x="749808" y="5751576"/>
            <a:ext cx="283464" cy="283464"/>
          </a:xfrm>
          <a:prstGeom prst="rect">
            <a:avLst/>
          </a:prstGeom>
        </p:spPr>
      </p:pic>
      <p:sp>
        <p:nvSpPr>
          <p:cNvPr id="21" name="result:Hide passwords, login codes and personal details before sharing your screen."/>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buNone/>
              <a:defRPr sz="1938" b="0">
                <a:solidFill>
                  <a:srgbClr val="9A6113"/>
                </a:solidFill>
                <a:latin typeface="Meiryo"/>
                <a:ea typeface="Meiryo"/>
                <a:cs typeface="Meiryo"/>
              </a:defRPr>
            </a:pPr>
            <a:r>
              <a:rPr sz="1938" b="0">
                <a:solidFill>
                  <a:srgbClr val="9A6113"/>
                </a:solidFill>
                <a:latin typeface="Meiryo"/>
                <a:ea typeface="Meiryo"/>
                <a:cs typeface="Meiryo"/>
              </a:rPr>
              <a:t>Hide passwords, login codes and personal details before sharing your screen.</a:t>
            </a:r>
          </a:p>
        </p:txBody>
      </p:sp>
      <p:sp>
        <p:nvSpPr>
          <p:cNvPr id="22" name="tag:Setup checklist">
            <a:hlinkClick action="ppaction://hlinksldjump" r:id="rId8"/>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buNone/>
              <a:defRPr sz="1575" b="0">
                <a:solidFill>
                  <a:srgbClr val="007F80"/>
                </a:solidFill>
                <a:latin typeface="Meiryo"/>
                <a:ea typeface="Meiryo"/>
                <a:cs typeface="Meiryo"/>
              </a:defRPr>
            </a:pPr>
            <a:r>
              <a:rPr sz="1575" b="0">
                <a:solidFill>
                  <a:srgbClr val="007F80"/>
                </a:solidFill>
                <a:latin typeface="Meiryo"/>
                <a:ea typeface="Meiryo"/>
                <a:cs typeface="Meiryo"/>
              </a:rPr>
              <a:t>Setup checklist</a:t>
            </a:r>
          </a:p>
        </p:txBody>
      </p:sp>
      <p:sp>
        <p:nvSpPr>
          <p:cNvPr id="23" name="footer:AI and Data Literacy    Initial setup"/>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 and Data Literacy    Initial setup</a:t>
            </a:r>
          </a:p>
        </p:txBody>
      </p:sp>
      <p:sp>
        <p:nvSpPr>
          <p:cNvPr id="24" name="footer:35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35 / 37</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Optional steps"/>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buNone/>
              <a:defRPr sz="1800" b="1">
                <a:solidFill>
                  <a:srgbClr val="007F80"/>
                </a:solidFill>
                <a:latin typeface="Meiryo"/>
                <a:ea typeface="Meiryo"/>
                <a:cs typeface="Meiryo"/>
              </a:defRPr>
            </a:pPr>
            <a:r>
              <a:rPr sz="1800" b="1">
                <a:solidFill>
                  <a:srgbClr val="007F80"/>
                </a:solidFill>
                <a:latin typeface="Meiryo"/>
                <a:ea typeface="Meiryo"/>
                <a:cs typeface="Meiryo"/>
              </a:rPr>
              <a:t>Optional steps</a:t>
            </a:r>
          </a:p>
        </p:txBody>
      </p:sp>
      <p:sp>
        <p:nvSpPr>
          <p:cNvPr id="4" name="title:Student benefits and bookmarks"/>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buNone/>
              <a:defRPr sz="3400" b="1">
                <a:solidFill>
                  <a:srgbClr val="1D343E"/>
                </a:solidFill>
                <a:latin typeface="Meiryo"/>
                <a:ea typeface="Meiryo"/>
                <a:cs typeface="Meiryo"/>
              </a:defRPr>
            </a:pPr>
            <a:r>
              <a:rPr sz="3400" b="1">
                <a:solidFill>
                  <a:srgbClr val="1D343E"/>
                </a:solidFill>
                <a:latin typeface="Meiryo"/>
                <a:ea typeface="Meiryo"/>
                <a:cs typeface="Meiryo"/>
              </a:rPr>
              <a:t>Student benefits and bookmarks</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book-open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700784"/>
            <a:ext cx="5358384" cy="3584448"/>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book-open_007F80.png"/>
          <p:cNvPicPr>
            <a:picLocks noChangeAspect="1"/>
          </p:cNvPicPr>
          <p:nvPr/>
        </p:nvPicPr>
        <p:blipFill>
          <a:blip r:embed="rId2"/>
          <a:stretch>
            <a:fillRect/>
          </a:stretch>
        </p:blipFill>
        <p:spPr>
          <a:xfrm>
            <a:off x="841248" y="1947672"/>
            <a:ext cx="438912" cy="438912"/>
          </a:xfrm>
          <a:prstGeom prst="rect">
            <a:avLst/>
          </a:prstGeom>
        </p:spPr>
      </p:pic>
      <p:sp>
        <p:nvSpPr>
          <p:cNvPr id="9" name="body:Student benefits"/>
          <p:cNvSpPr txBox="1"/>
          <p:nvPr/>
        </p:nvSpPr>
        <p:spPr>
          <a:xfrm>
            <a:off x="841248" y="2642615"/>
            <a:ext cx="4864608" cy="477773"/>
          </a:xfrm>
          <a:prstGeom prst="rect">
            <a:avLst/>
          </a:prstGeom>
          <a:noFill/>
        </p:spPr>
        <p:txBody>
          <a:bodyPr wrap="none" lIns="0" rIns="0" tIns="0" bIns="0" anchor="t">
            <a:spAutoFit/>
          </a:bodyPr>
          <a:lstStyle/>
          <a:p>
            <a:pPr>
              <a:lnSpc>
                <a:spcPct val="114000"/>
              </a:lnSpc>
              <a:spcBef>
                <a:spcPts val="0"/>
              </a:spcBef>
              <a:spcAft>
                <a:spcPts val="0"/>
              </a:spcAft>
              <a:buNone/>
              <a:defRPr sz="2700" b="1">
                <a:solidFill>
                  <a:srgbClr val="007F83"/>
                </a:solidFill>
                <a:latin typeface="Meiryo"/>
                <a:ea typeface="Meiryo"/>
                <a:cs typeface="Meiryo"/>
              </a:defRPr>
            </a:pPr>
            <a:r>
              <a:rPr sz="2700" b="1" u="sng">
                <a:solidFill>
                  <a:srgbClr val="007F83"/>
                </a:solidFill>
                <a:latin typeface="Meiryo"/>
                <a:ea typeface="Meiryo"/>
                <a:cs typeface="Meiryo"/>
                <a:hlinkClick r:id="rIdHandson9"/>
              </a:rPr>
              <a:t>Student benefits</a:t>
            </a:r>
          </a:p>
        </p:txBody>
      </p:sp>
      <p:sp>
        <p:nvSpPr>
          <p:cNvPr id="10" name="body:Check GitHub Education&#10;for current benefits.&#10;You can join class while&#10;your application is pending."/>
          <p:cNvSpPr txBox="1"/>
          <p:nvPr/>
        </p:nvSpPr>
        <p:spPr>
          <a:xfrm>
            <a:off x="841248" y="3321557"/>
            <a:ext cx="4864608" cy="1511808"/>
          </a:xfrm>
          <a:prstGeom prst="rect">
            <a:avLst/>
          </a:prstGeom>
          <a:noFill/>
        </p:spPr>
        <p:txBody>
          <a:bodyPr wrap="none" lIns="0" rIns="0" tIns="0" bIns="0" anchor="t">
            <a:spAutoFit/>
          </a:bodyPr>
          <a:lstStyle/>
          <a:p>
            <a:pPr>
              <a:lnSpc>
                <a:spcPct val="114000"/>
              </a:lnSpc>
              <a:spcBef>
                <a:spcPts val="0"/>
              </a:spcBef>
              <a:spcAft>
                <a:spcPts val="0"/>
              </a:spcAft>
              <a:buNone/>
              <a:defRPr sz="2025" b="0">
                <a:solidFill>
                  <a:srgbClr val="1D343E"/>
                </a:solidFill>
                <a:latin typeface="Meiryo"/>
                <a:ea typeface="Meiryo"/>
                <a:cs typeface="Meiryo"/>
              </a:defRPr>
            </a:pPr>
            <a:r>
              <a:rPr sz="2025" b="0">
                <a:solidFill>
                  <a:srgbClr val="1D343E"/>
                </a:solidFill>
                <a:latin typeface="Meiryo"/>
                <a:ea typeface="Meiryo"/>
                <a:cs typeface="Meiryo"/>
              </a:rPr>
              <a:t>Check GitHub Education</a:t>
            </a:r>
          </a:p>
          <a:p>
            <a:pPr>
              <a:lnSpc>
                <a:spcPct val="114000"/>
              </a:lnSpc>
              <a:spcBef>
                <a:spcPts val="0"/>
              </a:spcBef>
              <a:spcAft>
                <a:spcPts val="0"/>
              </a:spcAft>
              <a:buNone/>
              <a:defRPr sz="2025" b="0">
                <a:solidFill>
                  <a:srgbClr val="1D343E"/>
                </a:solidFill>
                <a:latin typeface="Meiryo"/>
                <a:ea typeface="Meiryo"/>
                <a:cs typeface="Meiryo"/>
              </a:defRPr>
            </a:pPr>
            <a:r>
              <a:rPr sz="2025" b="0">
                <a:solidFill>
                  <a:srgbClr val="1D343E"/>
                </a:solidFill>
                <a:latin typeface="Meiryo"/>
                <a:ea typeface="Meiryo"/>
                <a:cs typeface="Meiryo"/>
              </a:rPr>
              <a:t>for current benefits.</a:t>
            </a:r>
          </a:p>
          <a:p>
            <a:pPr>
              <a:lnSpc>
                <a:spcPct val="114000"/>
              </a:lnSpc>
              <a:spcBef>
                <a:spcPts val="0"/>
              </a:spcBef>
              <a:spcAft>
                <a:spcPts val="0"/>
              </a:spcAft>
              <a:buNone/>
              <a:defRPr sz="2025" b="0">
                <a:solidFill>
                  <a:srgbClr val="1D343E"/>
                </a:solidFill>
                <a:latin typeface="Meiryo"/>
                <a:ea typeface="Meiryo"/>
                <a:cs typeface="Meiryo"/>
              </a:defRPr>
            </a:pPr>
            <a:r>
              <a:rPr sz="2025" b="0">
                <a:solidFill>
                  <a:srgbClr val="1D343E"/>
                </a:solidFill>
                <a:latin typeface="Meiryo"/>
                <a:ea typeface="Meiryo"/>
                <a:cs typeface="Meiryo"/>
              </a:rPr>
              <a:t>You can join class while</a:t>
            </a:r>
          </a:p>
          <a:p>
            <a:pPr>
              <a:lnSpc>
                <a:spcPct val="114000"/>
              </a:lnSpc>
              <a:spcBef>
                <a:spcPts val="0"/>
              </a:spcBef>
              <a:spcAft>
                <a:spcPts val="0"/>
              </a:spcAft>
              <a:buNone/>
              <a:defRPr sz="2025" b="0">
                <a:solidFill>
                  <a:srgbClr val="1D343E"/>
                </a:solidFill>
                <a:latin typeface="Meiryo"/>
                <a:ea typeface="Meiryo"/>
                <a:cs typeface="Meiryo"/>
              </a:defRPr>
            </a:pPr>
            <a:r>
              <a:rPr sz="2025" b="0">
                <a:solidFill>
                  <a:srgbClr val="1D343E"/>
                </a:solidFill>
                <a:latin typeface="Meiryo"/>
                <a:ea typeface="Meiryo"/>
                <a:cs typeface="Meiryo"/>
              </a:rPr>
              <a:t>your application is pending.</a:t>
            </a:r>
          </a:p>
        </p:txBody>
      </p:sp>
      <p:sp>
        <p:nvSpPr>
          <p:cNvPr id="11" name="Rectangle 10"/>
          <p:cNvSpPr/>
          <p:nvPr/>
        </p:nvSpPr>
        <p:spPr>
          <a:xfrm>
            <a:off x="6217920" y="1700784"/>
            <a:ext cx="5367528" cy="3584448"/>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older_007F80.png"/>
          <p:cNvPicPr>
            <a:picLocks noChangeAspect="1"/>
          </p:cNvPicPr>
          <p:nvPr/>
        </p:nvPicPr>
        <p:blipFill>
          <a:blip r:embed="rId4"/>
          <a:stretch>
            <a:fillRect/>
          </a:stretch>
        </p:blipFill>
        <p:spPr>
          <a:xfrm>
            <a:off x="6464808" y="1947672"/>
            <a:ext cx="438912" cy="438912"/>
          </a:xfrm>
          <a:prstGeom prst="rect">
            <a:avLst/>
          </a:prstGeom>
        </p:spPr>
      </p:pic>
      <p:sp>
        <p:nvSpPr>
          <p:cNvPr id="13" name="body:Easy access to materials"/>
          <p:cNvSpPr txBox="1"/>
          <p:nvPr/>
        </p:nvSpPr>
        <p:spPr>
          <a:xfrm>
            <a:off x="6464808" y="2642615"/>
            <a:ext cx="4873752" cy="477773"/>
          </a:xfrm>
          <a:prstGeom prst="rect">
            <a:avLst/>
          </a:prstGeom>
          <a:noFill/>
        </p:spPr>
        <p:txBody>
          <a:bodyPr wrap="none" lIns="0" rIns="0" tIns="0" bIns="0" anchor="t">
            <a:spAutoFit/>
          </a:bodyPr>
          <a:lstStyle/>
          <a:p>
            <a:pPr>
              <a:lnSpc>
                <a:spcPct val="114000"/>
              </a:lnSpc>
              <a:spcBef>
                <a:spcPts val="0"/>
              </a:spcBef>
              <a:spcAft>
                <a:spcPts val="0"/>
              </a:spcAft>
              <a:buNone/>
              <a:defRPr sz="2700" b="1">
                <a:solidFill>
                  <a:srgbClr val="1D343E"/>
                </a:solidFill>
                <a:latin typeface="Meiryo"/>
                <a:ea typeface="Meiryo"/>
                <a:cs typeface="Meiryo"/>
              </a:defRPr>
            </a:pPr>
            <a:r>
              <a:rPr sz="2700" b="1">
                <a:solidFill>
                  <a:srgbClr val="1D343E"/>
                </a:solidFill>
                <a:latin typeface="Meiryo"/>
                <a:ea typeface="Meiryo"/>
                <a:cs typeface="Meiryo"/>
              </a:rPr>
              <a:t>Easy access to materials</a:t>
            </a:r>
          </a:p>
        </p:txBody>
      </p:sp>
      <p:sp>
        <p:nvSpPr>
          <p:cNvPr id="14" name="body:Bookmark the course&#10;in your browser for&#10;easy access next time.&#10;GitHub Stars are optional."/>
          <p:cNvSpPr txBox="1"/>
          <p:nvPr/>
        </p:nvSpPr>
        <p:spPr>
          <a:xfrm>
            <a:off x="6464808" y="3321557"/>
            <a:ext cx="4873752" cy="1511808"/>
          </a:xfrm>
          <a:prstGeom prst="rect">
            <a:avLst/>
          </a:prstGeom>
          <a:noFill/>
        </p:spPr>
        <p:txBody>
          <a:bodyPr wrap="none" lIns="0" rIns="0" tIns="0" bIns="0" anchor="t">
            <a:spAutoFit/>
          </a:bodyPr>
          <a:lstStyle/>
          <a:p>
            <a:pPr>
              <a:lnSpc>
                <a:spcPct val="114000"/>
              </a:lnSpc>
              <a:spcBef>
                <a:spcPts val="0"/>
              </a:spcBef>
              <a:spcAft>
                <a:spcPts val="0"/>
              </a:spcAft>
              <a:buNone/>
              <a:defRPr sz="2025" b="0">
                <a:solidFill>
                  <a:srgbClr val="1D343E"/>
                </a:solidFill>
                <a:latin typeface="Meiryo"/>
                <a:ea typeface="Meiryo"/>
                <a:cs typeface="Meiryo"/>
              </a:defRPr>
            </a:pPr>
            <a:r>
              <a:rPr sz="2025" b="0">
                <a:solidFill>
                  <a:srgbClr val="1D343E"/>
                </a:solidFill>
                <a:latin typeface="Meiryo"/>
                <a:ea typeface="Meiryo"/>
                <a:cs typeface="Meiryo"/>
              </a:rPr>
              <a:t>Bookmark the course</a:t>
            </a:r>
          </a:p>
          <a:p>
            <a:pPr>
              <a:lnSpc>
                <a:spcPct val="114000"/>
              </a:lnSpc>
              <a:spcBef>
                <a:spcPts val="0"/>
              </a:spcBef>
              <a:spcAft>
                <a:spcPts val="0"/>
              </a:spcAft>
              <a:buNone/>
              <a:defRPr sz="2025" b="0">
                <a:solidFill>
                  <a:srgbClr val="1D343E"/>
                </a:solidFill>
                <a:latin typeface="Meiryo"/>
                <a:ea typeface="Meiryo"/>
                <a:cs typeface="Meiryo"/>
              </a:defRPr>
            </a:pPr>
            <a:r>
              <a:rPr sz="2025" b="0">
                <a:solidFill>
                  <a:srgbClr val="1D343E"/>
                </a:solidFill>
                <a:latin typeface="Meiryo"/>
                <a:ea typeface="Meiryo"/>
                <a:cs typeface="Meiryo"/>
              </a:rPr>
              <a:t>in your browser for</a:t>
            </a:r>
          </a:p>
          <a:p>
            <a:pPr>
              <a:lnSpc>
                <a:spcPct val="114000"/>
              </a:lnSpc>
              <a:spcBef>
                <a:spcPts val="0"/>
              </a:spcBef>
              <a:spcAft>
                <a:spcPts val="0"/>
              </a:spcAft>
              <a:buNone/>
              <a:defRPr sz="2025" b="0">
                <a:solidFill>
                  <a:srgbClr val="1D343E"/>
                </a:solidFill>
                <a:latin typeface="Meiryo"/>
                <a:ea typeface="Meiryo"/>
                <a:cs typeface="Meiryo"/>
              </a:defRPr>
            </a:pPr>
            <a:r>
              <a:rPr sz="2025" b="0">
                <a:solidFill>
                  <a:srgbClr val="1D343E"/>
                </a:solidFill>
                <a:latin typeface="Meiryo"/>
                <a:ea typeface="Meiryo"/>
                <a:cs typeface="Meiryo"/>
              </a:rPr>
              <a:t>easy access next time.</a:t>
            </a:r>
          </a:p>
          <a:p>
            <a:pPr>
              <a:lnSpc>
                <a:spcPct val="114000"/>
              </a:lnSpc>
              <a:spcBef>
                <a:spcPts val="0"/>
              </a:spcBef>
              <a:spcAft>
                <a:spcPts val="0"/>
              </a:spcAft>
              <a:buNone/>
              <a:defRPr sz="2025" b="0">
                <a:solidFill>
                  <a:srgbClr val="1D343E"/>
                </a:solidFill>
                <a:latin typeface="Meiryo"/>
                <a:ea typeface="Meiryo"/>
                <a:cs typeface="Meiryo"/>
              </a:defRPr>
            </a:pPr>
            <a:r>
              <a:rPr sz="2025" b="0">
                <a:solidFill>
                  <a:srgbClr val="1D343E"/>
                </a:solidFill>
                <a:latin typeface="Meiryo"/>
                <a:ea typeface="Meiryo"/>
                <a:cs typeface="Meiryo"/>
              </a:rPr>
              <a:t>GitHub Stars are optional.</a:t>
            </a:r>
          </a:p>
        </p:txBody>
      </p:sp>
      <p:sp>
        <p:nvSpPr>
          <p:cNvPr id="15" name="Rectangle 14"/>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ircle-check_007F80.png"/>
          <p:cNvPicPr>
            <a:picLocks noChangeAspect="1"/>
          </p:cNvPicPr>
          <p:nvPr/>
        </p:nvPicPr>
        <p:blipFill>
          <a:blip r:embed="rId5"/>
          <a:stretch>
            <a:fillRect/>
          </a:stretch>
        </p:blipFill>
        <p:spPr>
          <a:xfrm>
            <a:off x="749808" y="5751576"/>
            <a:ext cx="283464" cy="283464"/>
          </a:xfrm>
          <a:prstGeom prst="rect">
            <a:avLst/>
          </a:prstGeom>
        </p:spPr>
      </p:pic>
      <p:sp>
        <p:nvSpPr>
          <p:cNvPr id="17" name="result:Student benefits, Stars and paid plans are optional. They do not determine setup completion."/>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buNone/>
              <a:defRPr sz="1638" b="0">
                <a:solidFill>
                  <a:srgbClr val="1D343E"/>
                </a:solidFill>
                <a:latin typeface="Meiryo"/>
                <a:ea typeface="Meiryo"/>
                <a:cs typeface="Meiryo"/>
              </a:defRPr>
            </a:pPr>
            <a:r>
              <a:rPr sz="1638" b="0">
                <a:solidFill>
                  <a:srgbClr val="1D343E"/>
                </a:solidFill>
                <a:latin typeface="Meiryo"/>
                <a:ea typeface="Meiryo"/>
                <a:cs typeface="Meiryo"/>
              </a:rPr>
              <a:t>Student benefits, Stars and paid plans are optional. They do not determine setup completion.</a:t>
            </a:r>
          </a:p>
        </p:txBody>
      </p:sp>
      <p:sp>
        <p:nvSpPr>
          <p:cNvPr id="18" name="tag:Setup checklist">
            <a:hlinkClick action="ppaction://hlinksldjump" r:id="rId6"/>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buNone/>
              <a:defRPr sz="1575" b="0">
                <a:solidFill>
                  <a:srgbClr val="007F80"/>
                </a:solidFill>
                <a:latin typeface="Meiryo"/>
                <a:ea typeface="Meiryo"/>
                <a:cs typeface="Meiryo"/>
              </a:defRPr>
            </a:pPr>
            <a:r>
              <a:rPr sz="1575" b="0">
                <a:solidFill>
                  <a:srgbClr val="007F80"/>
                </a:solidFill>
                <a:latin typeface="Meiryo"/>
                <a:ea typeface="Meiryo"/>
                <a:cs typeface="Meiryo"/>
              </a:rPr>
              <a:t>Setup checklist</a:t>
            </a:r>
          </a:p>
        </p:txBody>
      </p:sp>
      <p:sp>
        <p:nvSpPr>
          <p:cNvPr id="19" name="footer:AI and Data Literacy    Initial setup"/>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 and Data Literacy    Initial setup</a:t>
            </a:r>
          </a:p>
        </p:txBody>
      </p:sp>
      <p:sp>
        <p:nvSpPr>
          <p:cNvPr id="20" name="footer:36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36 / 37</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Optional steps"/>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buNone/>
              <a:defRPr sz="1800" b="1">
                <a:solidFill>
                  <a:srgbClr val="007F80"/>
                </a:solidFill>
                <a:latin typeface="Meiryo"/>
                <a:ea typeface="Meiryo"/>
                <a:cs typeface="Meiryo"/>
              </a:defRPr>
            </a:pPr>
            <a:r>
              <a:rPr sz="1800" b="1">
                <a:solidFill>
                  <a:srgbClr val="007F80"/>
                </a:solidFill>
                <a:latin typeface="Meiryo"/>
                <a:ea typeface="Meiryo"/>
                <a:cs typeface="Meiryo"/>
              </a:rPr>
              <a:t>Optional steps</a:t>
            </a:r>
          </a:p>
        </p:txBody>
      </p:sp>
      <p:sp>
        <p:nvSpPr>
          <p:cNvPr id="4" name="title:An optional two-line learning goal"/>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buNone/>
              <a:defRPr sz="3400" b="1">
                <a:solidFill>
                  <a:srgbClr val="1D343E"/>
                </a:solidFill>
                <a:latin typeface="Meiryo"/>
                <a:ea typeface="Meiryo"/>
                <a:cs typeface="Meiryo"/>
              </a:defRPr>
            </a:pPr>
            <a:r>
              <a:rPr sz="3400" b="1">
                <a:solidFill>
                  <a:srgbClr val="1D343E"/>
                </a:solidFill>
                <a:latin typeface="Meiryo"/>
                <a:ea typeface="Meiryo"/>
                <a:cs typeface="Meiryo"/>
              </a:rPr>
              <a:t>An optional two-line learning goal</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le-text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719072"/>
            <a:ext cx="6565392" cy="356616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ody:ai-learning / README.md"/>
          <p:cNvSpPr txBox="1"/>
          <p:nvPr/>
        </p:nvSpPr>
        <p:spPr>
          <a:xfrm>
            <a:off x="877824" y="1956816"/>
            <a:ext cx="5998464" cy="411480"/>
          </a:xfrm>
          <a:prstGeom prst="rect">
            <a:avLst/>
          </a:prstGeom>
          <a:noFill/>
        </p:spPr>
        <p:txBody>
          <a:bodyPr wrap="none" lIns="0" rIns="0" tIns="0" bIns="0" anchor="t">
            <a:spAutoFit/>
          </a:bodyPr>
          <a:lstStyle/>
          <a:p>
            <a:pPr>
              <a:lnSpc>
                <a:spcPct val="114000"/>
              </a:lnSpc>
              <a:spcBef>
                <a:spcPts val="0"/>
              </a:spcBef>
              <a:spcAft>
                <a:spcPts val="0"/>
              </a:spcAft>
              <a:defRPr sz="2300" b="1">
                <a:solidFill>
                  <a:srgbClr val="007F80"/>
                </a:solidFill>
                <a:latin typeface="Meiryo"/>
              </a:defRPr>
            </a:pPr>
            <a:r>
              <a:rPr sz="2300" b="1">
                <a:solidFill>
                  <a:srgbClr val="007F80"/>
                </a:solidFill>
                <a:latin typeface="Meiryo"/>
                <a:ea typeface="Meiryo"/>
                <a:cs typeface="Meiryo"/>
              </a:rPr>
              <a:t>ai-learning / README.md</a:t>
            </a:r>
          </a:p>
        </p:txBody>
      </p:sp>
      <p:sp>
        <p:nvSpPr>
          <p:cNvPr id="9" name="body:What I want to try in this course"/>
          <p:cNvSpPr txBox="1"/>
          <p:nvPr/>
        </p:nvSpPr>
        <p:spPr>
          <a:xfrm>
            <a:off x="877824" y="2752344"/>
            <a:ext cx="5961888" cy="685800"/>
          </a:xfrm>
          <a:prstGeom prst="rect">
            <a:avLst/>
          </a:prstGeom>
          <a:noFill/>
        </p:spPr>
        <p:txBody>
          <a:bodyPr wrap="none" lIns="0" rIns="0" tIns="0" bIns="0" anchor="t">
            <a:spAutoFit/>
          </a:bodyPr>
          <a:lstStyle/>
          <a:p>
            <a:pPr>
              <a:lnSpc>
                <a:spcPct val="114000"/>
              </a:lnSpc>
              <a:spcBef>
                <a:spcPts val="0"/>
              </a:spcBef>
              <a:spcAft>
                <a:spcPts val="0"/>
              </a:spcAft>
              <a:buNone/>
              <a:defRPr sz="2538" b="1">
                <a:solidFill>
                  <a:srgbClr val="1D343E"/>
                </a:solidFill>
                <a:latin typeface="Meiryo"/>
                <a:ea typeface="Meiryo"/>
                <a:cs typeface="Meiryo"/>
              </a:defRPr>
            </a:pPr>
            <a:r>
              <a:rPr sz="2538" b="1">
                <a:solidFill>
                  <a:srgbClr val="1D343E"/>
                </a:solidFill>
                <a:latin typeface="Meiryo"/>
                <a:ea typeface="Meiryo"/>
                <a:cs typeface="Meiryo"/>
              </a:rPr>
              <a:t>What I want to try in this course</a:t>
            </a:r>
          </a:p>
        </p:txBody>
      </p:sp>
      <p:sp>
        <p:nvSpPr>
          <p:cNvPr id="10" name="body:I want to use AI to read documents.&#10;I want to learn how to check its answers."/>
          <p:cNvSpPr txBox="1"/>
          <p:nvPr/>
        </p:nvSpPr>
        <p:spPr>
          <a:xfrm>
            <a:off x="877824" y="3785615"/>
            <a:ext cx="5971032" cy="1014984"/>
          </a:xfrm>
          <a:prstGeom prst="rect">
            <a:avLst/>
          </a:prstGeom>
          <a:noFill/>
        </p:spPr>
        <p:txBody>
          <a:bodyPr wrap="none" lIns="0" rIns="0" tIns="0" bIns="0" anchor="t">
            <a:spAutoFit/>
          </a:bodyPr>
          <a:lstStyle/>
          <a:p>
            <a:pPr>
              <a:lnSpc>
                <a:spcPct val="114000"/>
              </a:lnSpc>
              <a:spcBef>
                <a:spcPts val="0"/>
              </a:spcBef>
              <a:spcAft>
                <a:spcPts val="0"/>
              </a:spcAft>
              <a:buNone/>
              <a:defRPr sz="2163" b="0">
                <a:solidFill>
                  <a:srgbClr val="1D343E"/>
                </a:solidFill>
                <a:latin typeface="Meiryo"/>
                <a:ea typeface="Meiryo"/>
                <a:cs typeface="Meiryo"/>
              </a:defRPr>
            </a:pPr>
            <a:r>
              <a:rPr sz="2163" b="0">
                <a:solidFill>
                  <a:srgbClr val="1D343E"/>
                </a:solidFill>
                <a:latin typeface="Meiryo"/>
                <a:ea typeface="Meiryo"/>
                <a:cs typeface="Meiryo"/>
              </a:rPr>
              <a:t>I want to use AI to read documents.</a:t>
            </a:r>
          </a:p>
          <a:p>
            <a:pPr>
              <a:lnSpc>
                <a:spcPct val="114000"/>
              </a:lnSpc>
              <a:spcBef>
                <a:spcPts val="0"/>
              </a:spcBef>
              <a:spcAft>
                <a:spcPts val="0"/>
              </a:spcAft>
              <a:buNone/>
              <a:defRPr sz="2163" b="0">
                <a:solidFill>
                  <a:srgbClr val="1D343E"/>
                </a:solidFill>
                <a:latin typeface="Meiryo"/>
                <a:ea typeface="Meiryo"/>
                <a:cs typeface="Meiryo"/>
              </a:defRPr>
            </a:pPr>
            <a:r>
              <a:rPr sz="2163" b="0">
                <a:solidFill>
                  <a:srgbClr val="1D343E"/>
                </a:solidFill>
                <a:latin typeface="Meiryo"/>
                <a:ea typeface="Meiryo"/>
                <a:cs typeface="Meiryo"/>
              </a:rPr>
              <a:t>I want to learn how to check its answers.</a:t>
            </a:r>
          </a:p>
        </p:txBody>
      </p:sp>
      <p:sp>
        <p:nvSpPr>
          <p:cNvPr id="11" name="Oval 10"/>
          <p:cNvSpPr/>
          <p:nvPr/>
        </p:nvSpPr>
        <p:spPr>
          <a:xfrm>
            <a:off x="7406640" y="1783080"/>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number:1"/>
          <p:cNvSpPr txBox="1"/>
          <p:nvPr/>
        </p:nvSpPr>
        <p:spPr>
          <a:xfrm>
            <a:off x="7406640" y="1805939"/>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3" name="body:Open the README.md&#10;at the repository root."/>
          <p:cNvSpPr txBox="1"/>
          <p:nvPr/>
        </p:nvSpPr>
        <p:spPr>
          <a:xfrm>
            <a:off x="7982712" y="1773936"/>
            <a:ext cx="3557015" cy="804164"/>
          </a:xfrm>
          <a:prstGeom prst="rect">
            <a:avLst/>
          </a:prstGeom>
          <a:noFill/>
        </p:spPr>
        <p:txBody>
          <a:bodyPr wrap="none" lIns="0" rIns="0" tIns="0" bIns="0" anchor="t">
            <a:spAutoFit/>
          </a:bodyPr>
          <a:lstStyle/>
          <a:p>
            <a:pPr>
              <a:lnSpc>
                <a:spcPct val="114000"/>
              </a:lnSpc>
              <a:spcBef>
                <a:spcPts val="0"/>
              </a:spcBef>
              <a:spcAft>
                <a:spcPts val="0"/>
              </a:spcAft>
              <a:buNone/>
              <a:defRPr sz="2125" b="1">
                <a:solidFill>
                  <a:srgbClr val="1D343E"/>
                </a:solidFill>
                <a:latin typeface="Meiryo"/>
                <a:ea typeface="Meiryo"/>
                <a:cs typeface="Meiryo"/>
              </a:defRPr>
            </a:pPr>
            <a:r>
              <a:rPr sz="2125" b="1">
                <a:solidFill>
                  <a:srgbClr val="1D343E"/>
                </a:solidFill>
                <a:latin typeface="Meiryo"/>
                <a:ea typeface="Meiryo"/>
                <a:cs typeface="Meiryo"/>
              </a:rPr>
              <a:t>Open the README.md</a:t>
            </a:r>
          </a:p>
          <a:p>
            <a:pPr>
              <a:lnSpc>
                <a:spcPct val="114000"/>
              </a:lnSpc>
              <a:spcBef>
                <a:spcPts val="0"/>
              </a:spcBef>
              <a:spcAft>
                <a:spcPts val="0"/>
              </a:spcAft>
              <a:buNone/>
              <a:defRPr sz="2125" b="1">
                <a:solidFill>
                  <a:srgbClr val="1D343E"/>
                </a:solidFill>
                <a:latin typeface="Meiryo"/>
                <a:ea typeface="Meiryo"/>
                <a:cs typeface="Meiryo"/>
              </a:defRPr>
            </a:pPr>
            <a:r>
              <a:rPr sz="2125" b="1">
                <a:solidFill>
                  <a:srgbClr val="1D343E"/>
                </a:solidFill>
                <a:latin typeface="Meiryo"/>
                <a:ea typeface="Meiryo"/>
                <a:cs typeface="Meiryo"/>
              </a:rPr>
              <a:t>at the repository root.</a:t>
            </a:r>
          </a:p>
        </p:txBody>
      </p:sp>
      <p:sp>
        <p:nvSpPr>
          <p:cNvPr id="14" name="Oval 13"/>
          <p:cNvSpPr/>
          <p:nvPr/>
        </p:nvSpPr>
        <p:spPr>
          <a:xfrm>
            <a:off x="7406640" y="2861564"/>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number:2"/>
          <p:cNvSpPr txBox="1"/>
          <p:nvPr/>
        </p:nvSpPr>
        <p:spPr>
          <a:xfrm>
            <a:off x="7406640" y="2884423"/>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16" name="body:Select the pencil button.&#10;Write two lines about&#10;your learning goal."/>
          <p:cNvSpPr txBox="1"/>
          <p:nvPr/>
        </p:nvSpPr>
        <p:spPr>
          <a:xfrm>
            <a:off x="7982712" y="2852420"/>
            <a:ext cx="3557015" cy="804164"/>
          </a:xfrm>
          <a:prstGeom prst="rect">
            <a:avLst/>
          </a:prstGeom>
          <a:noFill/>
        </p:spPr>
        <p:txBody>
          <a:bodyPr wrap="none" lIns="0" rIns="0" tIns="0" bIns="0" anchor="t">
            <a:spAutoFit/>
          </a:bodyPr>
          <a:lstStyle/>
          <a:p>
            <a:pPr>
              <a:lnSpc>
                <a:spcPct val="114000"/>
              </a:lnSpc>
              <a:spcBef>
                <a:spcPts val="0"/>
              </a:spcBef>
              <a:spcAft>
                <a:spcPts val="0"/>
              </a:spcAft>
              <a:buNone/>
              <a:defRPr sz="1413" b="1">
                <a:solidFill>
                  <a:srgbClr val="1D343E"/>
                </a:solidFill>
                <a:latin typeface="Meiryo"/>
                <a:ea typeface="Meiryo"/>
                <a:cs typeface="Meiryo"/>
              </a:defRPr>
            </a:pPr>
            <a:r>
              <a:rPr sz="1413" b="1">
                <a:solidFill>
                  <a:srgbClr val="1D343E"/>
                </a:solidFill>
                <a:latin typeface="Meiryo"/>
                <a:ea typeface="Meiryo"/>
                <a:cs typeface="Meiryo"/>
              </a:rPr>
              <a:t>Select the pencil button.</a:t>
            </a:r>
          </a:p>
          <a:p>
            <a:pPr>
              <a:lnSpc>
                <a:spcPct val="114000"/>
              </a:lnSpc>
              <a:spcBef>
                <a:spcPts val="0"/>
              </a:spcBef>
              <a:spcAft>
                <a:spcPts val="0"/>
              </a:spcAft>
              <a:buNone/>
              <a:defRPr sz="1413" b="1">
                <a:solidFill>
                  <a:srgbClr val="1D343E"/>
                </a:solidFill>
                <a:latin typeface="Meiryo"/>
                <a:ea typeface="Meiryo"/>
                <a:cs typeface="Meiryo"/>
              </a:defRPr>
            </a:pPr>
            <a:r>
              <a:rPr sz="1413" b="1">
                <a:solidFill>
                  <a:srgbClr val="1D343E"/>
                </a:solidFill>
                <a:latin typeface="Meiryo"/>
                <a:ea typeface="Meiryo"/>
                <a:cs typeface="Meiryo"/>
              </a:rPr>
              <a:t>Write two lines about</a:t>
            </a:r>
          </a:p>
          <a:p>
            <a:pPr>
              <a:lnSpc>
                <a:spcPct val="114000"/>
              </a:lnSpc>
              <a:spcBef>
                <a:spcPts val="0"/>
              </a:spcBef>
              <a:spcAft>
                <a:spcPts val="0"/>
              </a:spcAft>
              <a:buNone/>
              <a:defRPr sz="1413" b="1">
                <a:solidFill>
                  <a:srgbClr val="1D343E"/>
                </a:solidFill>
                <a:latin typeface="Meiryo"/>
                <a:ea typeface="Meiryo"/>
                <a:cs typeface="Meiryo"/>
              </a:defRPr>
            </a:pPr>
            <a:r>
              <a:rPr sz="1413" b="1">
                <a:solidFill>
                  <a:srgbClr val="1D343E"/>
                </a:solidFill>
                <a:latin typeface="Meiryo"/>
                <a:ea typeface="Meiryo"/>
                <a:cs typeface="Meiryo"/>
              </a:rPr>
              <a:t>your learning goal.</a:t>
            </a:r>
          </a:p>
        </p:txBody>
      </p:sp>
      <p:sp>
        <p:nvSpPr>
          <p:cNvPr id="17" name="Oval 16"/>
          <p:cNvSpPr/>
          <p:nvPr/>
        </p:nvSpPr>
        <p:spPr>
          <a:xfrm>
            <a:off x="7406640" y="3940048"/>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number:3"/>
          <p:cNvSpPr txBox="1"/>
          <p:nvPr/>
        </p:nvSpPr>
        <p:spPr>
          <a:xfrm>
            <a:off x="7406640" y="3962908"/>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3</a:t>
            </a:r>
          </a:p>
        </p:txBody>
      </p:sp>
      <p:sp>
        <p:nvSpPr>
          <p:cNvPr id="19" name="body:Commit your changes.&#10;Registration need not be resent."/>
          <p:cNvSpPr txBox="1"/>
          <p:nvPr/>
        </p:nvSpPr>
        <p:spPr>
          <a:xfrm>
            <a:off x="7982712" y="3930904"/>
            <a:ext cx="3557015" cy="804164"/>
          </a:xfrm>
          <a:prstGeom prst="rect">
            <a:avLst/>
          </a:prstGeom>
          <a:noFill/>
        </p:spPr>
        <p:txBody>
          <a:bodyPr wrap="none" lIns="0" rIns="0" tIns="0" bIns="0" anchor="t">
            <a:spAutoFit/>
          </a:bodyPr>
          <a:lstStyle/>
          <a:p>
            <a:pPr>
              <a:lnSpc>
                <a:spcPct val="114000"/>
              </a:lnSpc>
              <a:spcBef>
                <a:spcPts val="0"/>
              </a:spcBef>
              <a:spcAft>
                <a:spcPts val="0"/>
              </a:spcAft>
              <a:buNone/>
              <a:defRPr sz="1488" b="1">
                <a:solidFill>
                  <a:srgbClr val="1D343E"/>
                </a:solidFill>
                <a:latin typeface="Meiryo"/>
                <a:ea typeface="Meiryo"/>
                <a:cs typeface="Meiryo"/>
              </a:defRPr>
            </a:pPr>
            <a:r>
              <a:rPr sz="1488" b="1">
                <a:solidFill>
                  <a:srgbClr val="1D343E"/>
                </a:solidFill>
                <a:latin typeface="Meiryo"/>
                <a:ea typeface="Meiryo"/>
                <a:cs typeface="Meiryo"/>
              </a:rPr>
              <a:t>Commit your changes.</a:t>
            </a:r>
          </a:p>
          <a:p>
            <a:pPr>
              <a:lnSpc>
                <a:spcPct val="114000"/>
              </a:lnSpc>
              <a:spcBef>
                <a:spcPts val="0"/>
              </a:spcBef>
              <a:spcAft>
                <a:spcPts val="0"/>
              </a:spcAft>
              <a:buNone/>
              <a:defRPr sz="1488" b="1">
                <a:solidFill>
                  <a:srgbClr val="1D343E"/>
                </a:solidFill>
                <a:latin typeface="Meiryo"/>
                <a:ea typeface="Meiryo"/>
                <a:cs typeface="Meiryo"/>
              </a:defRPr>
            </a:pPr>
            <a:r>
              <a:rPr sz="1488" b="1">
                <a:solidFill>
                  <a:srgbClr val="1D343E"/>
                </a:solidFill>
                <a:latin typeface="Meiryo"/>
                <a:ea typeface="Meiryo"/>
                <a:cs typeface="Meiryo"/>
              </a:rPr>
              <a:t>Registration need not be resent.</a:t>
            </a:r>
          </a:p>
        </p:txBody>
      </p:sp>
      <p:sp>
        <p:nvSpPr>
          <p:cNvPr id="20" name="Rectangle 19"/>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ircle-check_007F80.png"/>
          <p:cNvPicPr>
            <a:picLocks noChangeAspect="1"/>
          </p:cNvPicPr>
          <p:nvPr/>
        </p:nvPicPr>
        <p:blipFill>
          <a:blip r:embed="rId4"/>
          <a:stretch>
            <a:fillRect/>
          </a:stretch>
        </p:blipFill>
        <p:spPr>
          <a:xfrm>
            <a:off x="749808" y="5751576"/>
            <a:ext cx="283464" cy="283464"/>
          </a:xfrm>
          <a:prstGeom prst="rect">
            <a:avLst/>
          </a:prstGeom>
        </p:spPr>
      </p:pic>
      <p:sp>
        <p:nvSpPr>
          <p:cNvPr id="22" name="result:This is optional. Finish the image, record, invitation and registration first."/>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buNone/>
              <a:defRPr sz="2013" b="0">
                <a:solidFill>
                  <a:srgbClr val="1D343E"/>
                </a:solidFill>
                <a:latin typeface="Meiryo"/>
                <a:ea typeface="Meiryo"/>
                <a:cs typeface="Meiryo"/>
              </a:defRPr>
            </a:pPr>
            <a:r>
              <a:rPr sz="2013" b="0">
                <a:solidFill>
                  <a:srgbClr val="1D343E"/>
                </a:solidFill>
                <a:latin typeface="Meiryo"/>
                <a:ea typeface="Meiryo"/>
                <a:cs typeface="Meiryo"/>
              </a:rPr>
              <a:t>This is optional. Finish the image, record, invitation and registration first.</a:t>
            </a:r>
          </a:p>
        </p:txBody>
      </p:sp>
      <p:sp>
        <p:nvSpPr>
          <p:cNvPr id="23" name="tag:Setup checklist">
            <a:hlinkClick action="ppaction://hlinksldjump" r:id="rId5"/>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buNone/>
              <a:defRPr sz="1575" b="0">
                <a:solidFill>
                  <a:srgbClr val="007F80"/>
                </a:solidFill>
                <a:latin typeface="Meiryo"/>
                <a:ea typeface="Meiryo"/>
                <a:cs typeface="Meiryo"/>
              </a:defRPr>
            </a:pPr>
            <a:r>
              <a:rPr sz="1575" b="0">
                <a:solidFill>
                  <a:srgbClr val="007F80"/>
                </a:solidFill>
                <a:latin typeface="Meiryo"/>
                <a:ea typeface="Meiryo"/>
                <a:cs typeface="Meiryo"/>
              </a:rPr>
              <a:t>Setup checklist</a:t>
            </a:r>
          </a:p>
        </p:txBody>
      </p:sp>
      <p:sp>
        <p:nvSpPr>
          <p:cNvPr id="24" name="footer:AI and Data Literacy    Initial setup"/>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 and Data Literacy    Initial setup</a:t>
            </a:r>
          </a:p>
        </p:txBody>
      </p:sp>
      <p:sp>
        <p:nvSpPr>
          <p:cNvPr id="25" name="footer:37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37 / 37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Meiryo"/>
        <a:ea typeface="Meiryo"/>
        <a:cs typeface="Meiryo"/>
        <a:font script="Jpan" typeface="Meiryo"/>
        <a:font script="Hang" typeface="Meiryo"/>
        <a:font script="Hans" typeface="Meiryo"/>
        <a:font script="Hant" typeface="Meiryo"/>
        <a:font script="Arab" typeface="Meiryo"/>
        <a:font script="Hebr" typeface="Meiryo"/>
        <a:font script="Thai" typeface="Meiryo"/>
        <a:font script="Ethi" typeface="Meiryo"/>
        <a:font script="Beng" typeface="Meiryo"/>
        <a:font script="Gujr" typeface="Meiryo"/>
        <a:font script="Khmr" typeface="Meiryo"/>
        <a:font script="Knda" typeface="Meiryo"/>
        <a:font script="Guru" typeface="Meiryo"/>
        <a:font script="Cans" typeface="Meiryo"/>
        <a:font script="Cher" typeface="Meiryo"/>
        <a:font script="Yiii" typeface="Meiryo"/>
        <a:font script="Tibt" typeface="Meiryo"/>
        <a:font script="Thaa" typeface="Meiryo"/>
        <a:font script="Deva" typeface="Meiryo"/>
        <a:font script="Telu" typeface="Meiryo"/>
        <a:font script="Taml" typeface="Meiryo"/>
        <a:font script="Syrc" typeface="Meiryo"/>
        <a:font script="Orya" typeface="Meiryo"/>
        <a:font script="Mlym" typeface="Meiryo"/>
        <a:font script="Laoo" typeface="Meiryo"/>
        <a:font script="Sinh" typeface="Meiryo"/>
        <a:font script="Mong" typeface="Meiryo"/>
        <a:font script="Viet" typeface="Meiryo"/>
        <a:font script="Uigh" typeface="Meiryo"/>
        <a:font script="Geor" typeface="Meiryo"/>
      </a:majorFont>
      <a:minorFont>
        <a:latin typeface="Meiryo"/>
        <a:ea typeface="Meiryo"/>
        <a:cs typeface="Meiryo"/>
        <a:font script="Jpan" typeface="Meiryo"/>
        <a:font script="Hang" typeface="Meiryo"/>
        <a:font script="Hans" typeface="Meiryo"/>
        <a:font script="Hant" typeface="Meiryo"/>
        <a:font script="Arab" typeface="Meiryo"/>
        <a:font script="Hebr" typeface="Meiryo"/>
        <a:font script="Thai" typeface="Meiryo"/>
        <a:font script="Ethi" typeface="Meiryo"/>
        <a:font script="Beng" typeface="Meiryo"/>
        <a:font script="Gujr" typeface="Meiryo"/>
        <a:font script="Khmr" typeface="Meiryo"/>
        <a:font script="Knda" typeface="Meiryo"/>
        <a:font script="Guru" typeface="Meiryo"/>
        <a:font script="Cans" typeface="Meiryo"/>
        <a:font script="Cher" typeface="Meiryo"/>
        <a:font script="Yiii" typeface="Meiryo"/>
        <a:font script="Tibt" typeface="Meiryo"/>
        <a:font script="Thaa" typeface="Meiryo"/>
        <a:font script="Deva" typeface="Meiryo"/>
        <a:font script="Telu" typeface="Meiryo"/>
        <a:font script="Taml" typeface="Meiryo"/>
        <a:font script="Syrc" typeface="Meiryo"/>
        <a:font script="Orya" typeface="Meiryo"/>
        <a:font script="Mlym" typeface="Meiryo"/>
        <a:font script="Laoo" typeface="Meiryo"/>
        <a:font script="Sinh" typeface="Meiryo"/>
        <a:font script="Mong" typeface="Meiryo"/>
        <a:font script="Viet" typeface="Meiryo"/>
        <a:font script="Uigh" typeface="Meiryo"/>
        <a:font script="Geor" typeface="Meiryo"/>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Meiryo"/>
        <a:ea typeface="Meiryo"/>
        <a:cs typeface="Meiryo"/>
        <a:font script="Jpan" typeface="Meiryo"/>
        <a:font script="Hang" typeface="Meiryo"/>
        <a:font script="Hans" typeface="Meiryo"/>
        <a:font script="Hant" typeface="Meiryo"/>
        <a:font script="Arab" typeface="Meiryo"/>
        <a:font script="Hebr" typeface="Meiryo"/>
        <a:font script="Thai" typeface="Meiryo"/>
        <a:font script="Ethi" typeface="Meiryo"/>
        <a:font script="Beng" typeface="Meiryo"/>
        <a:font script="Gujr" typeface="Meiryo"/>
        <a:font script="Khmr" typeface="Meiryo"/>
        <a:font script="Knda" typeface="Meiryo"/>
        <a:font script="Guru" typeface="Meiryo"/>
        <a:font script="Cans" typeface="Meiryo"/>
        <a:font script="Cher" typeface="Meiryo"/>
        <a:font script="Yiii" typeface="Meiryo"/>
        <a:font script="Tibt" typeface="Meiryo"/>
        <a:font script="Thaa" typeface="Meiryo"/>
        <a:font script="Deva" typeface="Meiryo"/>
        <a:font script="Telu" typeface="Meiryo"/>
        <a:font script="Taml" typeface="Meiryo"/>
        <a:font script="Syrc" typeface="Meiryo"/>
        <a:font script="Orya" typeface="Meiryo"/>
        <a:font script="Mlym" typeface="Meiryo"/>
        <a:font script="Laoo" typeface="Meiryo"/>
        <a:font script="Sinh" typeface="Meiryo"/>
        <a:font script="Mong" typeface="Meiryo"/>
        <a:font script="Viet" typeface="Meiryo"/>
        <a:font script="Uigh" typeface="Meiryo"/>
        <a:font script="Geor" typeface="Meiryo"/>
      </a:majorFont>
      <a:minorFont>
        <a:latin typeface="Meiryo"/>
        <a:ea typeface="Meiryo"/>
        <a:cs typeface="Meiryo"/>
        <a:font script="Jpan" typeface="Meiryo"/>
        <a:font script="Hang" typeface="Meiryo"/>
        <a:font script="Hans" typeface="Meiryo"/>
        <a:font script="Hant" typeface="Meiryo"/>
        <a:font script="Arab" typeface="Meiryo"/>
        <a:font script="Hebr" typeface="Meiryo"/>
        <a:font script="Thai" typeface="Meiryo"/>
        <a:font script="Ethi" typeface="Meiryo"/>
        <a:font script="Beng" typeface="Meiryo"/>
        <a:font script="Gujr" typeface="Meiryo"/>
        <a:font script="Khmr" typeface="Meiryo"/>
        <a:font script="Knda" typeface="Meiryo"/>
        <a:font script="Guru" typeface="Meiryo"/>
        <a:font script="Cans" typeface="Meiryo"/>
        <a:font script="Cher" typeface="Meiryo"/>
        <a:font script="Yiii" typeface="Meiryo"/>
        <a:font script="Tibt" typeface="Meiryo"/>
        <a:font script="Thaa" typeface="Meiryo"/>
        <a:font script="Deva" typeface="Meiryo"/>
        <a:font script="Telu" typeface="Meiryo"/>
        <a:font script="Taml" typeface="Meiryo"/>
        <a:font script="Syrc" typeface="Meiryo"/>
        <a:font script="Orya" typeface="Meiryo"/>
        <a:font script="Mlym" typeface="Meiryo"/>
        <a:font script="Laoo" typeface="Meiryo"/>
        <a:font script="Sinh" typeface="Meiryo"/>
        <a:font script="Mong" typeface="Meiryo"/>
        <a:font script="Viet" typeface="Meiryo"/>
        <a:font script="Uigh" typeface="Meiryo"/>
        <a:font script="Geor" typeface="Meiryo"/>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ns0:coreProperties xmlns:dc="http://purl.org/dc/elements/1.1/" xmlns:ns0="http://schemas.openxmlformats.org/package/2006/metadata/core-properties" xmlns:ns2="http://purl.org/dc/terms/" xmlns:xsi="http://www.w3.org/2001/XMLSchema-instance">
  <dc:title>Getting ready for AI and GitHub</dc:title>
  <dc:subject>AI and Data Literacy — English teaching edition</dc:subject>
  <dc:creator>Takahiro Tsuchiya</dc:creator>
  <ns0:keywords>AI, GitHub, data literacy, English, university teaching</ns0:keywords>
  <dc:description>English slides and teaching notes with hands-on activities.</dc:description>
  <ns0:lastModifiedBy>Takahiro Tsuchiya</ns0:lastModifiedBy>
  <ns0:revision>1</ns0:revision>
  <ns2:created xsi:type="dcterms:W3CDTF">2013-01-27T09:14:16Z</ns2:created>
  <ns2:modified xsi:type="dcterms:W3CDTF">2013-01-27T09:15:58Z</ns2:modified>
  <ns0:category/>
  <dc:language>ja-JP</dc:language>
</ns0:coreProperties>
</file>