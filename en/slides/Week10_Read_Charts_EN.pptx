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Show the charts for about 20 seconds and ask about the impression of growth. Wait for students to notice the right chart’s truncated axis. Do not impose a blanket ban on line charts or restricted ranges.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10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10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A large increase?&#10;Check the axis first.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 large increase?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Check the axis first.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10: Compare displays of the same values&#10;and state what the data supports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10: Compare displays of the same values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and state what the data supports.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chart-colum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wo displays of the same data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Two displays of the same data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:Vertical axis starts at 0"/>
          <p:cNvSpPr txBox="1"/>
          <p:nvPr/>
        </p:nvSpPr>
        <p:spPr>
          <a:xfrm>
            <a:off x="886968" y="1554480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Vertical axis starts at 0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25296" y="5029200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49103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25296" y="4407408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4288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25296" y="3785616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666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25296" y="3163824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044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25296" y="2542032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4231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48410" y="3101645"/>
            <a:ext cx="446227" cy="1927555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68603" y="2754173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78331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340864" y="3039466"/>
            <a:ext cx="446227" cy="1989734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61058" y="269199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170786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33318" y="2977286"/>
            <a:ext cx="446227" cy="2051914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53512" y="262981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3063240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25773" y="2915107"/>
            <a:ext cx="446227" cy="2114093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45966" y="2567635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955694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18227" y="2852928"/>
            <a:ext cx="446227" cy="2176272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8421" y="250545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848149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Text 28:Vertical axis starts at 3.0"/>
          <p:cNvSpPr txBox="1"/>
          <p:nvPr/>
        </p:nvSpPr>
        <p:spPr>
          <a:xfrm>
            <a:off x="6437376" y="1554480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Vertical axis starts at 3.0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75704" y="5029200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08776" y="49103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75704" y="4531766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08776" y="441289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775704" y="4034333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08776" y="3915461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75704" y="3536899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08776" y="3418027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3.6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775704" y="3039466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08776" y="292059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3.8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775704" y="2542032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08776" y="24231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998818" y="4780483"/>
            <a:ext cx="446227" cy="248717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19011" y="4433011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6828739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891272" y="4531766"/>
            <a:ext cx="446227" cy="497434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11466" y="418429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7721194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783726" y="4283050"/>
            <a:ext cx="446227" cy="746150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03920" y="393557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8613648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9676181" y="4034333"/>
            <a:ext cx="446227" cy="994867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396374" y="3686861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9506102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568635" y="3785616"/>
            <a:ext cx="446227" cy="1243584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288829" y="34381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10398557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8" name="Text 56:Fictional teaching data. Only the axis range differs; the values are identical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Fictional teaching data. Only the axis range differs; the values are identical.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59" name="Text 5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60" name="Text 58:Week 10  0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02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e original value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original values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Year"/>
          <p:cNvSpPr txBox="1"/>
          <p:nvPr/>
        </p:nvSpPr>
        <p:spPr>
          <a:xfrm>
            <a:off x="786384" y="1709928"/>
            <a:ext cx="3090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Year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1554480"/>
            <a:ext cx="7525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9664" y="1709928"/>
            <a:ext cx="7232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reported_confidence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338328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386584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2258568"/>
            <a:ext cx="7525512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9664" y="2386584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35224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063240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23360" y="2935224"/>
            <a:ext cx="7525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9664" y="3063240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611880"/>
            <a:ext cx="338328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3739896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23360" y="3611880"/>
            <a:ext cx="7525512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69664" y="3739896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28853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288536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416552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23360" y="4288536"/>
            <a:ext cx="7525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69664" y="4416552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496519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965192"/>
            <a:ext cx="338328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" y="5093208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23360" y="4965192"/>
            <a:ext cx="7525512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9664" y="5093208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641848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3" name="Text 31:chart_claim_data.csv. The meaning of the scale and measurement method require more information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688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688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chart_claim_data.csv. The meaning of the scale and measurement method require more information.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4" name="Text 32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5" name="Text 33:Week 10  0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03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Reading a chart in order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Reading a chart in order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What is measured?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38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38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is measured?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 the label, unit&#10;and time period.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 the label, unit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time period.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chart-colum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How is it displayed?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25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How is it displayed?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Check axis endpoints&#10;and tick marks.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axis endpoints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tick marks.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What are the values?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88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are the values?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Calculate the difference&#10;and compare your impression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Calculate the difference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compare your impression.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Week 10  0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04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Asking AI to explain the chart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Asking AI to explain the charts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Compare these two charts.&#10;Check their values and vertical axis ranges.&#10;Explain why their visual impressions differ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Compare these two charts.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their values and vertical axis ranges.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why their visual impressions differ.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If image upload is unavailable, describe the data and axis ranges in text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If image upload is unavailable, describe the data and axis ranges in text.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10  05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05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e increase is 0.4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increase is 0.4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:From 3.1 in 2022 to 3.5 in 2026"/>
          <p:cNvSpPr txBox="1"/>
          <p:nvPr/>
        </p:nvSpPr>
        <p:spPr>
          <a:xfrm>
            <a:off x="777240" y="1609344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From 3.1 in 2022 to 3.5 in 2026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96896"/>
            <a:ext cx="10908792" cy="141732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535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3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3.5 − 3.1 = 0.4</a:t>
            </a:r>
            <a:endParaRPr lang="ja-JP" sz="36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:Show the actual difference before describing a sharp rise.&#10;Also check the scale and survey method."/>
          <p:cNvSpPr txBox="1"/>
          <p:nvPr/>
        </p:nvSpPr>
        <p:spPr>
          <a:xfrm>
            <a:off x="822960" y="4590288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Show the actual difference before describing a sharp rise.</a:t>
            </a:r>
            <a:endParaRPr sz="25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Also check the scale and survey method.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8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7:Week 10  06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06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anging an axis can be appropriat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Changing an axis can be appropriate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Starting at zero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Starting at zero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Shows the size relative to zero.&#10;Check carefully when comparing&#10;the lengths of bars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Shows the size relative to zero.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carefully when comparing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lengths of bars.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Showing a narrower range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Showing a narrower range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Makes small changes easier to see.&#10;Differences also look larger.&#10;State the axis range clearly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Makes small changes easier to see.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Differences also look larger.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State the axis range clearly.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10  07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07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What the chart leaves ou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the chart leaves out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How many people were surveyed, and how?&#10;Were measurement conditions the same each year?&#10;&#10;If the chart does not show this information,&#10;record that it cannot establish these details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How many people were surveyed, and how?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Were measurement conditions the same each year?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If the chart does not show this information,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that it cannot establish these details.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Week 10  08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08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An explanation without exagger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An explanation without exaggeration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Explain this fictional data in two sentences.&#10;In the first, state the numerical change.&#10;In the second, state what this source cannot establish.&#10;Avoid speculation about the cause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this fictional data in two sentences.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 the first, state the numerical change.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 the second, state what this source cannot establish.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Avoid speculation about the cause.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Check the values, period and axis ranges yourself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values, period and axis ranges yourself.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10  09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09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e visual impression and the data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visual impression and the data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5" name="Text 3:An unsupported explanation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B05D1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B05D12"/>
                </a:solidFill>
                <a:latin typeface="Meiryo"/>
                <a:ea typeface="Meiryo"/>
                <a:cs typeface="Meiryo"/>
              </a:rPr>
              <a:t>An unsupported explanation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It surged in 2026.&#10;The spread of AI probably&#10;caused the increase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 surged in 2026.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spread of AI probably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caused the increase.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Supported by this source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Supported by this source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From 2022 to 2026,&#10;the value rose from 3.1 to 3.5.&#10;The reason is not established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From 2022 to 2026,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value rose from 3.1 to 3.5.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reason is not established.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10  10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10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chart-checking record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chart-checking record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confirmed both charts use the same five values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confirmed both charts use the same five values.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explained the different vertical axes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explained the different vertical axes.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stated the actual difference of 0.4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stated the actual difference of 0.4.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recorded missing information about the scale or survey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recorded missing information about the scale or survey.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10  11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11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week10/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Axis comparison and two-sentence explanation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7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7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17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7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Axis comparison and two-sentence explanation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10  1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12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10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10.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10  1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13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compared the chart with the source data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compared the chart with the source data.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distinguished the impression from the actual difference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distinguished the impression from the actual difference.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avoided unsupported claims about the cause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avoided unsupported claims about the cause.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10  1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10  14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A large increase? Check the axis first.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