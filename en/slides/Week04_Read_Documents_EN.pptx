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4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04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Where is the answer&#10;in the source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Where is the answer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in the source?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4: Read an event notice and separate&#10;source facts from assumptions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4: Read an event notice and separate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source facts from assumptions.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nswers from one source documen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Answers from one source document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Give AI the supplied document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Give AI the supplied document.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Use the PDF, image or source text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PDF, image or source text.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rganize what participants need to know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Organize what participants need to know.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sk for the date, venue and items to bring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Ask for the date, venue and items to bring.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heck the original document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original document.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Mark information absent from the source as unknown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Mark information absent from the source as unknown.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4  0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fictional workshop noti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fictional workshop notice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AI and Data Literacy Workshop&#10;&#10;October 15, 2026    13:30-15:00&#10;Room 402, Building 4 / 40 places / Free&#10;Registration deadline: October 10, 2026&#10;Bring: Laptop and university account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and Data Literacy Workshop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October 15, 2026    13:30-15:00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Room 402, Building 4 / 40 places / Free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Registration deadline: October 10, 2026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Bring: Laptop and university account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The dates are for this exercise. This is a fictional event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The dates are for this exercise. This is a fictional event.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04  0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Giving AI a fil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Giving AI a file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Save the supplied file to your computer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Save the supplied file to your computer.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Use sample_event_notice.pdf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sample_event_notice.pdf.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Choose it with the AI's attachment control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it with the AI's attachment control.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Wait for the upload to finish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Wait for the upload to finish.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heck that the document name appears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that the document name appears.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If attachments are unavailable, paste the corresponding .md text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88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188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attachments are unavailable, paste the corresponding .md text.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This is a short source. Pasting its text lets you do the same exercise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This is a short source. Pasting its text lets you do the same exercise.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4  0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Information for participant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Information for participants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Using only this document, make a table&#10;of the date, venue and items to bring.&#10;For missing information, write Not stated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Using only this document, make a table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of the date, venue and items to bring.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missing information, write Not stated.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the date, time and room number against the original, one item at a time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date, time and room number against the original, one item at a time.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4  05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05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gainst the original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against the original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Item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Item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Source content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content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Your own check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Your own check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Time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Time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13:30〜15:00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Match / mismatch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 / mismatch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Venue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Venue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Room 402, Building 4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Room 402, Building 4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Match / mismatch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 / mismatch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Bring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Bring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:Laptop, university account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Laptop, university account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Match / mismatch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Match / mismatch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Use this table for checking. Compare AI's actual output before marking a match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this table for checking. Compare AI's actual output before marking a match.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3" name="Text 31:Week 04  06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06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Asking about missing inform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Asking about missing information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Are there power sockets at this venue?&#10;Answer only what the document supports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Are there power sockets at this venue?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Answer only what the document supports.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No information about sockets does not mean there are no sockets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No information about sockets does not mean there are no sockets.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4  07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07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Keeping unknowns clear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Keeping unknowns clear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:Supported by the source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Supported by the source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The notice does not state&#10;whether power sockets&#10;are available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notice does not state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whether power sockets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are available.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:Unsupported by the source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B05D1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B05D12"/>
                </a:solidFill>
                <a:latin typeface="Meiryo"/>
                <a:ea typeface="Meiryo"/>
                <a:cs typeface="Meiryo"/>
              </a:rPr>
              <a:t>Unsupported by the source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There are no sockets.&#10;&#10;Or:&#10;Every seat has a socket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There are no sockets.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Or: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Every seat has a socket.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4  08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08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nswers about an imag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answers about an image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Was any text misread?&#10;Do table headings match their values?&#10;&#10;If AI cannot read a part, enlarge&#10;the original image and check it yourself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Was any text misread?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 table headings match their values?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AI cannot read a part, enlarge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original image and check it yourself.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04  09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09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correction grounded in the sourc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correction grounded in the source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The venue is Room 402.&#10;Check the venue field in the source and correct the table.&#10;Check whether the other entries match the source too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venue is Room 402.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venue field in the source and correct the table.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whether the other entries match the source too.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Use this request if there is an error. A correct result needs no correction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this request if there is an error. A correct result needs no correction.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4  10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10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Finishing this week's tas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Finishing this week's task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made a table of the date, venue and items to bring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made a table of the date, venue and items to bring.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checked every item against the original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every item against the original.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identified one detail absent from the source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identified one detail absent from the source.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eparated AI's assumptions from source facts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separated AI's assumptions from source facts.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4  11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11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week04/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Check table and missing information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9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table and missing information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4  1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12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4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04.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4  1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13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recorded where I checked in the source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where I checked in the source.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verified the date, time and room number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verified the date, time and room number.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avoided unsupported claims about missing information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avoided unsupported claims about missing information.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4  1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04  14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Where is the answer in the source?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