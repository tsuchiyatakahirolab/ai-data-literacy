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English-language exercise: rewrite the supplied English source in plain English, then translate it into another language you can verify. If no suitable target language is available, agree on an alternative audience-focused rewrite with the instructor and record the translation limitation.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05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05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Does clearer wording&#10;change the meaning?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Does clearer wording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change the meaning?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5: Compare rewriting and translation.&#10;Check which conditions must stay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5: Compare rewriting and translation.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Check which conditions must stay.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langu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One text, different reader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One text, different readers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Read the original text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 the original text.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Identify claims and conditions that must stay unchanged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Identify claims and conditions that must stay unchanged.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Create two versions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Create two versions.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Write for new students, then translate into a language you can check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038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038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Write for new students, then translate into a language you can check.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Compare with the original meaning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Compare with the original meaning.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Check omissions, overstatements and changes in obligations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omissions, overstatements and changes in obligations.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05  02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05  02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ree ideas in the sourc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Three ideas in the source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Generative AI can help organize information,&#10;write text and understand documents.&#10;&#10;Its output may contain errors or weak support.&#10;In this course, record the AI and purpose of use.&#10;Check the final content yourself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Generative AI can help organize information,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write text and understand documents.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Its output may contain errors or weak support.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 this course, record the AI and purpose of use.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 final content yourself.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Display summary of en/assets/week05/rewrite_source.md. Use the supplied full source for the task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725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Display summary of en/assets/week05/rewrite_source.md. Use the supplied full source for the task.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9" name="Text 6:Week 05  03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05  03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What needs to remai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needs to remain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:Uses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Uses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Organize information.&#10;Help with writing&#10;and understanding text.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138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138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Organize information.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138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138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Help with writing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138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138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understanding text.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triangle-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:Limitations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Limitations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1" name="Text 7:Output may contain errors&#10;or lack supporting evidence.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Output may contain errors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or lack supporting evidence.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:Required actions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Required actions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Record your AI use.&#10;Check the content yourself.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Record your AI use.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 content yourself.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Week 05  04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05  04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1. Rewriting for new student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1. Rewriting for new students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Rewrite this text in plain English&#10;for new university students.&#10;Keep the uses of AI, the possibility of errors,&#10;and the need to record use and check the result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Rewrite this text in plain English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for new university students.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Keep the uses of AI, the possibility of errors,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the need to record use and check the result.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Paste the full rewrite_source.md text after the request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Paste the full rewrite_source.md text after the request.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5  05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05  05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Keeping required actions required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Keeping required actions required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5" name="Text 3:Meaning preserved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Meaning preserved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Record the AI you used&#10;and its purpose. Check the&#10;content before submitting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Record the AI you used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its purpose. Check the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content before submitting.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8" name="Text 6:Meaning changed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B05D1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B05D12"/>
                </a:solidFill>
                <a:latin typeface="Meiryo"/>
                <a:ea typeface="Meiryo"/>
                <a:cs typeface="Meiryo"/>
              </a:rPr>
              <a:t>Meaning changed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Check only the parts&#10;that concern you.&#10;Keeping a record is optional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only the parts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that concern you.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Keeping a record is optional.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05  06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05  06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2. Translating for another audienc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2. Translating for another audience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Translate the same source into plain language&#10;in another language I can verify.&#10;Keep recording and checking as requirements.&#10;Do not make them optional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Translate the same source into plain language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 another language I can verify.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Keep recording and checking as requirements.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Do not make them optional.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Check all three source ideas. Use a target language you can verify, or record the limitation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all three source ideas. Use a target language you can verify, or record the limitation.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5  07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05  07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e strength of an oblig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strength of an obligation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5" name="Text 3:Matches the source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Matches the source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Record the AI tool used.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 the final content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 submitting it.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8" name="Text 6:Weaker meaning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B05D1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B05D12"/>
                </a:solidFill>
                <a:latin typeface="Meiryo"/>
                <a:ea typeface="Meiryo"/>
                <a:cs typeface="Meiryo"/>
              </a:rPr>
              <a:t>Weaker meaning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You may keep a record&#10;if you find it useful.&#10;&#10;A requirement became optional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 may keep a record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if you find it useful.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requirement became optional.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Teaching examples for comparison. These are not recorded outputs from a particular AI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Teaching examples for comparison. These are not recorded outputs from a particular AI.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2" name="Text 10:Week 05  08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05  08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hecking a transl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Checking a translation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Review the three source ideas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Review the three source ideas.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Uses, possible errors, and the requirement to record and check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63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63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Uses, possible errors, and the requirement to record and check.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Find each idea in the translation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Find each idea in the translation.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unfamiliar words with a dictionary or course material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unfamiliar words with a dictionary or course material.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Record anything you could not verify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Record anything you could not verify.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An AI back-translation alone cannot establish accuracy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An AI back-translation alone cannot establish accuracy.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05  09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05  09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three-row comparison record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three-row comparison record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Source idea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Source idea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:Rewritten version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Rewritten version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:Check result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Check result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:Uses of AI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Uses of AI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:Find the matching passage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0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0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Find the matching passage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:Kept / changed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Kept / changed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:Possible errors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Possible errors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:Find the matching passage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0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0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Find the matching passage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:Kept / changed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Kept / changed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:Record and check required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6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86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Record and check required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:Find the matching passage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0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0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Find the matching passage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:Kept / changed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Kept / changed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2" name="Text 30:Week 05  10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05  10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week05/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Rewrite, translation and meaning checks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7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7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17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7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Rewrite, translation and meaning checks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6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8:Week 05  11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05  11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05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05.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5  12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05  12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made two versions from the same source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made two versions from the same source.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kept recording and checking as requirements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kept recording and checking as requirements.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recorded any translation details I could not verify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recorded any translation details I could not verify.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5  13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05  13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Does clearer wording change the meaning?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