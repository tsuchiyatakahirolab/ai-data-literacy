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1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12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Explain it yourself&#10;to check your understanding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Explain it yourself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to check your understanding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12: Listen, answer for yourself&#10;and find what you do not yet understand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12: Listen, answer for yourself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find what you do not yet understand.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book-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Different roles for the same AI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Different roles for the same AI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Getting only the answer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Getting only the answer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Paste the question.&#10;Read the answer.&#10;Submit it unchanged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Paste the question.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the answer.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it unchanged.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 practice partner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 practice partner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Ask for an explanation.&#10;Try questions with answers hidden.&#10;Answer yourself and check your reasons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for an explanation.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Try questions with answers hidden.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Answer yourself and check your reasons.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2  0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Practicing correlation and caus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Practicing correlation and causation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Ask for an explanation and example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Ask for an explanation and example.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Understand why correlation and causation differ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Understand why correlation and causation differ.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Think through three questions yourself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Think through three questions yourself.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Keep the correct answers hidden initially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Keep the correct answers hidden initially.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Compare the explanations with course material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the explanations with course material.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heck both your reasoning and AI's explanation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both your reasoning and AI's explanation.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12  0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n everyday explan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An everyday explanation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Explain correlation and causation to a first-year&#10;university student using an everyday example.&#10;Use a fictional example rather than a real study.&#10;State that it illustrates the idea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correlation and causation to a first-year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university student using an everyday example.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a fictional example rather than a real study.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State that it illustrates the idea.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After reading, explain the difference in one sentence yourself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After reading, explain the difference in one sentence yourself.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2  04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04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nother explanation for a fictional exampl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Another explanation for a fictional example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ile-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On hot days, ice cream sales are high.&#10;Swimming pools also have more visitors.&#10;&#10;Did selling ice cream cause&#10;more people to visit the pool?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On hot days, ice cream sales are high.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Swimming pools also have more visitors.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selling ice cream cause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more people to visit the pool?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Fictional example for reasoning practice. This is not observed data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Fictional example for reasoning practice. This is not observed data.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6:Week 12  05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05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Three questions with answers hidde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Three questions with answers hidden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Create three short questions that distinguish&#10;correlation from causation. Ask them one at a time.&#10;Wait for my answer before showing&#10;the correct answer or explanation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Create three short questions that distinguish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correlation from causation. Ask them one at a time.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Wait for my answer before showing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correct answer or explanation.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f you get stuck, ask for a hint before asking for the answer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you get stuck, ask for a hint before asking for the answer.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2  06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06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Giving reasons for your answer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Giving reasons for your answer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Decide: correlation or causation?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Decide: correlation or causation?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If you cannot decide, explain why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you cannot decide, explain why.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Think of one alternative explanation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Think of one alternative explanation.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ould another factor affect both things?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Could another factor affect both things?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Then read AI's explanation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Then read AI's explanation.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Compare it with your own reasons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Compare it with your own reasons.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12  07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07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Checking AI's marking too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Checking AI's marking too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AI says correct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AI says correct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Is the reasoning correct too?&#10;Did you understand it,&#10;or only guess the option?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Is the reasoning correct too?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Did you understand it,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or only guess the option?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I says incorrect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AI says incorrect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What difference did it identify?&#10;Does the question support that?&#10;Does it match the course definition?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difference did it identify?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the question support that?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Does it match the course definition?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Week 12  08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08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4. Asking about an unclear poin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4. Asking about an unclear point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Which part of my explanation is unclear?&#10;Explain just one point using the earlier example.&#10;Then give me one similar practice question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Which part of my explanation is unclear?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just one point using the earlier example.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Then give me one similar practice question.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f you can explain it all, make another example yourself and check i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you can explain it all, make another example yourself and check it.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12  09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09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A record of reasoning and checking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record of reasoning and checking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:Record how you reasoned and checked,&#10;rather than just your score.&#10;&#10;If your answers are correct,&#10;there is no need to invent errors or retries.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Record how you reasoned and checked,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rather than just your score.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If your answers are correct,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there is no need to invent errors or retries.</a:t>
            </a:r>
            <a:endParaRPr sz="2700">
              <a:latin typeface="Meiryo"/>
              <a:ea typeface="Meiryo"/>
              <a:cs typeface="Meiryo"/>
            </a:endParaRPr>
          </a:p>
        </p:txBody>
      </p:sp>
      <p:sp>
        <p:nvSpPr>
          <p:cNvPr id="7" name="Text 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8" name="Text 5:Week 12  10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10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week12/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Explanation, reasoning and checks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05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05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Explanation, reasoning and checks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12  11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11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12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12.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12  12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12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recorded the reasons I thought through myself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recorded the reasons I thought through myself.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compared AI's explanation with the course material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compared AI's explanation with the course material.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separated what I understood from my remaining questions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separated what I understood from my remaining questions.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12  13 / 13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12  13 / 13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Explain it yourself to check your understanding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