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Travel segments total 30 + 20 + 15 + 30 minutes. Fares are 230 + 230 + 230 + 230 = JPY 920 per person, or JPY 4,600 for five people on the same route. The limit concerns transport per person, not food or admission fees.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13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13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Does the plan&#10;meet the conditions?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Does the plan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meet the conditions?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13: Plan in stages and check&#10;times, costs and the itinerary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13: Plan in stages and check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times, costs and the itinerary.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list-che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planning exercis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planning exercise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lock-keyh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Ask AI for a research process and a draft plan.&#10;This exercise includes no bookings, purchases or sending.&#10;&#10;Decide what you will check at each stage&#10;before proceeding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Ask AI for a research process and a draft plan.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This exercise includes no bookings, purchases or sending.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Decide what you will check at each stage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proceeding.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Week 13  02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02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task with several stage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task with several stages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Plan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Plan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List the needed information&#10;and order the steps.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List the needed information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order the steps.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Supply material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Supply material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Give AI the conditions&#10;and permitted sources.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Give AI the conditions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permitted sources.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Check along the way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88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along the way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Revise any part&#10;that fails a condition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Revise any part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that fails a condition.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Week 13  03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03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half-day itinerary for five student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half-day itinerary for five students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Leave Kyoto Station at 13:00; finish by 17:30.&#10;Travel on foot and by public transport.&#10;Transport budget: JPY 1,500 per person.&#10;Include a quiet place and a break.&#10;&#10;Use the supplied fictional facility information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Leave Kyoto Station at 13:00; finish by 17:30.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Travel on foot and by public transport.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Transport budget: JPY 1,500 per person.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Include a quiet place and a break.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the supplied fictional facility information.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Travel times, fares and facilities are fictional teaching data. They are not a real travel guide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Travel times, fares and facilities are fictional teaching data. They are not a real travel guide.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6:Week 13  04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04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Asking for the process firs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Asking for the process first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I want a half-day itinerary under these conditions.&#10;First, list the information needed&#10;and the order in which to check it.&#10;Before completing the itinerary, ask about unclear conditions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want a half-day itinerary under these conditions.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First, list the information needed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the order in which to check it.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completing the itinerary, ask about unclear conditions.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Supply both the conditions and offline_itinerary_data.md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Supply both the conditions and offline_itinerary_data.md.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13  05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05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onditions in the fictional sourc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Conditions in the fictional source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Place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Place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Available times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Available times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:Stay requirement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Stay requirement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:Museum A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Museum A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13:00〜17:00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:Quiet place / at least 45 min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6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86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Quiet place / at least 45 min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:Park B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Park B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13:00〜18:00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:At least 30 min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At least 30 min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:Rest area C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Rest area C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14:00〜17:00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:Break / at least 30 min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Break / at least 30 min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:Use the source table for each journey's travel time and fare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source table for each journey's travel time and fare.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2" name="Text 30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3" name="Text 31:Week 13  06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06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An itinerary based on the sourc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An itinerary based on the source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Use only the supplied fictional facilities and travel table.&#10;Show departures, arrivals, stays, travel times and fares.&#10;Include waiting time and check&#10;that we return by 17:30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only the supplied fictional facilities and travel table.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Show departures, arrivals, stays, travel times and fares.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Include waiting time and check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that we return by 17:30.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Keep invented shortcuts, fares and opening hours out of the plan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Keep invented shortcuts, fares and opening hours out of the plan.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13  07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07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ecking an example yourself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Checking an example yourself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16367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Leave Kyoto Station"/>
          <p:cNvSpPr txBox="1"/>
          <p:nvPr/>
        </p:nvSpPr>
        <p:spPr>
          <a:xfrm>
            <a:off x="4069080" y="1636776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Leave Kyoto Station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59936" y="2286000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3865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13:30–14:15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:Museum A: 45 min"/>
          <p:cNvSpPr txBox="1"/>
          <p:nvPr/>
        </p:nvSpPr>
        <p:spPr>
          <a:xfrm>
            <a:off x="4069080" y="2386584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Museum A: 45 min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59936" y="3035808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1363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14:35–15:05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:Rest area C: 30 min"/>
          <p:cNvSpPr txBox="1"/>
          <p:nvPr/>
        </p:nvSpPr>
        <p:spPr>
          <a:xfrm>
            <a:off x="4069080" y="3136392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Rest area C: 30 min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059936" y="3785616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15:20–15:50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:Park B: 30 min"/>
          <p:cNvSpPr txBox="1"/>
          <p:nvPr/>
        </p:nvSpPr>
        <p:spPr>
          <a:xfrm>
            <a:off x="4069080" y="3886200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Park B: 30 min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59936" y="4535424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46360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16:20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:Return to Kyoto Station"/>
          <p:cNvSpPr txBox="1"/>
          <p:nvPr/>
        </p:nvSpPr>
        <p:spPr>
          <a:xfrm>
            <a:off x="4069080" y="4636008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Return to Kyoto Station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8" name="Text 16:Example based on the fictional travel table. Transport costs JPY 920 per person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Example based on the fictional travel table. Transport costs JPY 920 per person.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9" name="Text 1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0" name="Text 18:Week 13  08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08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One condition at a tim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One condition at a time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Condition"/>
          <p:cNvSpPr txBox="1"/>
          <p:nvPr/>
        </p:nvSpPr>
        <p:spPr>
          <a:xfrm>
            <a:off x="786384" y="1709928"/>
            <a:ext cx="3090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Condition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1554480"/>
            <a:ext cx="7525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Check of the example"/>
          <p:cNvSpPr txBox="1"/>
          <p:nvPr/>
        </p:nvSpPr>
        <p:spPr>
          <a:xfrm>
            <a:off x="4169664" y="1709928"/>
            <a:ext cx="7232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Check of the example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7:Finish by 17:30"/>
          <p:cNvSpPr txBox="1"/>
          <p:nvPr/>
        </p:nvSpPr>
        <p:spPr>
          <a:xfrm>
            <a:off x="786384" y="2386584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Finish by 17:30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2258568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:Return at 16:20"/>
          <p:cNvSpPr txBox="1"/>
          <p:nvPr/>
        </p:nvSpPr>
        <p:spPr>
          <a:xfrm>
            <a:off x="4169664" y="2386584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Return at 16:20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17520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:Transport &lt;= JPY 1,500/person"/>
          <p:cNvSpPr txBox="1"/>
          <p:nvPr/>
        </p:nvSpPr>
        <p:spPr>
          <a:xfrm>
            <a:off x="786384" y="3145536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6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86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Transport &lt;= JPY 1,500/person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23360" y="3017520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:JPY 920"/>
          <p:cNvSpPr txBox="1"/>
          <p:nvPr/>
        </p:nvSpPr>
        <p:spPr>
          <a:xfrm>
            <a:off x="4169664" y="3145536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JPY 920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76472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:Include a quiet place"/>
          <p:cNvSpPr txBox="1"/>
          <p:nvPr/>
        </p:nvSpPr>
        <p:spPr>
          <a:xfrm>
            <a:off x="786384" y="3904488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Include a quiet place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23360" y="3776472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:Museum A for 45 min"/>
          <p:cNvSpPr txBox="1"/>
          <p:nvPr/>
        </p:nvSpPr>
        <p:spPr>
          <a:xfrm>
            <a:off x="4169664" y="3904488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Museum A for 45 min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35424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:Include a break"/>
          <p:cNvSpPr txBox="1"/>
          <p:nvPr/>
        </p:nvSpPr>
        <p:spPr>
          <a:xfrm>
            <a:off x="786384" y="4663440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Include a break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23360" y="4535424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:Rest area C for 30 min"/>
          <p:cNvSpPr txBox="1"/>
          <p:nvPr/>
        </p:nvSpPr>
        <p:spPr>
          <a:xfrm>
            <a:off x="4169664" y="4663440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Rest area C for 30 min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8" name="Text 26:Read and verify the table yourself, even if AI says all conditions are met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Read and verify the table yourself, even if AI says all conditions are met.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9" name="Text 2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0" name="Text 28:Week 13  09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09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3. Revising a changed condi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3. Revising a changed condition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Change the Museum A stay to 60 minutes.&#10;Keep the other conditions.&#10;Update only the affected times.&#10;Check the transport cost and finish time again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Change the Museum A stay to 60 minutes.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 the other conditions.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Update only the affected times.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transport cost and finish time again.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Check for yourself what changed and what stayed the same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for yourself what changed and what stayed the same.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13  10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10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dditional checks for a real outing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Additional checks for a real outing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The basic class task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basic class task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imes and costs&#10;within the fictional source.&#10;This is a planning exercise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times and costs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within the fictional source.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This is a planning exercise.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Extension: a real plan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Extension: a real plan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Choose the travel date.&#10;Check transport and opening times.&#10;A person decides bookings and payments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Choose the travel date.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transport and opening times.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person decides bookings and payments.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13  11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11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Explaining what you delegated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Explaining what you delegated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checked the sequence before proceeding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checked the sequence before proceeding.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recalculated times, fares and stay durations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recalculated times, fares and stay durations.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used only information in the supplied sources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used only information in the supplied sources.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made no bookings or purchases and sent nothing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made no bookings or purchases and sent nothing.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13  12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12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week13/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Itinerary, condition checks and revised plan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7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7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17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7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Itinerary, condition checks and revised plan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13  13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13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13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13.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13  14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14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kept the original itinerary and the revised one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kept the original itinerary and the revised one.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verified transport cost per person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verified transport cost per person.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clearly identified the plan as fictional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clearly identified the plan as fictional.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13  15 /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13  15 / 15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Does the plan meet the conditions?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